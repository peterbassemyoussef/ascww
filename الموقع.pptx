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Override1.xml" ContentType="application/vnd.openxmlformats-officedocument.themeOverr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3"/>
  </p:notesMasterIdLst>
  <p:sldIdLst>
    <p:sldId id="260" r:id="rId2"/>
    <p:sldId id="266" r:id="rId3"/>
    <p:sldId id="328" r:id="rId4"/>
    <p:sldId id="261" r:id="rId5"/>
    <p:sldId id="287" r:id="rId6"/>
    <p:sldId id="271" r:id="rId7"/>
    <p:sldId id="301" r:id="rId8"/>
    <p:sldId id="289" r:id="rId9"/>
    <p:sldId id="329" r:id="rId10"/>
    <p:sldId id="330" r:id="rId11"/>
    <p:sldId id="333" r:id="rId12"/>
    <p:sldId id="334" r:id="rId13"/>
    <p:sldId id="335" r:id="rId14"/>
    <p:sldId id="336" r:id="rId15"/>
    <p:sldId id="337" r:id="rId16"/>
    <p:sldId id="339" r:id="rId17"/>
    <p:sldId id="340" r:id="rId18"/>
    <p:sldId id="342" r:id="rId19"/>
    <p:sldId id="318" r:id="rId20"/>
    <p:sldId id="320" r:id="rId21"/>
    <p:sldId id="312" r:id="rId22"/>
    <p:sldId id="314" r:id="rId23"/>
    <p:sldId id="315" r:id="rId24"/>
    <p:sldId id="308" r:id="rId25"/>
    <p:sldId id="310" r:id="rId26"/>
    <p:sldId id="319" r:id="rId27"/>
    <p:sldId id="326" r:id="rId28"/>
    <p:sldId id="311" r:id="rId29"/>
    <p:sldId id="323" r:id="rId30"/>
    <p:sldId id="325" r:id="rId31"/>
    <p:sldId id="313" r:id="rId32"/>
  </p:sldIdLst>
  <p:sldSz cx="12192000" cy="6858000"/>
  <p:notesSz cx="6858000" cy="9144000"/>
  <p:embeddedFontLst>
    <p:embeddedFont>
      <p:font typeface="SimHei" panose="02010609060101010101" pitchFamily="49" charset="-122"/>
      <p:regular r:id="rId34"/>
    </p:embeddedFont>
    <p:embeddedFont>
      <p:font typeface="SimSun" panose="02010600030101010101" pitchFamily="2" charset="-122"/>
      <p:regular r:id="rId35"/>
    </p:embeddedFont>
    <p:embeddedFont>
      <p:font typeface="AF_Taif Normal" pitchFamily="2" charset="-78"/>
      <p:regular r:id="rId36"/>
    </p:embeddedFont>
    <p:embeddedFont>
      <p:font typeface="Al-Mothnna" pitchFamily="2" charset="-78"/>
      <p:regular r:id="rId37"/>
    </p:embeddedFont>
    <p:embeddedFont>
      <p:font typeface="Cambria" panose="02040503050406030204" pitchFamily="18" charset="0"/>
      <p:regular r:id="rId38"/>
      <p:bold r:id="rId39"/>
      <p:italic r:id="rId40"/>
      <p:boldItalic r:id="rId41"/>
    </p:embeddedFont>
    <p:embeddedFont>
      <p:font typeface="Mothanna" panose="020B0604020202020204" charset="-78"/>
      <p:regular r:id="rId42"/>
      <p:bold r:id="rId43"/>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1B7D3"/>
    <a:srgbClr val="176490"/>
    <a:srgbClr val="BAC2CE"/>
    <a:srgbClr val="52C1CA"/>
    <a:srgbClr val="DDF2F5"/>
    <a:srgbClr val="BBA4C0"/>
    <a:srgbClr val="166792"/>
    <a:srgbClr val="256CBE"/>
    <a:srgbClr val="42A9E2"/>
    <a:srgbClr val="1D81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1344" autoAdjust="0"/>
  </p:normalViewPr>
  <p:slideViewPr>
    <p:cSldViewPr snapToGrid="0">
      <p:cViewPr varScale="1">
        <p:scale>
          <a:sx n="80" d="100"/>
          <a:sy n="80" d="100"/>
        </p:scale>
        <p:origin x="978" y="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8.fntdata"/></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E04748-6184-495A-A276-B553F09D2A39}" type="doc">
      <dgm:prSet loTypeId="urn:microsoft.com/office/officeart/2005/8/layout/cycle6" loCatId="cycle" qsTypeId="urn:microsoft.com/office/officeart/2005/8/quickstyle/simple3" qsCatId="simple" csTypeId="urn:microsoft.com/office/officeart/2005/8/colors/colorful5" csCatId="colorful" phldr="1"/>
      <dgm:spPr/>
      <dgm:t>
        <a:bodyPr/>
        <a:lstStyle/>
        <a:p>
          <a:pPr rtl="1"/>
          <a:endParaRPr lang="ar-EG"/>
        </a:p>
      </dgm:t>
    </dgm:pt>
    <dgm:pt modelId="{BB284347-89DC-4B50-82C8-13B9E38F30CB}">
      <dgm:prSet phldrT="[Text]" custT="1"/>
      <dgm:spPr>
        <a:xfrm>
          <a:off x="865833" y="202135"/>
          <a:ext cx="2377208" cy="2377208"/>
        </a:xfrm>
      </dgm:spPr>
      <dgm:t>
        <a:bodyPr/>
        <a:lstStyle/>
        <a:p>
          <a:pPr rtl="1">
            <a:buNone/>
          </a:pPr>
          <a:r>
            <a:rPr lang="ar-EG" sz="1600" b="1" dirty="0">
              <a:latin typeface="Calibri"/>
              <a:ea typeface="宋体"/>
              <a:cs typeface="Arial" panose="020B0604020202020204" pitchFamily="34" charset="0"/>
            </a:rPr>
            <a:t>11</a:t>
          </a:r>
        </a:p>
        <a:p>
          <a:pPr rtl="1">
            <a:buNone/>
          </a:pPr>
          <a:r>
            <a:rPr lang="ar-EG" sz="1600" b="1" dirty="0">
              <a:latin typeface="Calibri"/>
              <a:ea typeface="宋体"/>
              <a:cs typeface="Arial" panose="020B0604020202020204" pitchFamily="34" charset="0"/>
            </a:rPr>
            <a:t> مركز</a:t>
          </a:r>
        </a:p>
      </dgm:t>
    </dgm:pt>
    <dgm:pt modelId="{1C4F8DA9-E21C-4ED6-9241-79647AFE7741}" type="parTrans" cxnId="{730541E3-8C41-4FF3-891B-EA758FB6908C}">
      <dgm:prSet/>
      <dgm:spPr/>
      <dgm:t>
        <a:bodyPr/>
        <a:lstStyle/>
        <a:p>
          <a:pPr rtl="1"/>
          <a:endParaRPr lang="ar-EG" sz="1400">
            <a:solidFill>
              <a:schemeClr val="tx1">
                <a:lumMod val="85000"/>
                <a:lumOff val="15000"/>
              </a:schemeClr>
            </a:solidFill>
          </a:endParaRPr>
        </a:p>
      </dgm:t>
    </dgm:pt>
    <dgm:pt modelId="{9E15BB8D-FA6A-4670-BE90-B0E7C9629A63}" type="sibTrans" cxnId="{730541E3-8C41-4FF3-891B-EA758FB6908C}">
      <dgm:prSet/>
      <dgm:spPr/>
      <dgm:t>
        <a:bodyPr/>
        <a:lstStyle/>
        <a:p>
          <a:pPr rtl="1"/>
          <a:endParaRPr lang="ar-EG" sz="1400">
            <a:solidFill>
              <a:schemeClr val="tx1">
                <a:lumMod val="85000"/>
                <a:lumOff val="15000"/>
              </a:schemeClr>
            </a:solidFill>
          </a:endParaRPr>
        </a:p>
      </dgm:t>
    </dgm:pt>
    <dgm:pt modelId="{8E0070DC-A58F-4C70-968F-37F8CBF15AB0}">
      <dgm:prSet phldrT="[Text]" custT="1"/>
      <dgm:spPr>
        <a:xfrm>
          <a:off x="805885" y="277623"/>
          <a:ext cx="2377208" cy="2377208"/>
        </a:xfrm>
      </dgm:spPr>
      <dgm:t>
        <a:bodyPr/>
        <a:lstStyle/>
        <a:p>
          <a:pPr rtl="1">
            <a:buNone/>
          </a:pPr>
          <a:r>
            <a:rPr lang="ar-EG" sz="1600" b="1">
              <a:latin typeface="Calibri"/>
              <a:ea typeface="宋体"/>
              <a:cs typeface="Arial" panose="020B0604020202020204" pitchFamily="34" charset="0"/>
            </a:rPr>
            <a:t>56 وحدة قروية</a:t>
          </a:r>
          <a:endParaRPr lang="ar-EG" sz="1600" b="1" dirty="0">
            <a:latin typeface="Calibri"/>
            <a:ea typeface="宋体"/>
            <a:cs typeface="Arial" panose="020B0604020202020204" pitchFamily="34" charset="0"/>
          </a:endParaRPr>
        </a:p>
      </dgm:t>
    </dgm:pt>
    <dgm:pt modelId="{8C2F0F89-693E-40F1-BA3D-BCA0FEDCBBEC}" type="parTrans" cxnId="{B607B8AF-2DAD-4230-A0F4-C240B181317D}">
      <dgm:prSet/>
      <dgm:spPr/>
      <dgm:t>
        <a:bodyPr/>
        <a:lstStyle/>
        <a:p>
          <a:pPr rtl="1"/>
          <a:endParaRPr lang="ar-EG" sz="1400">
            <a:solidFill>
              <a:schemeClr val="tx1">
                <a:lumMod val="85000"/>
                <a:lumOff val="15000"/>
              </a:schemeClr>
            </a:solidFill>
          </a:endParaRPr>
        </a:p>
      </dgm:t>
    </dgm:pt>
    <dgm:pt modelId="{2941A8FC-72F8-4D2C-AE5F-945372A0A9AA}" type="sibTrans" cxnId="{B607B8AF-2DAD-4230-A0F4-C240B181317D}">
      <dgm:prSet/>
      <dgm:spPr/>
      <dgm:t>
        <a:bodyPr/>
        <a:lstStyle/>
        <a:p>
          <a:pPr rtl="1"/>
          <a:endParaRPr lang="ar-EG" sz="1400">
            <a:solidFill>
              <a:schemeClr val="tx1">
                <a:lumMod val="85000"/>
                <a:lumOff val="15000"/>
              </a:schemeClr>
            </a:solidFill>
          </a:endParaRPr>
        </a:p>
      </dgm:t>
    </dgm:pt>
    <dgm:pt modelId="{CDB63D06-D0DA-4A94-9AC5-3210FD64C2A8}">
      <dgm:prSet phldrT="[Text]" custT="1"/>
      <dgm:spPr>
        <a:xfrm>
          <a:off x="752115" y="238569"/>
          <a:ext cx="2377208" cy="2377208"/>
        </a:xfrm>
      </dgm:spPr>
      <dgm:t>
        <a:bodyPr/>
        <a:lstStyle/>
        <a:p>
          <a:pPr rtl="1">
            <a:buNone/>
          </a:pPr>
          <a:r>
            <a:rPr lang="ar-EG" sz="1600" b="1" baseline="0">
              <a:latin typeface="Calibri"/>
              <a:ea typeface="宋体"/>
              <a:cs typeface="Arial" panose="020B0604020202020204" pitchFamily="34" charset="0"/>
            </a:rPr>
            <a:t>235</a:t>
          </a:r>
        </a:p>
        <a:p>
          <a:pPr rtl="1">
            <a:buNone/>
          </a:pPr>
          <a:r>
            <a:rPr lang="ar-EG" sz="1600" b="1" baseline="0">
              <a:latin typeface="Calibri"/>
              <a:ea typeface="宋体"/>
              <a:cs typeface="Arial" panose="020B0604020202020204" pitchFamily="34" charset="0"/>
            </a:rPr>
            <a:t>قرية</a:t>
          </a:r>
          <a:endParaRPr lang="ar-EG" sz="1600" b="1" baseline="0" dirty="0">
            <a:latin typeface="Calibri"/>
            <a:ea typeface="宋体"/>
            <a:cs typeface="Arial" panose="020B0604020202020204" pitchFamily="34" charset="0"/>
          </a:endParaRPr>
        </a:p>
      </dgm:t>
    </dgm:pt>
    <dgm:pt modelId="{E1FB3B0C-A65B-41D5-9495-5DBAE4DA296B}" type="parTrans" cxnId="{8D388454-A5B3-4B51-B31B-1871A6AB2DB2}">
      <dgm:prSet/>
      <dgm:spPr/>
      <dgm:t>
        <a:bodyPr/>
        <a:lstStyle/>
        <a:p>
          <a:pPr rtl="1"/>
          <a:endParaRPr lang="ar-EG" sz="1400">
            <a:solidFill>
              <a:schemeClr val="tx1">
                <a:lumMod val="85000"/>
                <a:lumOff val="15000"/>
              </a:schemeClr>
            </a:solidFill>
          </a:endParaRPr>
        </a:p>
      </dgm:t>
    </dgm:pt>
    <dgm:pt modelId="{3160B92E-5716-49BA-BEC3-DD7D16887952}" type="sibTrans" cxnId="{8D388454-A5B3-4B51-B31B-1871A6AB2DB2}">
      <dgm:prSet/>
      <dgm:spPr/>
      <dgm:t>
        <a:bodyPr/>
        <a:lstStyle/>
        <a:p>
          <a:pPr rtl="1"/>
          <a:endParaRPr lang="ar-EG" sz="1400">
            <a:solidFill>
              <a:schemeClr val="tx1">
                <a:lumMod val="85000"/>
                <a:lumOff val="15000"/>
              </a:schemeClr>
            </a:solidFill>
          </a:endParaRPr>
        </a:p>
      </dgm:t>
    </dgm:pt>
    <dgm:pt modelId="{591B56FA-8EF7-45FA-8A1A-C37A32BC262A}">
      <dgm:prSet phldrT="[Text]" custT="1"/>
      <dgm:spPr>
        <a:xfrm>
          <a:off x="899545" y="235836"/>
          <a:ext cx="2377208" cy="2377208"/>
        </a:xfrm>
      </dgm:spPr>
      <dgm:t>
        <a:bodyPr/>
        <a:lstStyle/>
        <a:p>
          <a:pPr rtl="1">
            <a:buNone/>
          </a:pPr>
          <a:r>
            <a:rPr lang="ar-EG" sz="1600" b="1">
              <a:latin typeface="Calibri"/>
              <a:ea typeface="宋体"/>
              <a:cs typeface="Arial" panose="020B0604020202020204" pitchFamily="34" charset="0"/>
            </a:rPr>
            <a:t>11 مدينة</a:t>
          </a:r>
          <a:endParaRPr lang="ar-EG" sz="1600" b="1" dirty="0">
            <a:latin typeface="Calibri"/>
            <a:ea typeface="宋体"/>
            <a:cs typeface="Arial" panose="020B0604020202020204" pitchFamily="34" charset="0"/>
          </a:endParaRPr>
        </a:p>
      </dgm:t>
    </dgm:pt>
    <dgm:pt modelId="{0A1CEEF2-79FF-41AE-8152-E2FC519EBAD4}" type="parTrans" cxnId="{C08173FD-40DE-4D4A-8CDB-95FA5BDBD8D4}">
      <dgm:prSet/>
      <dgm:spPr/>
      <dgm:t>
        <a:bodyPr/>
        <a:lstStyle/>
        <a:p>
          <a:pPr rtl="1"/>
          <a:endParaRPr lang="ar-EG" sz="1400">
            <a:solidFill>
              <a:schemeClr val="tx1">
                <a:lumMod val="85000"/>
                <a:lumOff val="15000"/>
              </a:schemeClr>
            </a:solidFill>
          </a:endParaRPr>
        </a:p>
      </dgm:t>
    </dgm:pt>
    <dgm:pt modelId="{CCC7022E-A501-4DE7-8589-31B824C67701}" type="sibTrans" cxnId="{C08173FD-40DE-4D4A-8CDB-95FA5BDBD8D4}">
      <dgm:prSet/>
      <dgm:spPr/>
      <dgm:t>
        <a:bodyPr/>
        <a:lstStyle/>
        <a:p>
          <a:pPr rtl="1"/>
          <a:endParaRPr lang="ar-EG" sz="1400">
            <a:solidFill>
              <a:schemeClr val="tx1">
                <a:lumMod val="85000"/>
                <a:lumOff val="15000"/>
              </a:schemeClr>
            </a:solidFill>
          </a:endParaRPr>
        </a:p>
      </dgm:t>
    </dgm:pt>
    <dgm:pt modelId="{C3E9C1A5-172D-49EC-AD46-5A85E9ACB381}">
      <dgm:prSet phldrT="[Text]" custT="1"/>
      <dgm:spPr>
        <a:xfrm>
          <a:off x="772491" y="175177"/>
          <a:ext cx="2377208" cy="2377208"/>
        </a:xfrm>
      </dgm:spPr>
      <dgm:t>
        <a:bodyPr/>
        <a:lstStyle/>
        <a:p>
          <a:pPr rtl="1">
            <a:buNone/>
          </a:pPr>
          <a:r>
            <a:rPr lang="ar-EG" sz="1600" b="1">
              <a:latin typeface="Calibri"/>
              <a:ea typeface="宋体"/>
              <a:cs typeface="Arial" panose="020B0604020202020204" pitchFamily="34" charset="0"/>
            </a:rPr>
            <a:t>      1135</a:t>
          </a:r>
        </a:p>
        <a:p>
          <a:pPr rtl="1">
            <a:buNone/>
          </a:pPr>
          <a:r>
            <a:rPr lang="ar-EG" sz="1400" b="1">
              <a:latin typeface="Calibri"/>
              <a:ea typeface="宋体"/>
              <a:cs typeface="Arial" panose="020B0604020202020204" pitchFamily="34" charset="0"/>
            </a:rPr>
            <a:t>نجع وتابع</a:t>
          </a:r>
          <a:endParaRPr lang="ar-EG" sz="1400" b="1" dirty="0">
            <a:latin typeface="Calibri"/>
            <a:ea typeface="宋体"/>
            <a:cs typeface="Arial" panose="020B0604020202020204" pitchFamily="34" charset="0"/>
          </a:endParaRPr>
        </a:p>
      </dgm:t>
    </dgm:pt>
    <dgm:pt modelId="{FFA3D0F2-435E-4D07-BFA3-0B4E08FA19FA}" type="parTrans" cxnId="{09F2959E-7E37-4771-B3D3-CAEBBE2D1DE2}">
      <dgm:prSet/>
      <dgm:spPr/>
      <dgm:t>
        <a:bodyPr/>
        <a:lstStyle/>
        <a:p>
          <a:pPr rtl="1"/>
          <a:endParaRPr lang="ar-EG" sz="1400">
            <a:solidFill>
              <a:schemeClr val="tx1">
                <a:lumMod val="85000"/>
                <a:lumOff val="15000"/>
              </a:schemeClr>
            </a:solidFill>
          </a:endParaRPr>
        </a:p>
      </dgm:t>
    </dgm:pt>
    <dgm:pt modelId="{08E3A1B7-C270-44C6-BFF9-4D2B9A38F249}" type="sibTrans" cxnId="{09F2959E-7E37-4771-B3D3-CAEBBE2D1DE2}">
      <dgm:prSet/>
      <dgm:spPr/>
      <dgm:t>
        <a:bodyPr/>
        <a:lstStyle/>
        <a:p>
          <a:pPr rtl="1"/>
          <a:endParaRPr lang="ar-EG" sz="1400">
            <a:solidFill>
              <a:schemeClr val="tx1">
                <a:lumMod val="85000"/>
                <a:lumOff val="15000"/>
              </a:schemeClr>
            </a:solidFill>
          </a:endParaRPr>
        </a:p>
      </dgm:t>
    </dgm:pt>
    <dgm:pt modelId="{08C0C863-5814-47F7-A12D-971DE582D673}" type="pres">
      <dgm:prSet presAssocID="{ADE04748-6184-495A-A276-B553F09D2A39}" presName="cycle" presStyleCnt="0">
        <dgm:presLayoutVars>
          <dgm:dir/>
          <dgm:resizeHandles val="exact"/>
        </dgm:presLayoutVars>
      </dgm:prSet>
      <dgm:spPr/>
    </dgm:pt>
    <dgm:pt modelId="{BF4E6081-BD31-41F3-84E1-F5FA24B839B1}" type="pres">
      <dgm:prSet presAssocID="{BB284347-89DC-4B50-82C8-13B9E38F30CB}" presName="node" presStyleLbl="node1" presStyleIdx="0" presStyleCnt="5">
        <dgm:presLayoutVars>
          <dgm:bulletEnabled val="1"/>
        </dgm:presLayoutVars>
      </dgm:prSet>
      <dgm:spPr/>
    </dgm:pt>
    <dgm:pt modelId="{8E2D75E4-398E-4354-9FBA-2D922F9E3A85}" type="pres">
      <dgm:prSet presAssocID="{BB284347-89DC-4B50-82C8-13B9E38F30CB}" presName="spNode" presStyleCnt="0"/>
      <dgm:spPr/>
    </dgm:pt>
    <dgm:pt modelId="{FE60CA52-040B-4939-A077-A8AB34B7F7C2}" type="pres">
      <dgm:prSet presAssocID="{9E15BB8D-FA6A-4670-BE90-B0E7C9629A63}" presName="sibTrans" presStyleLbl="sibTrans1D1" presStyleIdx="0" presStyleCnt="5"/>
      <dgm:spPr/>
    </dgm:pt>
    <dgm:pt modelId="{8DF0A4FC-DAFF-40D9-A999-4D7A6142A223}" type="pres">
      <dgm:prSet presAssocID="{591B56FA-8EF7-45FA-8A1A-C37A32BC262A}" presName="node" presStyleLbl="node1" presStyleIdx="1" presStyleCnt="5">
        <dgm:presLayoutVars>
          <dgm:bulletEnabled val="1"/>
        </dgm:presLayoutVars>
      </dgm:prSet>
      <dgm:spPr/>
    </dgm:pt>
    <dgm:pt modelId="{E01663D2-5CA3-45E8-8026-E7939A098358}" type="pres">
      <dgm:prSet presAssocID="{591B56FA-8EF7-45FA-8A1A-C37A32BC262A}" presName="spNode" presStyleCnt="0"/>
      <dgm:spPr/>
    </dgm:pt>
    <dgm:pt modelId="{47602435-85A2-432A-8F02-66B1A3A307E6}" type="pres">
      <dgm:prSet presAssocID="{CCC7022E-A501-4DE7-8589-31B824C67701}" presName="sibTrans" presStyleLbl="sibTrans1D1" presStyleIdx="1" presStyleCnt="5"/>
      <dgm:spPr/>
    </dgm:pt>
    <dgm:pt modelId="{FF567AF3-5409-4960-9382-821326A06820}" type="pres">
      <dgm:prSet presAssocID="{8E0070DC-A58F-4C70-968F-37F8CBF15AB0}" presName="node" presStyleLbl="node1" presStyleIdx="2" presStyleCnt="5">
        <dgm:presLayoutVars>
          <dgm:bulletEnabled val="1"/>
        </dgm:presLayoutVars>
      </dgm:prSet>
      <dgm:spPr/>
    </dgm:pt>
    <dgm:pt modelId="{974E4C75-A3B3-4087-927C-A8F31553BDC9}" type="pres">
      <dgm:prSet presAssocID="{8E0070DC-A58F-4C70-968F-37F8CBF15AB0}" presName="spNode" presStyleCnt="0"/>
      <dgm:spPr/>
    </dgm:pt>
    <dgm:pt modelId="{CFF1E1DC-0DD4-410F-A40E-FB33AF87C276}" type="pres">
      <dgm:prSet presAssocID="{2941A8FC-72F8-4D2C-AE5F-945372A0A9AA}" presName="sibTrans" presStyleLbl="sibTrans1D1" presStyleIdx="2" presStyleCnt="5"/>
      <dgm:spPr/>
    </dgm:pt>
    <dgm:pt modelId="{F5541EB0-68F4-4C3D-8090-6B8E74179E2B}" type="pres">
      <dgm:prSet presAssocID="{CDB63D06-D0DA-4A94-9AC5-3210FD64C2A8}" presName="node" presStyleLbl="node1" presStyleIdx="3" presStyleCnt="5">
        <dgm:presLayoutVars>
          <dgm:bulletEnabled val="1"/>
        </dgm:presLayoutVars>
      </dgm:prSet>
      <dgm:spPr/>
    </dgm:pt>
    <dgm:pt modelId="{AD47A603-8914-437A-A127-8CCBCF04D1A5}" type="pres">
      <dgm:prSet presAssocID="{CDB63D06-D0DA-4A94-9AC5-3210FD64C2A8}" presName="spNode" presStyleCnt="0"/>
      <dgm:spPr/>
    </dgm:pt>
    <dgm:pt modelId="{4CE9656C-8AF1-4548-8D21-8675143E3147}" type="pres">
      <dgm:prSet presAssocID="{3160B92E-5716-49BA-BEC3-DD7D16887952}" presName="sibTrans" presStyleLbl="sibTrans1D1" presStyleIdx="3" presStyleCnt="5"/>
      <dgm:spPr/>
    </dgm:pt>
    <dgm:pt modelId="{5FBA3E3E-3292-457A-8A55-EF5426E3BAC5}" type="pres">
      <dgm:prSet presAssocID="{C3E9C1A5-172D-49EC-AD46-5A85E9ACB381}" presName="node" presStyleLbl="node1" presStyleIdx="4" presStyleCnt="5">
        <dgm:presLayoutVars>
          <dgm:bulletEnabled val="1"/>
        </dgm:presLayoutVars>
      </dgm:prSet>
      <dgm:spPr/>
    </dgm:pt>
    <dgm:pt modelId="{30FCF564-EDCA-4123-B5CE-01D3F4A61DD5}" type="pres">
      <dgm:prSet presAssocID="{C3E9C1A5-172D-49EC-AD46-5A85E9ACB381}" presName="spNode" presStyleCnt="0"/>
      <dgm:spPr/>
    </dgm:pt>
    <dgm:pt modelId="{91ECE152-29FC-40B8-A994-9C4808C8BD88}" type="pres">
      <dgm:prSet presAssocID="{08E3A1B7-C270-44C6-BFF9-4D2B9A38F249}" presName="sibTrans" presStyleLbl="sibTrans1D1" presStyleIdx="4" presStyleCnt="5"/>
      <dgm:spPr/>
    </dgm:pt>
  </dgm:ptLst>
  <dgm:cxnLst>
    <dgm:cxn modelId="{59F16610-7059-484C-937A-22E6B03A23A9}" type="presOf" srcId="{CCC7022E-A501-4DE7-8589-31B824C67701}" destId="{47602435-85A2-432A-8F02-66B1A3A307E6}" srcOrd="0" destOrd="0" presId="urn:microsoft.com/office/officeart/2005/8/layout/cycle6"/>
    <dgm:cxn modelId="{64F9F41A-CB88-409B-AC57-7A6A121125F7}" type="presOf" srcId="{2941A8FC-72F8-4D2C-AE5F-945372A0A9AA}" destId="{CFF1E1DC-0DD4-410F-A40E-FB33AF87C276}" srcOrd="0" destOrd="0" presId="urn:microsoft.com/office/officeart/2005/8/layout/cycle6"/>
    <dgm:cxn modelId="{28A05131-B2C9-4BC2-815C-3590423D26DD}" type="presOf" srcId="{3160B92E-5716-49BA-BEC3-DD7D16887952}" destId="{4CE9656C-8AF1-4548-8D21-8675143E3147}" srcOrd="0" destOrd="0" presId="urn:microsoft.com/office/officeart/2005/8/layout/cycle6"/>
    <dgm:cxn modelId="{DE2E0C40-4066-4C0B-88C5-FF9EAB2C336A}" type="presOf" srcId="{8E0070DC-A58F-4C70-968F-37F8CBF15AB0}" destId="{FF567AF3-5409-4960-9382-821326A06820}" srcOrd="0" destOrd="0" presId="urn:microsoft.com/office/officeart/2005/8/layout/cycle6"/>
    <dgm:cxn modelId="{33F07F48-5EED-4AA9-9BAA-DE3C5BE0FD68}" type="presOf" srcId="{08E3A1B7-C270-44C6-BFF9-4D2B9A38F249}" destId="{91ECE152-29FC-40B8-A994-9C4808C8BD88}" srcOrd="0" destOrd="0" presId="urn:microsoft.com/office/officeart/2005/8/layout/cycle6"/>
    <dgm:cxn modelId="{1BC98B4E-DD01-42D8-BA51-9DE757EDD628}" type="presOf" srcId="{9E15BB8D-FA6A-4670-BE90-B0E7C9629A63}" destId="{FE60CA52-040B-4939-A077-A8AB34B7F7C2}" srcOrd="0" destOrd="0" presId="urn:microsoft.com/office/officeart/2005/8/layout/cycle6"/>
    <dgm:cxn modelId="{8D388454-A5B3-4B51-B31B-1871A6AB2DB2}" srcId="{ADE04748-6184-495A-A276-B553F09D2A39}" destId="{CDB63D06-D0DA-4A94-9AC5-3210FD64C2A8}" srcOrd="3" destOrd="0" parTransId="{E1FB3B0C-A65B-41D5-9495-5DBAE4DA296B}" sibTransId="{3160B92E-5716-49BA-BEC3-DD7D16887952}"/>
    <dgm:cxn modelId="{BA85CF91-C005-49D1-8B28-266024AE2088}" type="presOf" srcId="{C3E9C1A5-172D-49EC-AD46-5A85E9ACB381}" destId="{5FBA3E3E-3292-457A-8A55-EF5426E3BAC5}" srcOrd="0" destOrd="0" presId="urn:microsoft.com/office/officeart/2005/8/layout/cycle6"/>
    <dgm:cxn modelId="{09F2959E-7E37-4771-B3D3-CAEBBE2D1DE2}" srcId="{ADE04748-6184-495A-A276-B553F09D2A39}" destId="{C3E9C1A5-172D-49EC-AD46-5A85E9ACB381}" srcOrd="4" destOrd="0" parTransId="{FFA3D0F2-435E-4D07-BFA3-0B4E08FA19FA}" sibTransId="{08E3A1B7-C270-44C6-BFF9-4D2B9A38F249}"/>
    <dgm:cxn modelId="{B607B8AF-2DAD-4230-A0F4-C240B181317D}" srcId="{ADE04748-6184-495A-A276-B553F09D2A39}" destId="{8E0070DC-A58F-4C70-968F-37F8CBF15AB0}" srcOrd="2" destOrd="0" parTransId="{8C2F0F89-693E-40F1-BA3D-BCA0FEDCBBEC}" sibTransId="{2941A8FC-72F8-4D2C-AE5F-945372A0A9AA}"/>
    <dgm:cxn modelId="{995C83D2-51E2-44A2-A968-E3B433259BEE}" type="presOf" srcId="{591B56FA-8EF7-45FA-8A1A-C37A32BC262A}" destId="{8DF0A4FC-DAFF-40D9-A999-4D7A6142A223}" srcOrd="0" destOrd="0" presId="urn:microsoft.com/office/officeart/2005/8/layout/cycle6"/>
    <dgm:cxn modelId="{83138CE2-F325-4207-B2A5-D1ED28DF9CA9}" type="presOf" srcId="{CDB63D06-D0DA-4A94-9AC5-3210FD64C2A8}" destId="{F5541EB0-68F4-4C3D-8090-6B8E74179E2B}" srcOrd="0" destOrd="0" presId="urn:microsoft.com/office/officeart/2005/8/layout/cycle6"/>
    <dgm:cxn modelId="{730541E3-8C41-4FF3-891B-EA758FB6908C}" srcId="{ADE04748-6184-495A-A276-B553F09D2A39}" destId="{BB284347-89DC-4B50-82C8-13B9E38F30CB}" srcOrd="0" destOrd="0" parTransId="{1C4F8DA9-E21C-4ED6-9241-79647AFE7741}" sibTransId="{9E15BB8D-FA6A-4670-BE90-B0E7C9629A63}"/>
    <dgm:cxn modelId="{CCBEA6E4-9894-487C-AD42-30CF44CE462F}" type="presOf" srcId="{ADE04748-6184-495A-A276-B553F09D2A39}" destId="{08C0C863-5814-47F7-A12D-971DE582D673}" srcOrd="0" destOrd="0" presId="urn:microsoft.com/office/officeart/2005/8/layout/cycle6"/>
    <dgm:cxn modelId="{B34E3DF9-9812-4E65-8D0D-1A85F21B507C}" type="presOf" srcId="{BB284347-89DC-4B50-82C8-13B9E38F30CB}" destId="{BF4E6081-BD31-41F3-84E1-F5FA24B839B1}" srcOrd="0" destOrd="0" presId="urn:microsoft.com/office/officeart/2005/8/layout/cycle6"/>
    <dgm:cxn modelId="{C08173FD-40DE-4D4A-8CDB-95FA5BDBD8D4}" srcId="{ADE04748-6184-495A-A276-B553F09D2A39}" destId="{591B56FA-8EF7-45FA-8A1A-C37A32BC262A}" srcOrd="1" destOrd="0" parTransId="{0A1CEEF2-79FF-41AE-8152-E2FC519EBAD4}" sibTransId="{CCC7022E-A501-4DE7-8589-31B824C67701}"/>
    <dgm:cxn modelId="{ED5CE8BD-ABEF-4DC7-ACCB-C18E7D8FFE7F}" type="presParOf" srcId="{08C0C863-5814-47F7-A12D-971DE582D673}" destId="{BF4E6081-BD31-41F3-84E1-F5FA24B839B1}" srcOrd="0" destOrd="0" presId="urn:microsoft.com/office/officeart/2005/8/layout/cycle6"/>
    <dgm:cxn modelId="{690495F6-48A0-4840-B6D2-908DEB50993B}" type="presParOf" srcId="{08C0C863-5814-47F7-A12D-971DE582D673}" destId="{8E2D75E4-398E-4354-9FBA-2D922F9E3A85}" srcOrd="1" destOrd="0" presId="urn:microsoft.com/office/officeart/2005/8/layout/cycle6"/>
    <dgm:cxn modelId="{F1C87CFF-EFF0-4C68-B46E-04FD236146F9}" type="presParOf" srcId="{08C0C863-5814-47F7-A12D-971DE582D673}" destId="{FE60CA52-040B-4939-A077-A8AB34B7F7C2}" srcOrd="2" destOrd="0" presId="urn:microsoft.com/office/officeart/2005/8/layout/cycle6"/>
    <dgm:cxn modelId="{C4828B9F-7B52-41D3-A0FC-43C4AA5B933E}" type="presParOf" srcId="{08C0C863-5814-47F7-A12D-971DE582D673}" destId="{8DF0A4FC-DAFF-40D9-A999-4D7A6142A223}" srcOrd="3" destOrd="0" presId="urn:microsoft.com/office/officeart/2005/8/layout/cycle6"/>
    <dgm:cxn modelId="{65EF833E-4D3D-46AA-9E2D-130FC9403443}" type="presParOf" srcId="{08C0C863-5814-47F7-A12D-971DE582D673}" destId="{E01663D2-5CA3-45E8-8026-E7939A098358}" srcOrd="4" destOrd="0" presId="urn:microsoft.com/office/officeart/2005/8/layout/cycle6"/>
    <dgm:cxn modelId="{477AC49D-957B-4E91-ABF0-3AF06BFEA9DC}" type="presParOf" srcId="{08C0C863-5814-47F7-A12D-971DE582D673}" destId="{47602435-85A2-432A-8F02-66B1A3A307E6}" srcOrd="5" destOrd="0" presId="urn:microsoft.com/office/officeart/2005/8/layout/cycle6"/>
    <dgm:cxn modelId="{84765A13-5AD5-4399-9E66-6CB069FD8E17}" type="presParOf" srcId="{08C0C863-5814-47F7-A12D-971DE582D673}" destId="{FF567AF3-5409-4960-9382-821326A06820}" srcOrd="6" destOrd="0" presId="urn:microsoft.com/office/officeart/2005/8/layout/cycle6"/>
    <dgm:cxn modelId="{EEA3C573-0EC5-4EC1-AF56-148849D79AF6}" type="presParOf" srcId="{08C0C863-5814-47F7-A12D-971DE582D673}" destId="{974E4C75-A3B3-4087-927C-A8F31553BDC9}" srcOrd="7" destOrd="0" presId="urn:microsoft.com/office/officeart/2005/8/layout/cycle6"/>
    <dgm:cxn modelId="{8FA74D87-56C1-4470-BF14-C50149357478}" type="presParOf" srcId="{08C0C863-5814-47F7-A12D-971DE582D673}" destId="{CFF1E1DC-0DD4-410F-A40E-FB33AF87C276}" srcOrd="8" destOrd="0" presId="urn:microsoft.com/office/officeart/2005/8/layout/cycle6"/>
    <dgm:cxn modelId="{192F3A51-F895-4AB3-BE13-85D9A077F5A9}" type="presParOf" srcId="{08C0C863-5814-47F7-A12D-971DE582D673}" destId="{F5541EB0-68F4-4C3D-8090-6B8E74179E2B}" srcOrd="9" destOrd="0" presId="urn:microsoft.com/office/officeart/2005/8/layout/cycle6"/>
    <dgm:cxn modelId="{FC17B2C2-FF57-418F-980C-2391A0F63D01}" type="presParOf" srcId="{08C0C863-5814-47F7-A12D-971DE582D673}" destId="{AD47A603-8914-437A-A127-8CCBCF04D1A5}" srcOrd="10" destOrd="0" presId="urn:microsoft.com/office/officeart/2005/8/layout/cycle6"/>
    <dgm:cxn modelId="{71BACA7D-C376-4079-923E-579347C4011B}" type="presParOf" srcId="{08C0C863-5814-47F7-A12D-971DE582D673}" destId="{4CE9656C-8AF1-4548-8D21-8675143E3147}" srcOrd="11" destOrd="0" presId="urn:microsoft.com/office/officeart/2005/8/layout/cycle6"/>
    <dgm:cxn modelId="{3A50B18E-5B18-489E-B12E-66DAF1575C5A}" type="presParOf" srcId="{08C0C863-5814-47F7-A12D-971DE582D673}" destId="{5FBA3E3E-3292-457A-8A55-EF5426E3BAC5}" srcOrd="12" destOrd="0" presId="urn:microsoft.com/office/officeart/2005/8/layout/cycle6"/>
    <dgm:cxn modelId="{C6A94B26-679E-4EF1-90D3-489AD3095F4F}" type="presParOf" srcId="{08C0C863-5814-47F7-A12D-971DE582D673}" destId="{30FCF564-EDCA-4123-B5CE-01D3F4A61DD5}" srcOrd="13" destOrd="0" presId="urn:microsoft.com/office/officeart/2005/8/layout/cycle6"/>
    <dgm:cxn modelId="{4A1604D9-E5BB-4885-B0C0-BB5C8838E21D}" type="presParOf" srcId="{08C0C863-5814-47F7-A12D-971DE582D673}" destId="{91ECE152-29FC-40B8-A994-9C4808C8BD88}" srcOrd="14" destOrd="0" presId="urn:microsoft.com/office/officeart/2005/8/layout/cycle6"/>
  </dgm:cxnLst>
  <dgm:bg>
    <a:noFill/>
    <a:effectLst>
      <a:innerShdw blurRad="63500" dist="50800" dir="16200000">
        <a:prstClr val="black">
          <a:alpha val="50000"/>
        </a:prstClr>
      </a:innerShdw>
    </a:effect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DE04748-6184-495A-A276-B553F09D2A39}" type="doc">
      <dgm:prSet loTypeId="urn:microsoft.com/office/officeart/2005/8/layout/cycle6" loCatId="cycle" qsTypeId="urn:microsoft.com/office/officeart/2005/8/quickstyle/simple3" qsCatId="simple" csTypeId="urn:microsoft.com/office/officeart/2005/8/colors/colorful5" csCatId="colorful" phldr="1"/>
      <dgm:spPr/>
      <dgm:t>
        <a:bodyPr/>
        <a:lstStyle/>
        <a:p>
          <a:pPr rtl="1"/>
          <a:endParaRPr lang="ar-EG"/>
        </a:p>
      </dgm:t>
    </dgm:pt>
    <dgm:pt modelId="{BB284347-89DC-4B50-82C8-13B9E38F30CB}">
      <dgm:prSet phldrT="[Text]" custT="1"/>
      <dgm:spPr>
        <a:xfrm>
          <a:off x="865833" y="202135"/>
          <a:ext cx="2377208" cy="2377208"/>
        </a:xfrm>
      </dgm:spPr>
      <dgm:t>
        <a:bodyPr/>
        <a:lstStyle/>
        <a:p>
          <a:pPr rtl="1">
            <a:buNone/>
          </a:pPr>
          <a:r>
            <a:rPr lang="ar-EG" sz="1600" b="1" dirty="0">
              <a:latin typeface="Calibri"/>
              <a:ea typeface="宋体"/>
              <a:cs typeface="Arial" panose="020B0604020202020204" pitchFamily="34" charset="0"/>
            </a:rPr>
            <a:t>5</a:t>
          </a:r>
        </a:p>
        <a:p>
          <a:pPr rtl="1">
            <a:buNone/>
          </a:pPr>
          <a:r>
            <a:rPr lang="ar-EG" sz="1600" b="1" dirty="0">
              <a:latin typeface="Calibri"/>
              <a:ea typeface="宋体"/>
              <a:cs typeface="Arial" panose="020B0604020202020204" pitchFamily="34" charset="0"/>
            </a:rPr>
            <a:t> مركز</a:t>
          </a:r>
        </a:p>
      </dgm:t>
    </dgm:pt>
    <dgm:pt modelId="{1C4F8DA9-E21C-4ED6-9241-79647AFE7741}" type="parTrans" cxnId="{730541E3-8C41-4FF3-891B-EA758FB6908C}">
      <dgm:prSet/>
      <dgm:spPr/>
      <dgm:t>
        <a:bodyPr/>
        <a:lstStyle/>
        <a:p>
          <a:pPr rtl="1"/>
          <a:endParaRPr lang="ar-EG" sz="1400">
            <a:solidFill>
              <a:schemeClr val="tx1">
                <a:lumMod val="85000"/>
                <a:lumOff val="15000"/>
              </a:schemeClr>
            </a:solidFill>
          </a:endParaRPr>
        </a:p>
      </dgm:t>
    </dgm:pt>
    <dgm:pt modelId="{9E15BB8D-FA6A-4670-BE90-B0E7C9629A63}" type="sibTrans" cxnId="{730541E3-8C41-4FF3-891B-EA758FB6908C}">
      <dgm:prSet/>
      <dgm:spPr/>
      <dgm:t>
        <a:bodyPr/>
        <a:lstStyle/>
        <a:p>
          <a:pPr rtl="1"/>
          <a:endParaRPr lang="ar-EG" sz="1400">
            <a:solidFill>
              <a:schemeClr val="tx1">
                <a:lumMod val="85000"/>
                <a:lumOff val="15000"/>
              </a:schemeClr>
            </a:solidFill>
          </a:endParaRPr>
        </a:p>
      </dgm:t>
    </dgm:pt>
    <dgm:pt modelId="{8E0070DC-A58F-4C70-968F-37F8CBF15AB0}">
      <dgm:prSet phldrT="[Text]" custT="1"/>
      <dgm:spPr>
        <a:xfrm>
          <a:off x="805885" y="277623"/>
          <a:ext cx="2377208" cy="2377208"/>
        </a:xfrm>
      </dgm:spPr>
      <dgm:t>
        <a:bodyPr/>
        <a:lstStyle/>
        <a:p>
          <a:pPr rtl="1">
            <a:buNone/>
          </a:pPr>
          <a:r>
            <a:rPr lang="ar-EG" sz="1600" b="1" dirty="0">
              <a:latin typeface="Calibri"/>
              <a:ea typeface="宋体"/>
              <a:cs typeface="Arial" panose="020B0604020202020204" pitchFamily="34" charset="0"/>
            </a:rPr>
            <a:t>47 وحدة قروية</a:t>
          </a:r>
        </a:p>
      </dgm:t>
    </dgm:pt>
    <dgm:pt modelId="{8C2F0F89-693E-40F1-BA3D-BCA0FEDCBBEC}" type="parTrans" cxnId="{B607B8AF-2DAD-4230-A0F4-C240B181317D}">
      <dgm:prSet/>
      <dgm:spPr/>
      <dgm:t>
        <a:bodyPr/>
        <a:lstStyle/>
        <a:p>
          <a:pPr rtl="1"/>
          <a:endParaRPr lang="ar-EG" sz="1400">
            <a:solidFill>
              <a:schemeClr val="tx1">
                <a:lumMod val="85000"/>
                <a:lumOff val="15000"/>
              </a:schemeClr>
            </a:solidFill>
          </a:endParaRPr>
        </a:p>
      </dgm:t>
    </dgm:pt>
    <dgm:pt modelId="{2941A8FC-72F8-4D2C-AE5F-945372A0A9AA}" type="sibTrans" cxnId="{B607B8AF-2DAD-4230-A0F4-C240B181317D}">
      <dgm:prSet/>
      <dgm:spPr/>
      <dgm:t>
        <a:bodyPr/>
        <a:lstStyle/>
        <a:p>
          <a:pPr rtl="1"/>
          <a:endParaRPr lang="ar-EG" sz="1400">
            <a:solidFill>
              <a:schemeClr val="tx1">
                <a:lumMod val="85000"/>
                <a:lumOff val="15000"/>
              </a:schemeClr>
            </a:solidFill>
          </a:endParaRPr>
        </a:p>
      </dgm:t>
    </dgm:pt>
    <dgm:pt modelId="{CDB63D06-D0DA-4A94-9AC5-3210FD64C2A8}">
      <dgm:prSet phldrT="[Text]" custT="1"/>
      <dgm:spPr>
        <a:xfrm>
          <a:off x="752115" y="238569"/>
          <a:ext cx="2377208" cy="2377208"/>
        </a:xfrm>
      </dgm:spPr>
      <dgm:t>
        <a:bodyPr/>
        <a:lstStyle/>
        <a:p>
          <a:pPr rtl="1">
            <a:buNone/>
          </a:pPr>
          <a:r>
            <a:rPr lang="ar-EG" sz="1600" b="1" baseline="0" dirty="0">
              <a:latin typeface="Calibri"/>
              <a:ea typeface="宋体"/>
              <a:cs typeface="Arial" panose="020B0604020202020204" pitchFamily="34" charset="0"/>
            </a:rPr>
            <a:t>74</a:t>
          </a:r>
        </a:p>
        <a:p>
          <a:pPr rtl="1">
            <a:buNone/>
          </a:pPr>
          <a:r>
            <a:rPr lang="ar-EG" sz="1600" b="1" baseline="0" dirty="0">
              <a:latin typeface="Calibri"/>
              <a:ea typeface="宋体"/>
              <a:cs typeface="Arial" panose="020B0604020202020204" pitchFamily="34" charset="0"/>
            </a:rPr>
            <a:t>قرية</a:t>
          </a:r>
        </a:p>
      </dgm:t>
    </dgm:pt>
    <dgm:pt modelId="{E1FB3B0C-A65B-41D5-9495-5DBAE4DA296B}" type="parTrans" cxnId="{8D388454-A5B3-4B51-B31B-1871A6AB2DB2}">
      <dgm:prSet/>
      <dgm:spPr/>
      <dgm:t>
        <a:bodyPr/>
        <a:lstStyle/>
        <a:p>
          <a:pPr rtl="1"/>
          <a:endParaRPr lang="ar-EG" sz="1400">
            <a:solidFill>
              <a:schemeClr val="tx1">
                <a:lumMod val="85000"/>
                <a:lumOff val="15000"/>
              </a:schemeClr>
            </a:solidFill>
          </a:endParaRPr>
        </a:p>
      </dgm:t>
    </dgm:pt>
    <dgm:pt modelId="{3160B92E-5716-49BA-BEC3-DD7D16887952}" type="sibTrans" cxnId="{8D388454-A5B3-4B51-B31B-1871A6AB2DB2}">
      <dgm:prSet/>
      <dgm:spPr/>
      <dgm:t>
        <a:bodyPr/>
        <a:lstStyle/>
        <a:p>
          <a:pPr rtl="1"/>
          <a:endParaRPr lang="ar-EG" sz="1400">
            <a:solidFill>
              <a:schemeClr val="tx1">
                <a:lumMod val="85000"/>
                <a:lumOff val="15000"/>
              </a:schemeClr>
            </a:solidFill>
          </a:endParaRPr>
        </a:p>
      </dgm:t>
    </dgm:pt>
    <dgm:pt modelId="{591B56FA-8EF7-45FA-8A1A-C37A32BC262A}">
      <dgm:prSet phldrT="[Text]" custT="1"/>
      <dgm:spPr>
        <a:xfrm>
          <a:off x="899545" y="235836"/>
          <a:ext cx="2377208" cy="2377208"/>
        </a:xfrm>
      </dgm:spPr>
      <dgm:t>
        <a:bodyPr/>
        <a:lstStyle/>
        <a:p>
          <a:pPr rtl="1">
            <a:buNone/>
          </a:pPr>
          <a:r>
            <a:rPr lang="ar-EG" sz="1600" b="1" dirty="0">
              <a:latin typeface="Calibri"/>
              <a:ea typeface="宋体"/>
              <a:cs typeface="Arial" panose="020B0604020202020204" pitchFamily="34" charset="0"/>
            </a:rPr>
            <a:t>5 مدينة</a:t>
          </a:r>
        </a:p>
      </dgm:t>
    </dgm:pt>
    <dgm:pt modelId="{0A1CEEF2-79FF-41AE-8152-E2FC519EBAD4}" type="parTrans" cxnId="{C08173FD-40DE-4D4A-8CDB-95FA5BDBD8D4}">
      <dgm:prSet/>
      <dgm:spPr/>
      <dgm:t>
        <a:bodyPr/>
        <a:lstStyle/>
        <a:p>
          <a:pPr rtl="1"/>
          <a:endParaRPr lang="ar-EG" sz="1400">
            <a:solidFill>
              <a:schemeClr val="tx1">
                <a:lumMod val="85000"/>
                <a:lumOff val="15000"/>
              </a:schemeClr>
            </a:solidFill>
          </a:endParaRPr>
        </a:p>
      </dgm:t>
    </dgm:pt>
    <dgm:pt modelId="{CCC7022E-A501-4DE7-8589-31B824C67701}" type="sibTrans" cxnId="{C08173FD-40DE-4D4A-8CDB-95FA5BDBD8D4}">
      <dgm:prSet/>
      <dgm:spPr/>
      <dgm:t>
        <a:bodyPr/>
        <a:lstStyle/>
        <a:p>
          <a:pPr rtl="1"/>
          <a:endParaRPr lang="ar-EG" sz="1400">
            <a:solidFill>
              <a:schemeClr val="tx1">
                <a:lumMod val="85000"/>
                <a:lumOff val="15000"/>
              </a:schemeClr>
            </a:solidFill>
          </a:endParaRPr>
        </a:p>
      </dgm:t>
    </dgm:pt>
    <dgm:pt modelId="{C3E9C1A5-172D-49EC-AD46-5A85E9ACB381}">
      <dgm:prSet phldrT="[Text]" custT="1"/>
      <dgm:spPr>
        <a:xfrm>
          <a:off x="772491" y="175177"/>
          <a:ext cx="2377208" cy="2377208"/>
        </a:xfrm>
      </dgm:spPr>
      <dgm:t>
        <a:bodyPr/>
        <a:lstStyle/>
        <a:p>
          <a:pPr rtl="1">
            <a:buNone/>
          </a:pPr>
          <a:r>
            <a:rPr lang="ar-EG" sz="1600" b="1" dirty="0">
              <a:latin typeface="Calibri"/>
              <a:ea typeface="宋体"/>
              <a:cs typeface="Arial" panose="020B0604020202020204" pitchFamily="34" charset="0"/>
            </a:rPr>
            <a:t>50</a:t>
          </a:r>
        </a:p>
        <a:p>
          <a:pPr rtl="1">
            <a:buNone/>
          </a:pPr>
          <a:r>
            <a:rPr lang="ar-EG" sz="1400" b="1" dirty="0">
              <a:latin typeface="Calibri"/>
              <a:ea typeface="宋体"/>
              <a:cs typeface="Arial" panose="020B0604020202020204" pitchFamily="34" charset="0"/>
            </a:rPr>
            <a:t>نجع وتابع</a:t>
          </a:r>
        </a:p>
      </dgm:t>
    </dgm:pt>
    <dgm:pt modelId="{FFA3D0F2-435E-4D07-BFA3-0B4E08FA19FA}" type="parTrans" cxnId="{09F2959E-7E37-4771-B3D3-CAEBBE2D1DE2}">
      <dgm:prSet/>
      <dgm:spPr/>
      <dgm:t>
        <a:bodyPr/>
        <a:lstStyle/>
        <a:p>
          <a:pPr rtl="1"/>
          <a:endParaRPr lang="ar-EG" sz="1400">
            <a:solidFill>
              <a:schemeClr val="tx1">
                <a:lumMod val="85000"/>
                <a:lumOff val="15000"/>
              </a:schemeClr>
            </a:solidFill>
          </a:endParaRPr>
        </a:p>
      </dgm:t>
    </dgm:pt>
    <dgm:pt modelId="{08E3A1B7-C270-44C6-BFF9-4D2B9A38F249}" type="sibTrans" cxnId="{09F2959E-7E37-4771-B3D3-CAEBBE2D1DE2}">
      <dgm:prSet/>
      <dgm:spPr/>
      <dgm:t>
        <a:bodyPr/>
        <a:lstStyle/>
        <a:p>
          <a:pPr rtl="1"/>
          <a:endParaRPr lang="ar-EG" sz="1400">
            <a:solidFill>
              <a:schemeClr val="tx1">
                <a:lumMod val="85000"/>
                <a:lumOff val="15000"/>
              </a:schemeClr>
            </a:solidFill>
          </a:endParaRPr>
        </a:p>
      </dgm:t>
    </dgm:pt>
    <dgm:pt modelId="{08C0C863-5814-47F7-A12D-971DE582D673}" type="pres">
      <dgm:prSet presAssocID="{ADE04748-6184-495A-A276-B553F09D2A39}" presName="cycle" presStyleCnt="0">
        <dgm:presLayoutVars>
          <dgm:dir/>
          <dgm:resizeHandles val="exact"/>
        </dgm:presLayoutVars>
      </dgm:prSet>
      <dgm:spPr/>
    </dgm:pt>
    <dgm:pt modelId="{BF4E6081-BD31-41F3-84E1-F5FA24B839B1}" type="pres">
      <dgm:prSet presAssocID="{BB284347-89DC-4B50-82C8-13B9E38F30CB}" presName="node" presStyleLbl="node1" presStyleIdx="0" presStyleCnt="5">
        <dgm:presLayoutVars>
          <dgm:bulletEnabled val="1"/>
        </dgm:presLayoutVars>
      </dgm:prSet>
      <dgm:spPr/>
    </dgm:pt>
    <dgm:pt modelId="{8E2D75E4-398E-4354-9FBA-2D922F9E3A85}" type="pres">
      <dgm:prSet presAssocID="{BB284347-89DC-4B50-82C8-13B9E38F30CB}" presName="spNode" presStyleCnt="0"/>
      <dgm:spPr/>
    </dgm:pt>
    <dgm:pt modelId="{FE60CA52-040B-4939-A077-A8AB34B7F7C2}" type="pres">
      <dgm:prSet presAssocID="{9E15BB8D-FA6A-4670-BE90-B0E7C9629A63}" presName="sibTrans" presStyleLbl="sibTrans1D1" presStyleIdx="0" presStyleCnt="5"/>
      <dgm:spPr/>
    </dgm:pt>
    <dgm:pt modelId="{8DF0A4FC-DAFF-40D9-A999-4D7A6142A223}" type="pres">
      <dgm:prSet presAssocID="{591B56FA-8EF7-45FA-8A1A-C37A32BC262A}" presName="node" presStyleLbl="node1" presStyleIdx="1" presStyleCnt="5">
        <dgm:presLayoutVars>
          <dgm:bulletEnabled val="1"/>
        </dgm:presLayoutVars>
      </dgm:prSet>
      <dgm:spPr/>
    </dgm:pt>
    <dgm:pt modelId="{E01663D2-5CA3-45E8-8026-E7939A098358}" type="pres">
      <dgm:prSet presAssocID="{591B56FA-8EF7-45FA-8A1A-C37A32BC262A}" presName="spNode" presStyleCnt="0"/>
      <dgm:spPr/>
    </dgm:pt>
    <dgm:pt modelId="{47602435-85A2-432A-8F02-66B1A3A307E6}" type="pres">
      <dgm:prSet presAssocID="{CCC7022E-A501-4DE7-8589-31B824C67701}" presName="sibTrans" presStyleLbl="sibTrans1D1" presStyleIdx="1" presStyleCnt="5"/>
      <dgm:spPr/>
    </dgm:pt>
    <dgm:pt modelId="{FF567AF3-5409-4960-9382-821326A06820}" type="pres">
      <dgm:prSet presAssocID="{8E0070DC-A58F-4C70-968F-37F8CBF15AB0}" presName="node" presStyleLbl="node1" presStyleIdx="2" presStyleCnt="5">
        <dgm:presLayoutVars>
          <dgm:bulletEnabled val="1"/>
        </dgm:presLayoutVars>
      </dgm:prSet>
      <dgm:spPr/>
    </dgm:pt>
    <dgm:pt modelId="{974E4C75-A3B3-4087-927C-A8F31553BDC9}" type="pres">
      <dgm:prSet presAssocID="{8E0070DC-A58F-4C70-968F-37F8CBF15AB0}" presName="spNode" presStyleCnt="0"/>
      <dgm:spPr/>
    </dgm:pt>
    <dgm:pt modelId="{CFF1E1DC-0DD4-410F-A40E-FB33AF87C276}" type="pres">
      <dgm:prSet presAssocID="{2941A8FC-72F8-4D2C-AE5F-945372A0A9AA}" presName="sibTrans" presStyleLbl="sibTrans1D1" presStyleIdx="2" presStyleCnt="5"/>
      <dgm:spPr/>
    </dgm:pt>
    <dgm:pt modelId="{F5541EB0-68F4-4C3D-8090-6B8E74179E2B}" type="pres">
      <dgm:prSet presAssocID="{CDB63D06-D0DA-4A94-9AC5-3210FD64C2A8}" presName="node" presStyleLbl="node1" presStyleIdx="3" presStyleCnt="5">
        <dgm:presLayoutVars>
          <dgm:bulletEnabled val="1"/>
        </dgm:presLayoutVars>
      </dgm:prSet>
      <dgm:spPr/>
    </dgm:pt>
    <dgm:pt modelId="{AD47A603-8914-437A-A127-8CCBCF04D1A5}" type="pres">
      <dgm:prSet presAssocID="{CDB63D06-D0DA-4A94-9AC5-3210FD64C2A8}" presName="spNode" presStyleCnt="0"/>
      <dgm:spPr/>
    </dgm:pt>
    <dgm:pt modelId="{4CE9656C-8AF1-4548-8D21-8675143E3147}" type="pres">
      <dgm:prSet presAssocID="{3160B92E-5716-49BA-BEC3-DD7D16887952}" presName="sibTrans" presStyleLbl="sibTrans1D1" presStyleIdx="3" presStyleCnt="5"/>
      <dgm:spPr/>
    </dgm:pt>
    <dgm:pt modelId="{5FBA3E3E-3292-457A-8A55-EF5426E3BAC5}" type="pres">
      <dgm:prSet presAssocID="{C3E9C1A5-172D-49EC-AD46-5A85E9ACB381}" presName="node" presStyleLbl="node1" presStyleIdx="4" presStyleCnt="5">
        <dgm:presLayoutVars>
          <dgm:bulletEnabled val="1"/>
        </dgm:presLayoutVars>
      </dgm:prSet>
      <dgm:spPr/>
    </dgm:pt>
    <dgm:pt modelId="{30FCF564-EDCA-4123-B5CE-01D3F4A61DD5}" type="pres">
      <dgm:prSet presAssocID="{C3E9C1A5-172D-49EC-AD46-5A85E9ACB381}" presName="spNode" presStyleCnt="0"/>
      <dgm:spPr/>
    </dgm:pt>
    <dgm:pt modelId="{91ECE152-29FC-40B8-A994-9C4808C8BD88}" type="pres">
      <dgm:prSet presAssocID="{08E3A1B7-C270-44C6-BFF9-4D2B9A38F249}" presName="sibTrans" presStyleLbl="sibTrans1D1" presStyleIdx="4" presStyleCnt="5"/>
      <dgm:spPr/>
    </dgm:pt>
  </dgm:ptLst>
  <dgm:cxnLst>
    <dgm:cxn modelId="{59F16610-7059-484C-937A-22E6B03A23A9}" type="presOf" srcId="{CCC7022E-A501-4DE7-8589-31B824C67701}" destId="{47602435-85A2-432A-8F02-66B1A3A307E6}" srcOrd="0" destOrd="0" presId="urn:microsoft.com/office/officeart/2005/8/layout/cycle6"/>
    <dgm:cxn modelId="{64F9F41A-CB88-409B-AC57-7A6A121125F7}" type="presOf" srcId="{2941A8FC-72F8-4D2C-AE5F-945372A0A9AA}" destId="{CFF1E1DC-0DD4-410F-A40E-FB33AF87C276}" srcOrd="0" destOrd="0" presId="urn:microsoft.com/office/officeart/2005/8/layout/cycle6"/>
    <dgm:cxn modelId="{28A05131-B2C9-4BC2-815C-3590423D26DD}" type="presOf" srcId="{3160B92E-5716-49BA-BEC3-DD7D16887952}" destId="{4CE9656C-8AF1-4548-8D21-8675143E3147}" srcOrd="0" destOrd="0" presId="urn:microsoft.com/office/officeart/2005/8/layout/cycle6"/>
    <dgm:cxn modelId="{DE2E0C40-4066-4C0B-88C5-FF9EAB2C336A}" type="presOf" srcId="{8E0070DC-A58F-4C70-968F-37F8CBF15AB0}" destId="{FF567AF3-5409-4960-9382-821326A06820}" srcOrd="0" destOrd="0" presId="urn:microsoft.com/office/officeart/2005/8/layout/cycle6"/>
    <dgm:cxn modelId="{33F07F48-5EED-4AA9-9BAA-DE3C5BE0FD68}" type="presOf" srcId="{08E3A1B7-C270-44C6-BFF9-4D2B9A38F249}" destId="{91ECE152-29FC-40B8-A994-9C4808C8BD88}" srcOrd="0" destOrd="0" presId="urn:microsoft.com/office/officeart/2005/8/layout/cycle6"/>
    <dgm:cxn modelId="{1BC98B4E-DD01-42D8-BA51-9DE757EDD628}" type="presOf" srcId="{9E15BB8D-FA6A-4670-BE90-B0E7C9629A63}" destId="{FE60CA52-040B-4939-A077-A8AB34B7F7C2}" srcOrd="0" destOrd="0" presId="urn:microsoft.com/office/officeart/2005/8/layout/cycle6"/>
    <dgm:cxn modelId="{8D388454-A5B3-4B51-B31B-1871A6AB2DB2}" srcId="{ADE04748-6184-495A-A276-B553F09D2A39}" destId="{CDB63D06-D0DA-4A94-9AC5-3210FD64C2A8}" srcOrd="3" destOrd="0" parTransId="{E1FB3B0C-A65B-41D5-9495-5DBAE4DA296B}" sibTransId="{3160B92E-5716-49BA-BEC3-DD7D16887952}"/>
    <dgm:cxn modelId="{BA85CF91-C005-49D1-8B28-266024AE2088}" type="presOf" srcId="{C3E9C1A5-172D-49EC-AD46-5A85E9ACB381}" destId="{5FBA3E3E-3292-457A-8A55-EF5426E3BAC5}" srcOrd="0" destOrd="0" presId="urn:microsoft.com/office/officeart/2005/8/layout/cycle6"/>
    <dgm:cxn modelId="{09F2959E-7E37-4771-B3D3-CAEBBE2D1DE2}" srcId="{ADE04748-6184-495A-A276-B553F09D2A39}" destId="{C3E9C1A5-172D-49EC-AD46-5A85E9ACB381}" srcOrd="4" destOrd="0" parTransId="{FFA3D0F2-435E-4D07-BFA3-0B4E08FA19FA}" sibTransId="{08E3A1B7-C270-44C6-BFF9-4D2B9A38F249}"/>
    <dgm:cxn modelId="{B607B8AF-2DAD-4230-A0F4-C240B181317D}" srcId="{ADE04748-6184-495A-A276-B553F09D2A39}" destId="{8E0070DC-A58F-4C70-968F-37F8CBF15AB0}" srcOrd="2" destOrd="0" parTransId="{8C2F0F89-693E-40F1-BA3D-BCA0FEDCBBEC}" sibTransId="{2941A8FC-72F8-4D2C-AE5F-945372A0A9AA}"/>
    <dgm:cxn modelId="{995C83D2-51E2-44A2-A968-E3B433259BEE}" type="presOf" srcId="{591B56FA-8EF7-45FA-8A1A-C37A32BC262A}" destId="{8DF0A4FC-DAFF-40D9-A999-4D7A6142A223}" srcOrd="0" destOrd="0" presId="urn:microsoft.com/office/officeart/2005/8/layout/cycle6"/>
    <dgm:cxn modelId="{83138CE2-F325-4207-B2A5-D1ED28DF9CA9}" type="presOf" srcId="{CDB63D06-D0DA-4A94-9AC5-3210FD64C2A8}" destId="{F5541EB0-68F4-4C3D-8090-6B8E74179E2B}" srcOrd="0" destOrd="0" presId="urn:microsoft.com/office/officeart/2005/8/layout/cycle6"/>
    <dgm:cxn modelId="{730541E3-8C41-4FF3-891B-EA758FB6908C}" srcId="{ADE04748-6184-495A-A276-B553F09D2A39}" destId="{BB284347-89DC-4B50-82C8-13B9E38F30CB}" srcOrd="0" destOrd="0" parTransId="{1C4F8DA9-E21C-4ED6-9241-79647AFE7741}" sibTransId="{9E15BB8D-FA6A-4670-BE90-B0E7C9629A63}"/>
    <dgm:cxn modelId="{CCBEA6E4-9894-487C-AD42-30CF44CE462F}" type="presOf" srcId="{ADE04748-6184-495A-A276-B553F09D2A39}" destId="{08C0C863-5814-47F7-A12D-971DE582D673}" srcOrd="0" destOrd="0" presId="urn:microsoft.com/office/officeart/2005/8/layout/cycle6"/>
    <dgm:cxn modelId="{B34E3DF9-9812-4E65-8D0D-1A85F21B507C}" type="presOf" srcId="{BB284347-89DC-4B50-82C8-13B9E38F30CB}" destId="{BF4E6081-BD31-41F3-84E1-F5FA24B839B1}" srcOrd="0" destOrd="0" presId="urn:microsoft.com/office/officeart/2005/8/layout/cycle6"/>
    <dgm:cxn modelId="{C08173FD-40DE-4D4A-8CDB-95FA5BDBD8D4}" srcId="{ADE04748-6184-495A-A276-B553F09D2A39}" destId="{591B56FA-8EF7-45FA-8A1A-C37A32BC262A}" srcOrd="1" destOrd="0" parTransId="{0A1CEEF2-79FF-41AE-8152-E2FC519EBAD4}" sibTransId="{CCC7022E-A501-4DE7-8589-31B824C67701}"/>
    <dgm:cxn modelId="{ED5CE8BD-ABEF-4DC7-ACCB-C18E7D8FFE7F}" type="presParOf" srcId="{08C0C863-5814-47F7-A12D-971DE582D673}" destId="{BF4E6081-BD31-41F3-84E1-F5FA24B839B1}" srcOrd="0" destOrd="0" presId="urn:microsoft.com/office/officeart/2005/8/layout/cycle6"/>
    <dgm:cxn modelId="{690495F6-48A0-4840-B6D2-908DEB50993B}" type="presParOf" srcId="{08C0C863-5814-47F7-A12D-971DE582D673}" destId="{8E2D75E4-398E-4354-9FBA-2D922F9E3A85}" srcOrd="1" destOrd="0" presId="urn:microsoft.com/office/officeart/2005/8/layout/cycle6"/>
    <dgm:cxn modelId="{F1C87CFF-EFF0-4C68-B46E-04FD236146F9}" type="presParOf" srcId="{08C0C863-5814-47F7-A12D-971DE582D673}" destId="{FE60CA52-040B-4939-A077-A8AB34B7F7C2}" srcOrd="2" destOrd="0" presId="urn:microsoft.com/office/officeart/2005/8/layout/cycle6"/>
    <dgm:cxn modelId="{C4828B9F-7B52-41D3-A0FC-43C4AA5B933E}" type="presParOf" srcId="{08C0C863-5814-47F7-A12D-971DE582D673}" destId="{8DF0A4FC-DAFF-40D9-A999-4D7A6142A223}" srcOrd="3" destOrd="0" presId="urn:microsoft.com/office/officeart/2005/8/layout/cycle6"/>
    <dgm:cxn modelId="{65EF833E-4D3D-46AA-9E2D-130FC9403443}" type="presParOf" srcId="{08C0C863-5814-47F7-A12D-971DE582D673}" destId="{E01663D2-5CA3-45E8-8026-E7939A098358}" srcOrd="4" destOrd="0" presId="urn:microsoft.com/office/officeart/2005/8/layout/cycle6"/>
    <dgm:cxn modelId="{477AC49D-957B-4E91-ABF0-3AF06BFEA9DC}" type="presParOf" srcId="{08C0C863-5814-47F7-A12D-971DE582D673}" destId="{47602435-85A2-432A-8F02-66B1A3A307E6}" srcOrd="5" destOrd="0" presId="urn:microsoft.com/office/officeart/2005/8/layout/cycle6"/>
    <dgm:cxn modelId="{84765A13-5AD5-4399-9E66-6CB069FD8E17}" type="presParOf" srcId="{08C0C863-5814-47F7-A12D-971DE582D673}" destId="{FF567AF3-5409-4960-9382-821326A06820}" srcOrd="6" destOrd="0" presId="urn:microsoft.com/office/officeart/2005/8/layout/cycle6"/>
    <dgm:cxn modelId="{EEA3C573-0EC5-4EC1-AF56-148849D79AF6}" type="presParOf" srcId="{08C0C863-5814-47F7-A12D-971DE582D673}" destId="{974E4C75-A3B3-4087-927C-A8F31553BDC9}" srcOrd="7" destOrd="0" presId="urn:microsoft.com/office/officeart/2005/8/layout/cycle6"/>
    <dgm:cxn modelId="{8FA74D87-56C1-4470-BF14-C50149357478}" type="presParOf" srcId="{08C0C863-5814-47F7-A12D-971DE582D673}" destId="{CFF1E1DC-0DD4-410F-A40E-FB33AF87C276}" srcOrd="8" destOrd="0" presId="urn:microsoft.com/office/officeart/2005/8/layout/cycle6"/>
    <dgm:cxn modelId="{192F3A51-F895-4AB3-BE13-85D9A077F5A9}" type="presParOf" srcId="{08C0C863-5814-47F7-A12D-971DE582D673}" destId="{F5541EB0-68F4-4C3D-8090-6B8E74179E2B}" srcOrd="9" destOrd="0" presId="urn:microsoft.com/office/officeart/2005/8/layout/cycle6"/>
    <dgm:cxn modelId="{FC17B2C2-FF57-418F-980C-2391A0F63D01}" type="presParOf" srcId="{08C0C863-5814-47F7-A12D-971DE582D673}" destId="{AD47A603-8914-437A-A127-8CCBCF04D1A5}" srcOrd="10" destOrd="0" presId="urn:microsoft.com/office/officeart/2005/8/layout/cycle6"/>
    <dgm:cxn modelId="{71BACA7D-C376-4079-923E-579347C4011B}" type="presParOf" srcId="{08C0C863-5814-47F7-A12D-971DE582D673}" destId="{4CE9656C-8AF1-4548-8D21-8675143E3147}" srcOrd="11" destOrd="0" presId="urn:microsoft.com/office/officeart/2005/8/layout/cycle6"/>
    <dgm:cxn modelId="{3A50B18E-5B18-489E-B12E-66DAF1575C5A}" type="presParOf" srcId="{08C0C863-5814-47F7-A12D-971DE582D673}" destId="{5FBA3E3E-3292-457A-8A55-EF5426E3BAC5}" srcOrd="12" destOrd="0" presId="urn:microsoft.com/office/officeart/2005/8/layout/cycle6"/>
    <dgm:cxn modelId="{C6A94B26-679E-4EF1-90D3-489AD3095F4F}" type="presParOf" srcId="{08C0C863-5814-47F7-A12D-971DE582D673}" destId="{30FCF564-EDCA-4123-B5CE-01D3F4A61DD5}" srcOrd="13" destOrd="0" presId="urn:microsoft.com/office/officeart/2005/8/layout/cycle6"/>
    <dgm:cxn modelId="{4A1604D9-E5BB-4885-B0C0-BB5C8838E21D}" type="presParOf" srcId="{08C0C863-5814-47F7-A12D-971DE582D673}" destId="{91ECE152-29FC-40B8-A994-9C4808C8BD88}" srcOrd="14" destOrd="0" presId="urn:microsoft.com/office/officeart/2005/8/layout/cycle6"/>
  </dgm:cxnLst>
  <dgm:bg>
    <a:noFill/>
    <a:effectLst>
      <a:innerShdw blurRad="63500" dist="50800" dir="16200000">
        <a:prstClr val="black">
          <a:alpha val="50000"/>
        </a:prstClr>
      </a:innerShdw>
    </a:effect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EA6AE94-792B-4EC5-95E1-4A8466895A2F}" type="doc">
      <dgm:prSet loTypeId="urn:microsoft.com/office/officeart/2005/8/layout/orgChart1" loCatId="hierarchy" qsTypeId="urn:microsoft.com/office/officeart/2005/8/quickstyle/simple3" qsCatId="simple" csTypeId="urn:microsoft.com/office/officeart/2005/8/colors/accent1_5" csCatId="accent1" phldr="1"/>
      <dgm:spPr/>
      <dgm:t>
        <a:bodyPr/>
        <a:lstStyle/>
        <a:p>
          <a:endParaRPr lang="en-US"/>
        </a:p>
      </dgm:t>
    </dgm:pt>
    <dgm:pt modelId="{7A6F2AD4-5D2E-47A8-819C-5394365F6D41}">
      <dgm:prSet phldrT="[Text]" custT="1"/>
      <dgm:spPr>
        <a:xfrm>
          <a:off x="1999999" y="0"/>
          <a:ext cx="5936151" cy="586740"/>
        </a:xfrm>
      </dgm:spPr>
      <dgm:t>
        <a:bodyPr/>
        <a:lstStyle/>
        <a:p>
          <a:pPr>
            <a:buNone/>
          </a:pPr>
          <a:r>
            <a:rPr lang="ar-EG" sz="3200" b="1" dirty="0">
              <a:latin typeface="Cambria"/>
              <a:ea typeface="+mn-ea"/>
              <a:cs typeface="Arial" panose="020B0604020202020204" pitchFamily="34" charset="0"/>
            </a:rPr>
            <a:t>رئيس قطاع المعامل وضبط الجودة</a:t>
          </a:r>
          <a:endParaRPr lang="en-US" sz="3200" b="1" dirty="0">
            <a:latin typeface="Cambria"/>
            <a:ea typeface="+mn-ea"/>
            <a:cs typeface="+mn-cs"/>
          </a:endParaRPr>
        </a:p>
      </dgm:t>
    </dgm:pt>
    <dgm:pt modelId="{91E8B9A2-3F2E-48DF-B7DA-92B0D6DEBFAC}" type="parTrans" cxnId="{3DBA5C61-C398-462E-9540-6CA677A663E5}">
      <dgm:prSet/>
      <dgm:spPr/>
      <dgm:t>
        <a:bodyPr/>
        <a:lstStyle/>
        <a:p>
          <a:endParaRPr lang="en-US"/>
        </a:p>
      </dgm:t>
    </dgm:pt>
    <dgm:pt modelId="{774B6D36-CDCD-4245-8C94-B6B27024336B}" type="sibTrans" cxnId="{3DBA5C61-C398-462E-9540-6CA677A663E5}">
      <dgm:prSet/>
      <dgm:spPr/>
      <dgm:t>
        <a:bodyPr/>
        <a:lstStyle/>
        <a:p>
          <a:endParaRPr lang="en-US"/>
        </a:p>
      </dgm:t>
    </dgm:pt>
    <dgm:pt modelId="{0DD7520D-F554-4356-9FB7-977D942AC18A}" type="asst">
      <dgm:prSet phldrT="[Text]" custT="1"/>
      <dgm:spPr>
        <a:xfrm>
          <a:off x="2657761" y="1191850"/>
          <a:ext cx="875048" cy="282222"/>
        </a:xfrm>
      </dgm:spPr>
      <dgm:t>
        <a:bodyPr/>
        <a:lstStyle/>
        <a:p>
          <a:pPr>
            <a:buNone/>
          </a:pPr>
          <a:r>
            <a:rPr lang="ar-EG" sz="900" b="1" dirty="0">
              <a:latin typeface="Cambria"/>
              <a:ea typeface="+mn-ea"/>
              <a:cs typeface="Arial" panose="020B0604020202020204" pitchFamily="34" charset="0"/>
            </a:rPr>
            <a:t>ادارة تشغيل لصالح الغير (مياه، صرف)</a:t>
          </a:r>
          <a:endParaRPr lang="en-US" sz="900" b="1" dirty="0">
            <a:latin typeface="Cambria"/>
            <a:ea typeface="+mn-ea"/>
            <a:cs typeface="+mn-cs"/>
          </a:endParaRPr>
        </a:p>
      </dgm:t>
    </dgm:pt>
    <dgm:pt modelId="{37869896-9509-4AAA-A581-718860E8BD22}" type="parTrans" cxnId="{5B79EA9F-B69D-4C1B-AACE-ADF0BD723FE3}">
      <dgm:prSet/>
      <dgm:spPr>
        <a:xfrm>
          <a:off x="3532809" y="586740"/>
          <a:ext cx="1435265" cy="746220"/>
        </a:xfrm>
      </dgm:spPr>
      <dgm:t>
        <a:bodyPr/>
        <a:lstStyle/>
        <a:p>
          <a:endParaRPr lang="en-US" sz="900">
            <a:solidFill>
              <a:schemeClr val="tx1"/>
            </a:solidFill>
          </a:endParaRPr>
        </a:p>
      </dgm:t>
    </dgm:pt>
    <dgm:pt modelId="{F26C4A95-7E44-41D8-84E1-8D02F16D87B6}" type="sibTrans" cxnId="{5B79EA9F-B69D-4C1B-AACE-ADF0BD723FE3}">
      <dgm:prSet/>
      <dgm:spPr/>
      <dgm:t>
        <a:bodyPr/>
        <a:lstStyle/>
        <a:p>
          <a:endParaRPr lang="en-US"/>
        </a:p>
      </dgm:t>
    </dgm:pt>
    <dgm:pt modelId="{2E9A3386-9E8D-4207-B994-8A1D349AD004}">
      <dgm:prSet custT="1"/>
      <dgm:spPr>
        <a:xfrm>
          <a:off x="5456752" y="2209683"/>
          <a:ext cx="959782" cy="411333"/>
        </a:xfrm>
      </dgm:spPr>
      <dgm:t>
        <a:bodyPr/>
        <a:lstStyle/>
        <a:p>
          <a:pPr>
            <a:buNone/>
          </a:pPr>
          <a:r>
            <a:rPr lang="ar-EG" sz="1100" b="1" dirty="0">
              <a:latin typeface="Cambria"/>
              <a:ea typeface="+mn-ea"/>
              <a:cs typeface="Arial" panose="020B0604020202020204" pitchFamily="34" charset="0"/>
            </a:rPr>
            <a:t>الادارة العامة لمعامل مياه الشرب</a:t>
          </a:r>
          <a:endParaRPr lang="en-US" sz="1100" b="1" dirty="0">
            <a:latin typeface="Cambria"/>
            <a:ea typeface="+mn-ea"/>
            <a:cs typeface="+mn-cs"/>
          </a:endParaRPr>
        </a:p>
      </dgm:t>
    </dgm:pt>
    <dgm:pt modelId="{D2F581CB-C539-45AE-8A38-0ABD34A339A0}" type="parTrans" cxnId="{8C503601-24E5-4529-94AD-652584A22B23}">
      <dgm:prSet/>
      <dgm:spPr>
        <a:xfrm>
          <a:off x="4968075" y="586740"/>
          <a:ext cx="968568" cy="1622942"/>
        </a:xfrm>
      </dgm:spPr>
      <dgm:t>
        <a:bodyPr/>
        <a:lstStyle/>
        <a:p>
          <a:endParaRPr lang="en-US" sz="900">
            <a:solidFill>
              <a:schemeClr val="tx1"/>
            </a:solidFill>
          </a:endParaRPr>
        </a:p>
      </dgm:t>
    </dgm:pt>
    <dgm:pt modelId="{586812B8-4FFF-4E18-B969-6310606C8CD2}" type="sibTrans" cxnId="{8C503601-24E5-4529-94AD-652584A22B23}">
      <dgm:prSet/>
      <dgm:spPr/>
      <dgm:t>
        <a:bodyPr/>
        <a:lstStyle/>
        <a:p>
          <a:endParaRPr lang="en-US"/>
        </a:p>
      </dgm:t>
    </dgm:pt>
    <dgm:pt modelId="{E16E622C-56CF-4F23-A080-5BC1DD754A36}">
      <dgm:prSet phldrT="[Text]" custT="1"/>
      <dgm:spPr>
        <a:xfrm>
          <a:off x="68247" y="2088050"/>
          <a:ext cx="965122" cy="413625"/>
        </a:xfrm>
      </dgm:spPr>
      <dgm:t>
        <a:bodyPr/>
        <a:lstStyle/>
        <a:p>
          <a:pPr>
            <a:buNone/>
          </a:pPr>
          <a:r>
            <a:rPr lang="ar-EG" sz="1100" b="1" dirty="0">
              <a:latin typeface="Cambria"/>
              <a:ea typeface="+mn-ea"/>
              <a:cs typeface="+mj-cs"/>
            </a:rPr>
            <a:t>الادارة العامة لمعامل الصرف الصحي </a:t>
          </a:r>
          <a:endParaRPr lang="en-US" sz="1100" b="1" dirty="0">
            <a:latin typeface="Cambria"/>
            <a:ea typeface="+mn-ea"/>
            <a:cs typeface="+mj-cs"/>
          </a:endParaRPr>
        </a:p>
      </dgm:t>
    </dgm:pt>
    <dgm:pt modelId="{40986B2E-FC7D-4FDF-B9ED-6EAD9F56381C}" type="sibTrans" cxnId="{CA832308-F0FA-4733-A812-9852361B8D3D}">
      <dgm:prSet/>
      <dgm:spPr/>
      <dgm:t>
        <a:bodyPr/>
        <a:lstStyle/>
        <a:p>
          <a:endParaRPr lang="en-US"/>
        </a:p>
      </dgm:t>
    </dgm:pt>
    <dgm:pt modelId="{C7F7F772-A61C-44F5-B6C3-039863E114DF}" type="parTrans" cxnId="{CA832308-F0FA-4733-A812-9852361B8D3D}">
      <dgm:prSet/>
      <dgm:spPr>
        <a:xfrm>
          <a:off x="550808" y="586740"/>
          <a:ext cx="4417266" cy="1501310"/>
        </a:xfrm>
      </dgm:spPr>
      <dgm:t>
        <a:bodyPr/>
        <a:lstStyle/>
        <a:p>
          <a:endParaRPr lang="en-US" sz="900">
            <a:solidFill>
              <a:schemeClr val="tx1"/>
            </a:solidFill>
          </a:endParaRPr>
        </a:p>
      </dgm:t>
    </dgm:pt>
    <dgm:pt modelId="{7809535A-371B-4AC6-A3FA-0620EE198825}">
      <dgm:prSet phldrT="[Text]" custT="1"/>
      <dgm:spPr>
        <a:xfrm>
          <a:off x="7309086" y="2083459"/>
          <a:ext cx="961554" cy="412095"/>
        </a:xfrm>
      </dgm:spPr>
      <dgm:t>
        <a:bodyPr/>
        <a:lstStyle/>
        <a:p>
          <a:pPr>
            <a:buNone/>
          </a:pPr>
          <a:r>
            <a:rPr lang="ar-EG" sz="900" b="1" dirty="0">
              <a:latin typeface="Cambria"/>
              <a:ea typeface="+mn-ea"/>
              <a:cs typeface="Arial" panose="020B0604020202020204" pitchFamily="34" charset="0"/>
            </a:rPr>
            <a:t>الادارة العامة لمراقبة وتأكيد الجودة وشئون البيئة</a:t>
          </a:r>
          <a:endParaRPr lang="en-US" sz="900" b="1" dirty="0">
            <a:latin typeface="Cambria"/>
            <a:ea typeface="+mn-ea"/>
            <a:cs typeface="+mn-cs"/>
          </a:endParaRPr>
        </a:p>
      </dgm:t>
    </dgm:pt>
    <dgm:pt modelId="{21BD6196-82A5-41F5-92DF-707A24B04B15}" type="parTrans" cxnId="{7754BADD-7D44-4DCF-8FFD-345978BA205F}">
      <dgm:prSet/>
      <dgm:spPr>
        <a:xfrm>
          <a:off x="4968075" y="586740"/>
          <a:ext cx="2821788" cy="1496718"/>
        </a:xfrm>
      </dgm:spPr>
      <dgm:t>
        <a:bodyPr/>
        <a:lstStyle/>
        <a:p>
          <a:endParaRPr lang="en-US" sz="900">
            <a:solidFill>
              <a:schemeClr val="tx1"/>
            </a:solidFill>
          </a:endParaRPr>
        </a:p>
      </dgm:t>
    </dgm:pt>
    <dgm:pt modelId="{46D6064E-BBDE-421E-B46F-42B96C6B6C98}" type="sibTrans" cxnId="{7754BADD-7D44-4DCF-8FFD-345978BA205F}">
      <dgm:prSet/>
      <dgm:spPr/>
      <dgm:t>
        <a:bodyPr/>
        <a:lstStyle/>
        <a:p>
          <a:endParaRPr lang="en-US"/>
        </a:p>
      </dgm:t>
    </dgm:pt>
    <dgm:pt modelId="{660E3BE6-B1CC-44F6-8B69-884F27F886EF}">
      <dgm:prSet phldrT="[Text]" custT="1"/>
      <dgm:spPr>
        <a:xfrm>
          <a:off x="1158671" y="2164177"/>
          <a:ext cx="965122" cy="413625"/>
        </a:xfrm>
      </dgm:spPr>
      <dgm:t>
        <a:bodyPr/>
        <a:lstStyle/>
        <a:p>
          <a:pPr rtl="1">
            <a:buNone/>
          </a:pPr>
          <a:r>
            <a:rPr lang="ar-EG" sz="1100" b="1" kern="1200">
              <a:latin typeface="Cambria"/>
              <a:ea typeface="+mn-ea"/>
              <a:cs typeface="Arial" panose="020B0604020202020204" pitchFamily="34" charset="0"/>
            </a:rPr>
            <a:t>الإدارة العامة للصرف </a:t>
          </a:r>
          <a:r>
            <a:rPr lang="ar-EG" sz="1100" b="1" kern="1200">
              <a:latin typeface="Cambria"/>
              <a:ea typeface="+mn-ea"/>
              <a:cs typeface="Times New Roman" panose="02020603050405020304" pitchFamily="18" charset="0"/>
            </a:rPr>
            <a:t>والصناعي</a:t>
          </a:r>
          <a:endParaRPr lang="en-US" sz="1100" b="1" kern="1200" dirty="0">
            <a:latin typeface="Cambria"/>
            <a:ea typeface="+mn-ea"/>
            <a:cs typeface="Times New Roman" panose="02020603050405020304" pitchFamily="18" charset="0"/>
          </a:endParaRPr>
        </a:p>
      </dgm:t>
    </dgm:pt>
    <dgm:pt modelId="{C7D89FA2-C79D-4A07-ABD3-6251C4E15739}" type="parTrans" cxnId="{DF905C44-19CA-4255-9B08-804B037912BE}">
      <dgm:prSet/>
      <dgm:spPr>
        <a:xfrm>
          <a:off x="1641232" y="586740"/>
          <a:ext cx="3326842" cy="1577436"/>
        </a:xfrm>
      </dgm:spPr>
      <dgm:t>
        <a:bodyPr/>
        <a:lstStyle/>
        <a:p>
          <a:endParaRPr lang="en-US" sz="900">
            <a:solidFill>
              <a:schemeClr val="tx1"/>
            </a:solidFill>
          </a:endParaRPr>
        </a:p>
      </dgm:t>
    </dgm:pt>
    <dgm:pt modelId="{38AE13FD-6D70-48A0-8B63-25F4184A3100}" type="sibTrans" cxnId="{DF905C44-19CA-4255-9B08-804B037912BE}">
      <dgm:prSet/>
      <dgm:spPr/>
      <dgm:t>
        <a:bodyPr/>
        <a:lstStyle/>
        <a:p>
          <a:endParaRPr lang="en-US"/>
        </a:p>
      </dgm:t>
    </dgm:pt>
    <dgm:pt modelId="{0C71CC73-08CA-4E9D-B0A4-1F7CA47212A2}">
      <dgm:prSet custT="1"/>
      <dgm:spPr>
        <a:xfrm>
          <a:off x="7514823" y="2706903"/>
          <a:ext cx="734252" cy="282222"/>
        </a:xfrm>
      </dgm:spPr>
      <dgm:t>
        <a:bodyPr/>
        <a:lstStyle/>
        <a:p>
          <a:pPr>
            <a:buNone/>
          </a:pPr>
          <a:r>
            <a:rPr lang="ar-EG" sz="900" b="1">
              <a:latin typeface="Cambria"/>
              <a:ea typeface="+mn-ea"/>
              <a:cs typeface="Arial" panose="020B0604020202020204" pitchFamily="34" charset="0"/>
            </a:rPr>
            <a:t>ادارة جودة المياه</a:t>
          </a:r>
          <a:endParaRPr lang="en-US" sz="900" b="1" dirty="0">
            <a:latin typeface="Cambria"/>
            <a:ea typeface="+mn-ea"/>
            <a:cs typeface="+mn-cs"/>
          </a:endParaRPr>
        </a:p>
      </dgm:t>
    </dgm:pt>
    <dgm:pt modelId="{A13CA3B4-FC48-4DAC-8B0A-DC638058C645}" type="parTrans" cxnId="{C888B737-2238-4053-A647-59DCAC7643AB}">
      <dgm:prSet/>
      <dgm:spPr>
        <a:xfrm>
          <a:off x="7405241" y="2495554"/>
          <a:ext cx="109581" cy="352459"/>
        </a:xfrm>
      </dgm:spPr>
      <dgm:t>
        <a:bodyPr/>
        <a:lstStyle/>
        <a:p>
          <a:endParaRPr lang="en-US" sz="900">
            <a:solidFill>
              <a:schemeClr val="tx1"/>
            </a:solidFill>
          </a:endParaRPr>
        </a:p>
      </dgm:t>
    </dgm:pt>
    <dgm:pt modelId="{0A4A924D-8D77-4B37-B25E-AB5670F2B2DA}" type="sibTrans" cxnId="{C888B737-2238-4053-A647-59DCAC7643AB}">
      <dgm:prSet/>
      <dgm:spPr/>
      <dgm:t>
        <a:bodyPr/>
        <a:lstStyle/>
        <a:p>
          <a:endParaRPr lang="en-US"/>
        </a:p>
      </dgm:t>
    </dgm:pt>
    <dgm:pt modelId="{246FE3C7-00D1-4EA6-8993-F5EEFD0590F2}">
      <dgm:prSet custT="1"/>
      <dgm:spPr>
        <a:xfrm>
          <a:off x="7501181" y="3194163"/>
          <a:ext cx="677548" cy="282222"/>
        </a:xfrm>
      </dgm:spPr>
      <dgm:t>
        <a:bodyPr/>
        <a:lstStyle/>
        <a:p>
          <a:pPr>
            <a:buNone/>
          </a:pPr>
          <a:r>
            <a:rPr lang="ar-EG" sz="900" b="1">
              <a:latin typeface="Cambria"/>
              <a:ea typeface="+mn-ea"/>
              <a:cs typeface="Arial" panose="020B0604020202020204" pitchFamily="34" charset="0"/>
            </a:rPr>
            <a:t>ادارة جودة الصرف</a:t>
          </a:r>
          <a:endParaRPr lang="en-US" sz="900" b="1" dirty="0">
            <a:latin typeface="Cambria"/>
            <a:ea typeface="+mn-ea"/>
            <a:cs typeface="+mn-cs"/>
          </a:endParaRPr>
        </a:p>
      </dgm:t>
    </dgm:pt>
    <dgm:pt modelId="{9BDC2514-0143-4B4E-AD73-9CDAC11D6D74}" type="parTrans" cxnId="{0985FC76-5FAC-49C0-88C7-BD2D3CFA5CBB}">
      <dgm:prSet/>
      <dgm:spPr>
        <a:xfrm>
          <a:off x="7405241" y="2495554"/>
          <a:ext cx="95939" cy="839719"/>
        </a:xfrm>
      </dgm:spPr>
      <dgm:t>
        <a:bodyPr/>
        <a:lstStyle/>
        <a:p>
          <a:endParaRPr lang="en-US" sz="900">
            <a:solidFill>
              <a:schemeClr val="tx1"/>
            </a:solidFill>
          </a:endParaRPr>
        </a:p>
      </dgm:t>
    </dgm:pt>
    <dgm:pt modelId="{DD5E87A3-AFE4-410D-A050-00D5622FA64C}" type="sibTrans" cxnId="{0985FC76-5FAC-49C0-88C7-BD2D3CFA5CBB}">
      <dgm:prSet/>
      <dgm:spPr/>
      <dgm:t>
        <a:bodyPr/>
        <a:lstStyle/>
        <a:p>
          <a:endParaRPr lang="en-US"/>
        </a:p>
      </dgm:t>
    </dgm:pt>
    <dgm:pt modelId="{99FAA1AD-4B04-41A6-8989-4681B2AA41E9}">
      <dgm:prSet custT="1"/>
      <dgm:spPr>
        <a:xfrm>
          <a:off x="7487527" y="3629037"/>
          <a:ext cx="720644" cy="282222"/>
        </a:xfrm>
      </dgm:spPr>
      <dgm:t>
        <a:bodyPr/>
        <a:lstStyle/>
        <a:p>
          <a:pPr>
            <a:buNone/>
          </a:pPr>
          <a:r>
            <a:rPr lang="ar-EG" sz="900" b="1">
              <a:latin typeface="Cambria"/>
              <a:ea typeface="+mn-ea"/>
              <a:cs typeface="Arial" panose="020B0604020202020204" pitchFamily="34" charset="0"/>
            </a:rPr>
            <a:t>ادارة شئون البيئة</a:t>
          </a:r>
          <a:endParaRPr lang="en-US" sz="900" b="1" dirty="0">
            <a:latin typeface="Cambria"/>
            <a:ea typeface="+mn-ea"/>
            <a:cs typeface="+mn-cs"/>
          </a:endParaRPr>
        </a:p>
      </dgm:t>
    </dgm:pt>
    <dgm:pt modelId="{F57E12C4-9E16-46E5-B5B2-CEE2D5EBD09D}" type="parTrans" cxnId="{822CD237-DA64-4E46-AA3E-ACFC61711954}">
      <dgm:prSet/>
      <dgm:spPr>
        <a:xfrm>
          <a:off x="7359521" y="2495554"/>
          <a:ext cx="91440" cy="1274593"/>
        </a:xfrm>
      </dgm:spPr>
      <dgm:t>
        <a:bodyPr/>
        <a:lstStyle/>
        <a:p>
          <a:endParaRPr lang="en-US" sz="900">
            <a:solidFill>
              <a:schemeClr val="tx1"/>
            </a:solidFill>
          </a:endParaRPr>
        </a:p>
      </dgm:t>
    </dgm:pt>
    <dgm:pt modelId="{68C25FCD-CE42-42A0-8935-165C88EA7303}" type="sibTrans" cxnId="{822CD237-DA64-4E46-AA3E-ACFC61711954}">
      <dgm:prSet/>
      <dgm:spPr/>
      <dgm:t>
        <a:bodyPr/>
        <a:lstStyle/>
        <a:p>
          <a:endParaRPr lang="en-US"/>
        </a:p>
      </dgm:t>
    </dgm:pt>
    <dgm:pt modelId="{16B2F7A6-8912-49AD-B8A6-002EFDDAB7FD}">
      <dgm:prSet custT="1"/>
      <dgm:spPr>
        <a:xfrm>
          <a:off x="1396186" y="2783026"/>
          <a:ext cx="752902" cy="278852"/>
        </a:xfrm>
      </dgm:spPr>
      <dgm:t>
        <a:bodyPr/>
        <a:lstStyle/>
        <a:p>
          <a:pPr>
            <a:buNone/>
          </a:pPr>
          <a:r>
            <a:rPr lang="ar-EG" sz="900" b="1">
              <a:latin typeface="Cambria"/>
              <a:ea typeface="+mn-ea"/>
              <a:cs typeface="Arial" panose="020B0604020202020204" pitchFamily="34" charset="0"/>
            </a:rPr>
            <a:t>ادارة الصرف الصناعي</a:t>
          </a:r>
          <a:endParaRPr lang="en-US" sz="900" b="1">
            <a:latin typeface="Cambria"/>
            <a:ea typeface="+mn-ea"/>
            <a:cs typeface="+mn-cs"/>
          </a:endParaRPr>
        </a:p>
      </dgm:t>
    </dgm:pt>
    <dgm:pt modelId="{ACAA3540-13C8-45A6-A6FB-64E393F383A8}" type="parTrans" cxnId="{D173D160-40FB-44D3-BFC5-EF219292313D}">
      <dgm:prSet/>
      <dgm:spPr>
        <a:xfrm>
          <a:off x="1255183" y="2577803"/>
          <a:ext cx="141003" cy="344650"/>
        </a:xfrm>
      </dgm:spPr>
      <dgm:t>
        <a:bodyPr/>
        <a:lstStyle/>
        <a:p>
          <a:endParaRPr lang="en-US" sz="900">
            <a:solidFill>
              <a:schemeClr val="tx1"/>
            </a:solidFill>
          </a:endParaRPr>
        </a:p>
      </dgm:t>
    </dgm:pt>
    <dgm:pt modelId="{2CD30B8F-96A9-47E6-ADE6-3FAE50ABF3F8}" type="sibTrans" cxnId="{D173D160-40FB-44D3-BFC5-EF219292313D}">
      <dgm:prSet/>
      <dgm:spPr/>
      <dgm:t>
        <a:bodyPr/>
        <a:lstStyle/>
        <a:p>
          <a:endParaRPr lang="en-US"/>
        </a:p>
      </dgm:t>
    </dgm:pt>
    <dgm:pt modelId="{A5734465-CE97-41E3-A5BD-8940489D8D8E}">
      <dgm:prSet custT="1"/>
      <dgm:spPr>
        <a:xfrm>
          <a:off x="1347249" y="3289218"/>
          <a:ext cx="752902" cy="278852"/>
        </a:xfrm>
      </dgm:spPr>
      <dgm:t>
        <a:bodyPr/>
        <a:lstStyle/>
        <a:p>
          <a:pPr>
            <a:buNone/>
          </a:pPr>
          <a:r>
            <a:rPr lang="ar-EG" sz="900" b="1">
              <a:latin typeface="Cambria"/>
              <a:ea typeface="+mn-ea"/>
              <a:cs typeface="Arial" panose="020B0604020202020204" pitchFamily="34" charset="0"/>
            </a:rPr>
            <a:t>ادارة التراخيص الصناعية</a:t>
          </a:r>
          <a:endParaRPr lang="en-US" sz="900">
            <a:latin typeface="Cambria"/>
            <a:ea typeface="+mn-ea"/>
            <a:cs typeface="+mn-cs"/>
          </a:endParaRPr>
        </a:p>
      </dgm:t>
    </dgm:pt>
    <dgm:pt modelId="{736305E9-31E5-4F76-BED7-4E8410E3C950}" type="parTrans" cxnId="{25597041-7DA9-477C-964E-6079CCAFB6E5}">
      <dgm:prSet/>
      <dgm:spPr>
        <a:xfrm>
          <a:off x="1255183" y="2577803"/>
          <a:ext cx="92066" cy="850841"/>
        </a:xfrm>
      </dgm:spPr>
      <dgm:t>
        <a:bodyPr/>
        <a:lstStyle/>
        <a:p>
          <a:pPr algn="just"/>
          <a:endParaRPr lang="en-US" sz="900">
            <a:solidFill>
              <a:schemeClr val="tx1"/>
            </a:solidFill>
          </a:endParaRPr>
        </a:p>
      </dgm:t>
    </dgm:pt>
    <dgm:pt modelId="{3C6E7DE5-6C6E-42C9-8B5C-0DD58906ECBC}" type="sibTrans" cxnId="{25597041-7DA9-477C-964E-6079CCAFB6E5}">
      <dgm:prSet/>
      <dgm:spPr/>
      <dgm:t>
        <a:bodyPr/>
        <a:lstStyle/>
        <a:p>
          <a:endParaRPr lang="en-US"/>
        </a:p>
      </dgm:t>
    </dgm:pt>
    <dgm:pt modelId="{71A0C83D-33B4-4D0A-B59A-EE12301A64B0}">
      <dgm:prSet custT="1"/>
      <dgm:spPr>
        <a:xfrm>
          <a:off x="66943" y="5310324"/>
          <a:ext cx="938576" cy="262131"/>
        </a:xfrm>
      </dgm:spPr>
      <dgm:t>
        <a:bodyPr/>
        <a:lstStyle/>
        <a:p>
          <a:pPr>
            <a:buNone/>
          </a:pPr>
          <a:r>
            <a:rPr lang="ar-EG" sz="900" b="1">
              <a:latin typeface="Cambria"/>
              <a:ea typeface="+mn-ea"/>
              <a:cs typeface="Arial" panose="020B0604020202020204" pitchFamily="34" charset="0"/>
            </a:rPr>
            <a:t>إدارة معمل عرب المدابغ وتابعه بني غالب</a:t>
          </a:r>
          <a:endParaRPr lang="en-US" sz="900" b="1">
            <a:latin typeface="Cambria"/>
            <a:ea typeface="+mn-ea"/>
            <a:cs typeface="+mn-cs"/>
          </a:endParaRPr>
        </a:p>
      </dgm:t>
    </dgm:pt>
    <dgm:pt modelId="{4AD19218-435E-4B10-812F-106113DB8663}" type="parTrans" cxnId="{B415A8D7-77D1-4400-9DBC-8979F2313458}">
      <dgm:prSet/>
      <dgm:spPr>
        <a:xfrm>
          <a:off x="550808" y="2501676"/>
          <a:ext cx="454710" cy="2939713"/>
        </a:xfrm>
      </dgm:spPr>
      <dgm:t>
        <a:bodyPr/>
        <a:lstStyle/>
        <a:p>
          <a:endParaRPr lang="en-US" sz="900">
            <a:solidFill>
              <a:schemeClr val="tx1"/>
            </a:solidFill>
          </a:endParaRPr>
        </a:p>
      </dgm:t>
    </dgm:pt>
    <dgm:pt modelId="{A0318F1C-3FCA-4F91-B7B7-03D17780871C}" type="sibTrans" cxnId="{B415A8D7-77D1-4400-9DBC-8979F2313458}">
      <dgm:prSet/>
      <dgm:spPr/>
      <dgm:t>
        <a:bodyPr/>
        <a:lstStyle/>
        <a:p>
          <a:endParaRPr lang="en-US"/>
        </a:p>
      </dgm:t>
    </dgm:pt>
    <dgm:pt modelId="{628FA665-9F26-462B-9367-FFEAF8F94CBB}">
      <dgm:prSet custT="1"/>
      <dgm:spPr>
        <a:xfrm>
          <a:off x="125560" y="4951806"/>
          <a:ext cx="865300" cy="262131"/>
        </a:xfrm>
      </dgm:spPr>
      <dgm:t>
        <a:bodyPr/>
        <a:lstStyle/>
        <a:p>
          <a:pPr rtl="1">
            <a:buNone/>
          </a:pPr>
          <a:r>
            <a:rPr lang="ar-EG" sz="900" b="1" dirty="0">
              <a:latin typeface="Cambria"/>
              <a:ea typeface="+mn-ea"/>
              <a:cs typeface="Arial" panose="020B0604020202020204" pitchFamily="34" charset="0"/>
            </a:rPr>
            <a:t>إدارة معمل صدفا </a:t>
          </a:r>
          <a:r>
            <a:rPr lang="ar-EG" sz="900" b="1" dirty="0" err="1">
              <a:latin typeface="Cambria"/>
              <a:ea typeface="+mn-ea"/>
              <a:cs typeface="Arial" panose="020B0604020202020204" pitchFamily="34" charset="0"/>
            </a:rPr>
            <a:t>والغنايم</a:t>
          </a:r>
          <a:r>
            <a:rPr lang="ar-EG" sz="900" b="1" dirty="0">
              <a:latin typeface="Cambria"/>
              <a:ea typeface="+mn-ea"/>
              <a:cs typeface="Arial" panose="020B0604020202020204" pitchFamily="34" charset="0"/>
            </a:rPr>
            <a:t> وتابعه الزرابي</a:t>
          </a:r>
          <a:endParaRPr lang="en-US" sz="900" dirty="0">
            <a:latin typeface="Cambria"/>
            <a:ea typeface="+mn-ea"/>
            <a:cs typeface="+mn-cs"/>
          </a:endParaRPr>
        </a:p>
      </dgm:t>
    </dgm:pt>
    <dgm:pt modelId="{78F0DE28-5E58-4C7F-B095-F129FB41AB54}" type="parTrans" cxnId="{8481D2A3-765B-47FD-98A7-BDDC35432423}">
      <dgm:prSet/>
      <dgm:spPr>
        <a:xfrm>
          <a:off x="125560" y="2501676"/>
          <a:ext cx="425247" cy="2581195"/>
        </a:xfrm>
      </dgm:spPr>
      <dgm:t>
        <a:bodyPr/>
        <a:lstStyle/>
        <a:p>
          <a:endParaRPr lang="en-US" sz="900">
            <a:solidFill>
              <a:schemeClr val="tx1"/>
            </a:solidFill>
          </a:endParaRPr>
        </a:p>
      </dgm:t>
    </dgm:pt>
    <dgm:pt modelId="{7183AAFE-52B8-4A54-A06C-0325B814F0D7}" type="sibTrans" cxnId="{8481D2A3-765B-47FD-98A7-BDDC35432423}">
      <dgm:prSet/>
      <dgm:spPr/>
      <dgm:t>
        <a:bodyPr/>
        <a:lstStyle/>
        <a:p>
          <a:endParaRPr lang="en-US"/>
        </a:p>
      </dgm:t>
    </dgm:pt>
    <dgm:pt modelId="{24378665-707D-410D-BC73-FC5FC4B1367E}">
      <dgm:prSet custT="1"/>
      <dgm:spPr>
        <a:xfrm>
          <a:off x="99884" y="4574209"/>
          <a:ext cx="906984" cy="262131"/>
        </a:xfrm>
      </dgm:spPr>
      <dgm:t>
        <a:bodyPr/>
        <a:lstStyle/>
        <a:p>
          <a:pPr>
            <a:buNone/>
          </a:pPr>
          <a:r>
            <a:rPr lang="ar-EG" sz="900" b="1" dirty="0">
              <a:latin typeface="Cambria"/>
              <a:ea typeface="+mn-ea"/>
              <a:cs typeface="Arial" panose="020B0604020202020204" pitchFamily="34" charset="0"/>
            </a:rPr>
            <a:t>إدارة معمل أبنوب والفتح وتابعه عرب العوامر</a:t>
          </a:r>
          <a:endParaRPr lang="en-US" sz="900" b="1" dirty="0">
            <a:latin typeface="Cambria"/>
            <a:ea typeface="+mn-ea"/>
            <a:cs typeface="+mn-cs"/>
          </a:endParaRPr>
        </a:p>
      </dgm:t>
    </dgm:pt>
    <dgm:pt modelId="{2D85FE00-676C-4756-A0EF-AB2EE1137DEB}" type="parTrans" cxnId="{B272181E-81B6-4C5E-BD58-1CF9BF85816E}">
      <dgm:prSet/>
      <dgm:spPr>
        <a:xfrm>
          <a:off x="99884" y="2501676"/>
          <a:ext cx="450924" cy="2203598"/>
        </a:xfrm>
      </dgm:spPr>
      <dgm:t>
        <a:bodyPr/>
        <a:lstStyle/>
        <a:p>
          <a:endParaRPr lang="en-US" sz="900">
            <a:solidFill>
              <a:schemeClr val="tx1"/>
            </a:solidFill>
          </a:endParaRPr>
        </a:p>
      </dgm:t>
    </dgm:pt>
    <dgm:pt modelId="{3079C635-F414-48B9-BABD-EFC954E7F943}" type="sibTrans" cxnId="{B272181E-81B6-4C5E-BD58-1CF9BF85816E}">
      <dgm:prSet/>
      <dgm:spPr/>
      <dgm:t>
        <a:bodyPr/>
        <a:lstStyle/>
        <a:p>
          <a:endParaRPr lang="en-US"/>
        </a:p>
      </dgm:t>
    </dgm:pt>
    <dgm:pt modelId="{14CDB8A9-1AB7-4E6F-B57D-99BDB08C0CAA}">
      <dgm:prSet custT="1"/>
      <dgm:spPr>
        <a:xfrm>
          <a:off x="93308" y="4224346"/>
          <a:ext cx="893810" cy="262131"/>
        </a:xfrm>
      </dgm:spPr>
      <dgm:t>
        <a:bodyPr/>
        <a:lstStyle/>
        <a:p>
          <a:pPr>
            <a:buNone/>
          </a:pPr>
          <a:r>
            <a:rPr lang="ar-EG" sz="900" b="1">
              <a:latin typeface="Cambria"/>
              <a:ea typeface="+mn-ea"/>
              <a:cs typeface="Arial" panose="020B0604020202020204" pitchFamily="34" charset="0"/>
            </a:rPr>
            <a:t>إدارة معمل منفلوط</a:t>
          </a:r>
          <a:endParaRPr lang="en-US" sz="900" b="1">
            <a:latin typeface="Cambria"/>
            <a:ea typeface="+mn-ea"/>
            <a:cs typeface="+mn-cs"/>
          </a:endParaRPr>
        </a:p>
      </dgm:t>
    </dgm:pt>
    <dgm:pt modelId="{970191B5-5AC4-45B8-9494-6466F0B1C96B}" type="parTrans" cxnId="{93A14175-119B-469C-AC2E-E44963C6992C}">
      <dgm:prSet/>
      <dgm:spPr>
        <a:xfrm>
          <a:off x="550808" y="2501676"/>
          <a:ext cx="436309" cy="1853735"/>
        </a:xfrm>
      </dgm:spPr>
      <dgm:t>
        <a:bodyPr/>
        <a:lstStyle/>
        <a:p>
          <a:endParaRPr lang="en-US" sz="900">
            <a:solidFill>
              <a:schemeClr val="tx1"/>
            </a:solidFill>
          </a:endParaRPr>
        </a:p>
      </dgm:t>
    </dgm:pt>
    <dgm:pt modelId="{5B9DC01C-5149-48D0-B108-919202BB42DA}" type="sibTrans" cxnId="{93A14175-119B-469C-AC2E-E44963C6992C}">
      <dgm:prSet/>
      <dgm:spPr/>
      <dgm:t>
        <a:bodyPr/>
        <a:lstStyle/>
        <a:p>
          <a:endParaRPr lang="en-US"/>
        </a:p>
      </dgm:t>
    </dgm:pt>
    <dgm:pt modelId="{38C9C738-10D0-4B1D-835F-7F69935EBD72}">
      <dgm:prSet phldrT="[Text]" custT="1"/>
      <dgm:spPr>
        <a:xfrm>
          <a:off x="3639390" y="2371444"/>
          <a:ext cx="965122" cy="412857"/>
        </a:xfrm>
      </dgm:spPr>
      <dgm:t>
        <a:bodyPr/>
        <a:lstStyle/>
        <a:p>
          <a:pPr>
            <a:buNone/>
          </a:pPr>
          <a:r>
            <a:rPr lang="ar-EG" sz="900" b="1" dirty="0">
              <a:latin typeface="Cambria"/>
              <a:ea typeface="+mn-ea"/>
              <a:cs typeface="Arial" panose="020B0604020202020204" pitchFamily="34" charset="0"/>
            </a:rPr>
            <a:t>الادارة العامة للمعمل المركزي لتحاليل مياه الشرب</a:t>
          </a:r>
          <a:endParaRPr lang="en-US" sz="900" b="1" dirty="0">
            <a:latin typeface="Cambria"/>
            <a:ea typeface="+mn-ea"/>
            <a:cs typeface="+mn-cs"/>
          </a:endParaRPr>
        </a:p>
      </dgm:t>
    </dgm:pt>
    <dgm:pt modelId="{103A80A5-F8AD-4468-9DB1-DE591D459CE2}" type="parTrans" cxnId="{8E629B67-EC2F-48E7-A436-AF197645D0E4}">
      <dgm:prSet/>
      <dgm:spPr>
        <a:xfrm>
          <a:off x="4121952" y="586740"/>
          <a:ext cx="846123" cy="1784703"/>
        </a:xfrm>
      </dgm:spPr>
      <dgm:t>
        <a:bodyPr/>
        <a:lstStyle/>
        <a:p>
          <a:endParaRPr lang="en-US" sz="900">
            <a:solidFill>
              <a:schemeClr val="tx1"/>
            </a:solidFill>
          </a:endParaRPr>
        </a:p>
      </dgm:t>
    </dgm:pt>
    <dgm:pt modelId="{8D58D9D5-82DE-47C1-9B09-A86603CC250A}" type="sibTrans" cxnId="{8E629B67-EC2F-48E7-A436-AF197645D0E4}">
      <dgm:prSet/>
      <dgm:spPr/>
      <dgm:t>
        <a:bodyPr/>
        <a:lstStyle/>
        <a:p>
          <a:endParaRPr lang="en-US"/>
        </a:p>
      </dgm:t>
    </dgm:pt>
    <dgm:pt modelId="{CA78BA26-C76F-4D1C-8381-09FFFEA39C21}">
      <dgm:prSet custT="1"/>
      <dgm:spPr>
        <a:xfrm>
          <a:off x="3840200" y="2916032"/>
          <a:ext cx="752902" cy="278852"/>
        </a:xfrm>
      </dgm:spPr>
      <dgm:t>
        <a:bodyPr/>
        <a:lstStyle/>
        <a:p>
          <a:pPr>
            <a:buNone/>
          </a:pPr>
          <a:r>
            <a:rPr lang="ar-EG" sz="900" b="1">
              <a:latin typeface="Cambria"/>
              <a:ea typeface="+mn-ea"/>
              <a:cs typeface="Arial" panose="020B0604020202020204" pitchFamily="34" charset="0"/>
            </a:rPr>
            <a:t>إدارة معمل الكيمياء غير العضوية</a:t>
          </a:r>
          <a:endParaRPr lang="en-US" sz="900" b="1">
            <a:latin typeface="Cambria"/>
            <a:ea typeface="+mn-ea"/>
            <a:cs typeface="+mn-cs"/>
          </a:endParaRPr>
        </a:p>
      </dgm:t>
    </dgm:pt>
    <dgm:pt modelId="{F0452654-D846-494D-8FC5-D1C846A55044}" type="parTrans" cxnId="{78EAF224-5162-4AD5-B4BB-7FA789A4A901}">
      <dgm:prSet/>
      <dgm:spPr>
        <a:xfrm>
          <a:off x="3735903" y="2784302"/>
          <a:ext cx="104297" cy="271156"/>
        </a:xfrm>
      </dgm:spPr>
      <dgm:t>
        <a:bodyPr/>
        <a:lstStyle/>
        <a:p>
          <a:endParaRPr lang="en-US" sz="900">
            <a:solidFill>
              <a:schemeClr val="tx1"/>
            </a:solidFill>
          </a:endParaRPr>
        </a:p>
      </dgm:t>
    </dgm:pt>
    <dgm:pt modelId="{DE2E2F46-95A0-413D-B813-78839C470102}" type="sibTrans" cxnId="{78EAF224-5162-4AD5-B4BB-7FA789A4A901}">
      <dgm:prSet/>
      <dgm:spPr/>
      <dgm:t>
        <a:bodyPr/>
        <a:lstStyle/>
        <a:p>
          <a:endParaRPr lang="en-US"/>
        </a:p>
      </dgm:t>
    </dgm:pt>
    <dgm:pt modelId="{EB95D0E1-1D8F-4F69-8FAB-E1C03C8E3A72}">
      <dgm:prSet custT="1"/>
      <dgm:spPr>
        <a:xfrm>
          <a:off x="3879514" y="3274757"/>
          <a:ext cx="752902" cy="278852"/>
        </a:xfrm>
      </dgm:spPr>
      <dgm:t>
        <a:bodyPr/>
        <a:lstStyle/>
        <a:p>
          <a:pPr>
            <a:buNone/>
          </a:pPr>
          <a:r>
            <a:rPr lang="ar-EG" sz="900" b="1">
              <a:latin typeface="Cambria"/>
              <a:ea typeface="+mn-ea"/>
              <a:cs typeface="Arial" panose="020B0604020202020204" pitchFamily="34" charset="0"/>
            </a:rPr>
            <a:t>ادارة معمل الكيمياء العضوية</a:t>
          </a:r>
          <a:endParaRPr lang="en-US" sz="900" b="1" dirty="0">
            <a:latin typeface="Cambria"/>
            <a:ea typeface="+mn-ea"/>
            <a:cs typeface="+mn-cs"/>
          </a:endParaRPr>
        </a:p>
      </dgm:t>
    </dgm:pt>
    <dgm:pt modelId="{88D281FC-8712-46D2-92EF-A82A07C4D150}" type="parTrans" cxnId="{EC6D3323-D790-43E4-B373-3C8D35EF4138}">
      <dgm:prSet/>
      <dgm:spPr>
        <a:xfrm>
          <a:off x="3735903" y="2784302"/>
          <a:ext cx="143611" cy="629881"/>
        </a:xfrm>
      </dgm:spPr>
      <dgm:t>
        <a:bodyPr/>
        <a:lstStyle/>
        <a:p>
          <a:endParaRPr lang="en-US" sz="900">
            <a:solidFill>
              <a:schemeClr val="tx1"/>
            </a:solidFill>
          </a:endParaRPr>
        </a:p>
      </dgm:t>
    </dgm:pt>
    <dgm:pt modelId="{8CC1AA93-3396-458B-ABBC-F347D77AB45D}" type="sibTrans" cxnId="{EC6D3323-D790-43E4-B373-3C8D35EF4138}">
      <dgm:prSet/>
      <dgm:spPr/>
      <dgm:t>
        <a:bodyPr/>
        <a:lstStyle/>
        <a:p>
          <a:endParaRPr lang="en-US"/>
        </a:p>
      </dgm:t>
    </dgm:pt>
    <dgm:pt modelId="{478139AC-338E-47DB-9DC8-D0F5490B62A6}">
      <dgm:prSet custT="1"/>
      <dgm:spPr>
        <a:xfrm>
          <a:off x="3888906" y="4056070"/>
          <a:ext cx="752902" cy="278852"/>
        </a:xfrm>
      </dgm:spPr>
      <dgm:t>
        <a:bodyPr/>
        <a:lstStyle/>
        <a:p>
          <a:pPr>
            <a:buNone/>
          </a:pPr>
          <a:r>
            <a:rPr lang="ar-EG" sz="900" b="1">
              <a:latin typeface="Cambria"/>
              <a:ea typeface="+mn-ea"/>
              <a:cs typeface="Arial" panose="020B0604020202020204" pitchFamily="34" charset="0"/>
            </a:rPr>
            <a:t>ادارة جمع وتكويد العينات</a:t>
          </a:r>
          <a:endParaRPr lang="en-US" sz="900" b="1">
            <a:latin typeface="Cambria"/>
            <a:ea typeface="+mn-ea"/>
            <a:cs typeface="+mn-cs"/>
          </a:endParaRPr>
        </a:p>
      </dgm:t>
    </dgm:pt>
    <dgm:pt modelId="{FB0407CF-1DB7-40F4-AAA6-6B74047670F3}" type="parTrans" cxnId="{F517FB97-9215-42E0-8C55-6A7B82268541}">
      <dgm:prSet/>
      <dgm:spPr>
        <a:xfrm>
          <a:off x="3735903" y="2784302"/>
          <a:ext cx="153003" cy="1411194"/>
        </a:xfrm>
      </dgm:spPr>
      <dgm:t>
        <a:bodyPr/>
        <a:lstStyle/>
        <a:p>
          <a:endParaRPr lang="en-US" sz="900">
            <a:solidFill>
              <a:schemeClr val="tx1"/>
            </a:solidFill>
          </a:endParaRPr>
        </a:p>
      </dgm:t>
    </dgm:pt>
    <dgm:pt modelId="{4263CB37-265C-46B6-B762-03D58EA334C0}" type="sibTrans" cxnId="{F517FB97-9215-42E0-8C55-6A7B82268541}">
      <dgm:prSet/>
      <dgm:spPr/>
      <dgm:t>
        <a:bodyPr/>
        <a:lstStyle/>
        <a:p>
          <a:endParaRPr lang="en-US"/>
        </a:p>
      </dgm:t>
    </dgm:pt>
    <dgm:pt modelId="{E027787A-9B40-44E6-A185-3FA23E9B16D4}">
      <dgm:prSet custT="1"/>
      <dgm:spPr>
        <a:xfrm>
          <a:off x="3852686" y="3660648"/>
          <a:ext cx="752902" cy="278852"/>
        </a:xfrm>
      </dgm:spPr>
      <dgm:t>
        <a:bodyPr/>
        <a:lstStyle/>
        <a:p>
          <a:pPr rtl="1">
            <a:buNone/>
          </a:pPr>
          <a:r>
            <a:rPr lang="ar-EG" sz="900" b="1">
              <a:latin typeface="Cambria"/>
              <a:ea typeface="+mn-ea"/>
              <a:cs typeface="Arial" panose="020B0604020202020204" pitchFamily="34" charset="0"/>
            </a:rPr>
            <a:t>إدارة معمل الميكروبيولوجي</a:t>
          </a:r>
          <a:endParaRPr lang="en-US" sz="900" b="1" dirty="0">
            <a:latin typeface="Cambria"/>
            <a:ea typeface="+mn-ea"/>
            <a:cs typeface="+mn-cs"/>
          </a:endParaRPr>
        </a:p>
      </dgm:t>
    </dgm:pt>
    <dgm:pt modelId="{CD1477CF-D493-4F38-9109-91F55D5E113A}" type="parTrans" cxnId="{9B8738BA-8265-47F1-8FB9-B36E36818D1A}">
      <dgm:prSet/>
      <dgm:spPr>
        <a:xfrm>
          <a:off x="3735903" y="2784302"/>
          <a:ext cx="116783" cy="1015772"/>
        </a:xfrm>
      </dgm:spPr>
      <dgm:t>
        <a:bodyPr/>
        <a:lstStyle/>
        <a:p>
          <a:endParaRPr lang="en-US" sz="900">
            <a:solidFill>
              <a:schemeClr val="tx1"/>
            </a:solidFill>
          </a:endParaRPr>
        </a:p>
      </dgm:t>
    </dgm:pt>
    <dgm:pt modelId="{0BE0FCB3-6BD2-4026-8568-661A7675FB5C}" type="sibTrans" cxnId="{9B8738BA-8265-47F1-8FB9-B36E36818D1A}">
      <dgm:prSet/>
      <dgm:spPr/>
      <dgm:t>
        <a:bodyPr/>
        <a:lstStyle/>
        <a:p>
          <a:endParaRPr lang="en-US"/>
        </a:p>
      </dgm:t>
    </dgm:pt>
    <dgm:pt modelId="{0C9E41F4-F0B0-4208-9E28-ECFD800D4A34}" type="asst">
      <dgm:prSet custT="1"/>
      <dgm:spPr>
        <a:xfrm>
          <a:off x="5799802" y="643776"/>
          <a:ext cx="1211237" cy="282222"/>
        </a:xfrm>
      </dgm:spPr>
      <dgm:t>
        <a:bodyPr/>
        <a:lstStyle/>
        <a:p>
          <a:pPr>
            <a:buNone/>
          </a:pPr>
          <a:r>
            <a:rPr lang="ar-EG" sz="900" b="1">
              <a:latin typeface="Cambria"/>
              <a:ea typeface="+mn-ea"/>
              <a:cs typeface="Arial" panose="020B0604020202020204" pitchFamily="34" charset="0"/>
            </a:rPr>
            <a:t>إدارة نظم المعلومات ومتابعة التقارير</a:t>
          </a:r>
          <a:endParaRPr lang="en-US" sz="900" b="1">
            <a:latin typeface="Cambria"/>
            <a:ea typeface="+mn-ea"/>
            <a:cs typeface="+mn-cs"/>
          </a:endParaRPr>
        </a:p>
      </dgm:t>
    </dgm:pt>
    <dgm:pt modelId="{A740B39B-0021-42FB-A4EC-B26AB557C9BF}" type="parTrans" cxnId="{52CDFA46-574A-49EC-93CF-BB2B5281570D}">
      <dgm:prSet/>
      <dgm:spPr>
        <a:xfrm>
          <a:off x="4968075" y="586740"/>
          <a:ext cx="831726" cy="198147"/>
        </a:xfrm>
      </dgm:spPr>
      <dgm:t>
        <a:bodyPr/>
        <a:lstStyle/>
        <a:p>
          <a:endParaRPr lang="en-US" sz="900">
            <a:solidFill>
              <a:schemeClr val="tx1"/>
            </a:solidFill>
          </a:endParaRPr>
        </a:p>
      </dgm:t>
    </dgm:pt>
    <dgm:pt modelId="{E32E3D9C-FA5C-43A8-83DB-714F82D4ADFD}" type="sibTrans" cxnId="{52CDFA46-574A-49EC-93CF-BB2B5281570D}">
      <dgm:prSet/>
      <dgm:spPr/>
      <dgm:t>
        <a:bodyPr/>
        <a:lstStyle/>
        <a:p>
          <a:endParaRPr lang="en-US"/>
        </a:p>
      </dgm:t>
    </dgm:pt>
    <dgm:pt modelId="{3C781D7E-DAA7-42B3-ACE1-DF6CE6F4F22F}" type="asst">
      <dgm:prSet custT="1"/>
      <dgm:spPr>
        <a:xfrm>
          <a:off x="6121273" y="2899683"/>
          <a:ext cx="1063849" cy="630603"/>
        </a:xfrm>
      </dgm:spPr>
      <dgm:t>
        <a:bodyPr/>
        <a:lstStyle/>
        <a:p>
          <a:pPr rtl="1">
            <a:buNone/>
          </a:pPr>
          <a:r>
            <a:rPr lang="ar-EG" sz="900" b="1" dirty="0">
              <a:latin typeface="Cambria"/>
              <a:ea typeface="+mn-ea"/>
              <a:cs typeface="Times New Roman" panose="02020603050405020304" pitchFamily="18" charset="0"/>
            </a:rPr>
            <a:t>إدارة معامل مياه الوادي الجديد</a:t>
          </a:r>
        </a:p>
        <a:p>
          <a:pPr rtl="1">
            <a:buNone/>
          </a:pPr>
          <a:r>
            <a:rPr lang="ar-EG" sz="900" b="1" dirty="0">
              <a:latin typeface="Cambria"/>
              <a:ea typeface="+mn-ea"/>
              <a:cs typeface="Times New Roman" panose="02020603050405020304" pitchFamily="18" charset="0"/>
            </a:rPr>
            <a:t>(الخارجة - الداخلة - الفرافرة - باريس)</a:t>
          </a:r>
          <a:endParaRPr lang="en-US" sz="900" b="1" dirty="0">
            <a:latin typeface="Cambria"/>
            <a:ea typeface="+mn-ea"/>
            <a:cs typeface="+mn-cs"/>
          </a:endParaRPr>
        </a:p>
      </dgm:t>
    </dgm:pt>
    <dgm:pt modelId="{F5B693BD-119A-45E5-93F4-B5C8FE395267}" type="parTrans" cxnId="{F42148F7-B062-4850-BF66-E178D0FA5C64}">
      <dgm:prSet/>
      <dgm:spPr>
        <a:xfrm>
          <a:off x="5936643" y="2621017"/>
          <a:ext cx="184630" cy="593968"/>
        </a:xfrm>
      </dgm:spPr>
      <dgm:t>
        <a:bodyPr/>
        <a:lstStyle/>
        <a:p>
          <a:endParaRPr lang="en-US" sz="900">
            <a:solidFill>
              <a:schemeClr val="tx1"/>
            </a:solidFill>
          </a:endParaRPr>
        </a:p>
      </dgm:t>
    </dgm:pt>
    <dgm:pt modelId="{321DE72C-922D-414B-85A3-080F00360EA2}" type="sibTrans" cxnId="{F42148F7-B062-4850-BF66-E178D0FA5C64}">
      <dgm:prSet/>
      <dgm:spPr/>
      <dgm:t>
        <a:bodyPr/>
        <a:lstStyle/>
        <a:p>
          <a:endParaRPr lang="en-US"/>
        </a:p>
      </dgm:t>
    </dgm:pt>
    <dgm:pt modelId="{483E695F-B88B-4007-AA2B-B28905E845D0}" type="asst">
      <dgm:prSet custT="1"/>
      <dgm:spPr>
        <a:xfrm>
          <a:off x="6171119" y="3717358"/>
          <a:ext cx="827008" cy="355631"/>
        </a:xfrm>
      </dgm:spPr>
      <dgm:t>
        <a:bodyPr/>
        <a:lstStyle/>
        <a:p>
          <a:pPr rtl="1">
            <a:buNone/>
          </a:pPr>
          <a:r>
            <a:rPr lang="ar-EG" sz="900" b="1">
              <a:latin typeface="Cambria"/>
              <a:ea typeface="+mn-ea"/>
              <a:cs typeface="Arial" panose="020B0604020202020204" pitchFamily="34" charset="0"/>
            </a:rPr>
            <a:t>إدارة معمل نزلة عبداللاه وتابعه الزاوية</a:t>
          </a:r>
          <a:endParaRPr lang="en-US" sz="900" b="1" dirty="0">
            <a:latin typeface="Cambria"/>
            <a:ea typeface="+mn-ea"/>
            <a:cs typeface="+mn-cs"/>
          </a:endParaRPr>
        </a:p>
      </dgm:t>
    </dgm:pt>
    <dgm:pt modelId="{174A53E0-E1EA-4982-BFA3-51DB9BF1261A}" type="parTrans" cxnId="{D3216A5C-773D-4DB2-AE3A-D85688E6B172}">
      <dgm:prSet/>
      <dgm:spPr>
        <a:xfrm>
          <a:off x="5936643" y="2621017"/>
          <a:ext cx="234476" cy="1274157"/>
        </a:xfrm>
      </dgm:spPr>
      <dgm:t>
        <a:bodyPr/>
        <a:lstStyle/>
        <a:p>
          <a:endParaRPr lang="en-US" sz="900">
            <a:solidFill>
              <a:schemeClr val="tx1"/>
            </a:solidFill>
          </a:endParaRPr>
        </a:p>
      </dgm:t>
    </dgm:pt>
    <dgm:pt modelId="{ADE21EFB-5C88-4485-BB1C-49A5998831AD}" type="sibTrans" cxnId="{D3216A5C-773D-4DB2-AE3A-D85688E6B172}">
      <dgm:prSet/>
      <dgm:spPr/>
      <dgm:t>
        <a:bodyPr/>
        <a:lstStyle/>
        <a:p>
          <a:endParaRPr lang="en-US"/>
        </a:p>
      </dgm:t>
    </dgm:pt>
    <dgm:pt modelId="{85CE9A15-6567-4F76-BCFD-C9E22DB31A29}" type="asst">
      <dgm:prSet custT="1"/>
      <dgm:spPr>
        <a:xfrm>
          <a:off x="6147136" y="4337963"/>
          <a:ext cx="904602" cy="419645"/>
        </a:xfrm>
      </dgm:spPr>
      <dgm:t>
        <a:bodyPr/>
        <a:lstStyle/>
        <a:p>
          <a:pPr>
            <a:buNone/>
          </a:pPr>
          <a:r>
            <a:rPr lang="ar-EG" sz="900" b="1">
              <a:latin typeface="Cambria"/>
              <a:ea typeface="+mn-ea"/>
              <a:cs typeface="Arial" panose="020B0604020202020204" pitchFamily="34" charset="0"/>
            </a:rPr>
            <a:t>إدارة معمل التشيكي والألماني وتابعه معمل الجامعة</a:t>
          </a:r>
          <a:endParaRPr lang="en-US" sz="900" b="1">
            <a:latin typeface="Cambria"/>
            <a:ea typeface="+mn-ea"/>
            <a:cs typeface="+mn-cs"/>
          </a:endParaRPr>
        </a:p>
      </dgm:t>
    </dgm:pt>
    <dgm:pt modelId="{23272736-B022-4B09-BAB4-F0F521E1C638}" type="parTrans" cxnId="{547BD06E-B210-4976-B794-35DC0169C463}">
      <dgm:prSet/>
      <dgm:spPr>
        <a:xfrm>
          <a:off x="5936643" y="2621017"/>
          <a:ext cx="210492" cy="1926768"/>
        </a:xfrm>
      </dgm:spPr>
      <dgm:t>
        <a:bodyPr/>
        <a:lstStyle/>
        <a:p>
          <a:endParaRPr lang="en-US" sz="900">
            <a:solidFill>
              <a:schemeClr val="tx1"/>
            </a:solidFill>
          </a:endParaRPr>
        </a:p>
      </dgm:t>
    </dgm:pt>
    <dgm:pt modelId="{967ADF3E-0756-497D-9A64-6B678A5D36E6}" type="sibTrans" cxnId="{547BD06E-B210-4976-B794-35DC0169C463}">
      <dgm:prSet/>
      <dgm:spPr/>
      <dgm:t>
        <a:bodyPr/>
        <a:lstStyle/>
        <a:p>
          <a:endParaRPr lang="en-US"/>
        </a:p>
      </dgm:t>
    </dgm:pt>
    <dgm:pt modelId="{F98DCCF3-E7A9-40A8-B9C0-20EEE7DE2642}" type="asst">
      <dgm:prSet custT="1"/>
      <dgm:spPr>
        <a:xfrm>
          <a:off x="6085188" y="4894768"/>
          <a:ext cx="867428" cy="447238"/>
        </a:xfrm>
      </dgm:spPr>
      <dgm:t>
        <a:bodyPr/>
        <a:lstStyle/>
        <a:p>
          <a:pPr>
            <a:buNone/>
          </a:pPr>
          <a:r>
            <a:rPr lang="ar-EG" sz="900" b="1" dirty="0">
              <a:latin typeface="Cambria"/>
              <a:ea typeface="+mn-ea"/>
              <a:cs typeface="Arial" panose="020B0604020202020204" pitchFamily="34" charset="0"/>
            </a:rPr>
            <a:t>إدارة معمل </a:t>
          </a:r>
          <a:r>
            <a:rPr lang="ar-EG" sz="900" b="1" dirty="0" err="1">
              <a:latin typeface="Cambria"/>
              <a:ea typeface="+mn-ea"/>
              <a:cs typeface="Arial" panose="020B0604020202020204" pitchFamily="34" charset="0"/>
            </a:rPr>
            <a:t>الوليدية</a:t>
          </a:r>
          <a:r>
            <a:rPr lang="ar-EG" sz="900" b="1" dirty="0">
              <a:latin typeface="Cambria"/>
              <a:ea typeface="+mn-ea"/>
              <a:cs typeface="Arial" panose="020B0604020202020204" pitchFamily="34" charset="0"/>
            </a:rPr>
            <a:t> وتابعه معامل بهيج والبورة </a:t>
          </a:r>
          <a:r>
            <a:rPr lang="ar-EG" sz="900" b="1" dirty="0" err="1">
              <a:latin typeface="Cambria"/>
              <a:ea typeface="+mn-ea"/>
              <a:cs typeface="Arial" panose="020B0604020202020204" pitchFamily="34" charset="0"/>
            </a:rPr>
            <a:t>ومنقباد</a:t>
          </a:r>
          <a:endParaRPr lang="en-US" sz="900" b="1" dirty="0">
            <a:latin typeface="Cambria"/>
            <a:ea typeface="+mn-ea"/>
            <a:cs typeface="+mn-cs"/>
          </a:endParaRPr>
        </a:p>
      </dgm:t>
    </dgm:pt>
    <dgm:pt modelId="{9BB8D607-19B6-4CB3-8C8D-B109301A280B}" type="parTrans" cxnId="{ED3E7E6D-E95A-4026-A0F7-CABCA1DAC521}">
      <dgm:prSet/>
      <dgm:spPr>
        <a:xfrm>
          <a:off x="5936643" y="2621017"/>
          <a:ext cx="148545" cy="2497370"/>
        </a:xfrm>
      </dgm:spPr>
      <dgm:t>
        <a:bodyPr/>
        <a:lstStyle/>
        <a:p>
          <a:endParaRPr lang="en-US" sz="900">
            <a:solidFill>
              <a:schemeClr val="tx1"/>
            </a:solidFill>
          </a:endParaRPr>
        </a:p>
      </dgm:t>
    </dgm:pt>
    <dgm:pt modelId="{B81C552A-250F-47D9-88D3-C7285BA4E60B}" type="sibTrans" cxnId="{ED3E7E6D-E95A-4026-A0F7-CABCA1DAC521}">
      <dgm:prSet/>
      <dgm:spPr/>
      <dgm:t>
        <a:bodyPr/>
        <a:lstStyle/>
        <a:p>
          <a:endParaRPr lang="en-US"/>
        </a:p>
      </dgm:t>
    </dgm:pt>
    <dgm:pt modelId="{C7340574-CE4F-4E38-8CBB-D145F3260BD9}" type="asst">
      <dgm:prSet custT="1"/>
      <dgm:spPr>
        <a:xfrm>
          <a:off x="4622411" y="5424466"/>
          <a:ext cx="943831" cy="282222"/>
        </a:xfrm>
      </dgm:spPr>
      <dgm:t>
        <a:bodyPr/>
        <a:lstStyle/>
        <a:p>
          <a:pPr>
            <a:buNone/>
          </a:pPr>
          <a:r>
            <a:rPr lang="ar-EG" sz="900" b="1">
              <a:latin typeface="Cambria"/>
              <a:ea typeface="+mn-ea"/>
              <a:cs typeface="Arial" panose="020B0604020202020204" pitchFamily="34" charset="0"/>
            </a:rPr>
            <a:t>إدارة معمل منفلوط</a:t>
          </a:r>
          <a:endParaRPr lang="en-US" sz="900" b="1">
            <a:latin typeface="Cambria"/>
            <a:ea typeface="+mn-ea"/>
            <a:cs typeface="+mn-cs"/>
          </a:endParaRPr>
        </a:p>
      </dgm:t>
    </dgm:pt>
    <dgm:pt modelId="{93B7F41D-4E48-48FD-83A1-4433EB7D4C16}" type="parTrans" cxnId="{CF4E2159-67AF-41CC-929F-5042BAA976FB}">
      <dgm:prSet/>
      <dgm:spPr>
        <a:xfrm>
          <a:off x="5566243" y="2621017"/>
          <a:ext cx="370400" cy="2944561"/>
        </a:xfrm>
      </dgm:spPr>
      <dgm:t>
        <a:bodyPr/>
        <a:lstStyle/>
        <a:p>
          <a:endParaRPr lang="en-US" sz="900">
            <a:solidFill>
              <a:schemeClr val="tx1"/>
            </a:solidFill>
          </a:endParaRPr>
        </a:p>
      </dgm:t>
    </dgm:pt>
    <dgm:pt modelId="{67BDC669-3B8C-4F6E-B1BF-1EBE5FBDE3DC}" type="sibTrans" cxnId="{CF4E2159-67AF-41CC-929F-5042BAA976FB}">
      <dgm:prSet/>
      <dgm:spPr/>
      <dgm:t>
        <a:bodyPr/>
        <a:lstStyle/>
        <a:p>
          <a:endParaRPr lang="en-US"/>
        </a:p>
      </dgm:t>
    </dgm:pt>
    <dgm:pt modelId="{AF19A9A4-3335-4E21-BD66-C3E2F6457F51}" type="asst">
      <dgm:prSet custT="1"/>
      <dgm:spPr>
        <a:xfrm>
          <a:off x="4877219" y="5047809"/>
          <a:ext cx="809256" cy="282222"/>
        </a:xfrm>
      </dgm:spPr>
      <dgm:t>
        <a:bodyPr/>
        <a:lstStyle/>
        <a:p>
          <a:pPr>
            <a:buNone/>
          </a:pPr>
          <a:r>
            <a:rPr lang="ar-EG" sz="900" b="1">
              <a:latin typeface="Cambria"/>
              <a:ea typeface="+mn-ea"/>
              <a:cs typeface="Arial" panose="020B0604020202020204" pitchFamily="34" charset="0"/>
            </a:rPr>
            <a:t>إدارة معمل القوصية وتابعه معمل مير</a:t>
          </a:r>
          <a:endParaRPr lang="en-US" sz="900" b="1" dirty="0">
            <a:latin typeface="Cambria"/>
            <a:ea typeface="+mn-ea"/>
            <a:cs typeface="+mn-cs"/>
          </a:endParaRPr>
        </a:p>
      </dgm:t>
    </dgm:pt>
    <dgm:pt modelId="{69CF9F37-99BF-4B32-9080-20F89E242F86}" type="parTrans" cxnId="{93058203-C7D5-4179-BA54-952A3DD8142A}">
      <dgm:prSet/>
      <dgm:spPr>
        <a:xfrm>
          <a:off x="5686475" y="2621017"/>
          <a:ext cx="250167" cy="2567903"/>
        </a:xfrm>
      </dgm:spPr>
      <dgm:t>
        <a:bodyPr/>
        <a:lstStyle/>
        <a:p>
          <a:endParaRPr lang="en-US" sz="900">
            <a:solidFill>
              <a:schemeClr val="tx1"/>
            </a:solidFill>
          </a:endParaRPr>
        </a:p>
      </dgm:t>
    </dgm:pt>
    <dgm:pt modelId="{F823DA3C-1470-4A38-BBAA-F914E3295D9F}" type="sibTrans" cxnId="{93058203-C7D5-4179-BA54-952A3DD8142A}">
      <dgm:prSet/>
      <dgm:spPr/>
      <dgm:t>
        <a:bodyPr/>
        <a:lstStyle/>
        <a:p>
          <a:endParaRPr lang="en-US"/>
        </a:p>
      </dgm:t>
    </dgm:pt>
    <dgm:pt modelId="{1AD0E0BC-1227-4EF4-8BF6-9CC0AAEBE4D6}" type="asst">
      <dgm:prSet custT="1"/>
      <dgm:spPr>
        <a:xfrm>
          <a:off x="4882005" y="2662548"/>
          <a:ext cx="711827" cy="284728"/>
        </a:xfrm>
      </dgm:spPr>
      <dgm:t>
        <a:bodyPr/>
        <a:lstStyle/>
        <a:p>
          <a:pPr>
            <a:buNone/>
          </a:pPr>
          <a:r>
            <a:rPr lang="ar-EG" sz="900" b="1">
              <a:latin typeface="Cambria"/>
              <a:ea typeface="+mn-ea"/>
              <a:cs typeface="Arial" panose="020B0604020202020204" pitchFamily="34" charset="0"/>
            </a:rPr>
            <a:t>إدارة معمل ديروط وتابعه معمل مسارة</a:t>
          </a:r>
          <a:endParaRPr lang="en-US" sz="900" b="1">
            <a:latin typeface="Cambria"/>
            <a:ea typeface="+mn-ea"/>
            <a:cs typeface="+mn-cs"/>
          </a:endParaRPr>
        </a:p>
      </dgm:t>
    </dgm:pt>
    <dgm:pt modelId="{CC7DE27C-B116-48E7-84A3-10C76D3E3C4C}" type="parTrans" cxnId="{365E76CC-13A1-4E4A-8D7E-167501BDAD53}">
      <dgm:prSet/>
      <dgm:spPr>
        <a:xfrm>
          <a:off x="5593833" y="2621017"/>
          <a:ext cx="342810" cy="183896"/>
        </a:xfrm>
      </dgm:spPr>
      <dgm:t>
        <a:bodyPr/>
        <a:lstStyle/>
        <a:p>
          <a:endParaRPr lang="en-US" sz="900">
            <a:solidFill>
              <a:schemeClr val="tx1"/>
            </a:solidFill>
          </a:endParaRPr>
        </a:p>
      </dgm:t>
    </dgm:pt>
    <dgm:pt modelId="{DC2762AA-4B63-4462-A94E-016ABF6C3480}" type="sibTrans" cxnId="{365E76CC-13A1-4E4A-8D7E-167501BDAD53}">
      <dgm:prSet/>
      <dgm:spPr/>
      <dgm:t>
        <a:bodyPr/>
        <a:lstStyle/>
        <a:p>
          <a:endParaRPr lang="en-US"/>
        </a:p>
      </dgm:t>
    </dgm:pt>
    <dgm:pt modelId="{102D2A5A-E7FA-4ECF-B05C-F99EAB77002D}" type="asst">
      <dgm:prSet custT="1"/>
      <dgm:spPr>
        <a:xfrm>
          <a:off x="4910510" y="3105059"/>
          <a:ext cx="807286" cy="284728"/>
        </a:xfrm>
      </dgm:spPr>
      <dgm:t>
        <a:bodyPr/>
        <a:lstStyle/>
        <a:p>
          <a:pPr>
            <a:buNone/>
          </a:pPr>
          <a:r>
            <a:rPr lang="ar-EG" sz="900" b="1" dirty="0">
              <a:latin typeface="Cambria"/>
              <a:ea typeface="+mn-ea"/>
              <a:cs typeface="Arial" panose="020B0604020202020204" pitchFamily="34" charset="0"/>
            </a:rPr>
            <a:t>إدارة معمل </a:t>
          </a:r>
          <a:r>
            <a:rPr lang="ar-EG" sz="900" b="1" dirty="0" err="1">
              <a:latin typeface="Cambria"/>
              <a:ea typeface="+mn-ea"/>
              <a:cs typeface="Arial" panose="020B0604020202020204" pitchFamily="34" charset="0"/>
            </a:rPr>
            <a:t>الطوابية</a:t>
          </a:r>
          <a:r>
            <a:rPr lang="ar-EG" sz="900" b="1" dirty="0">
              <a:latin typeface="Cambria"/>
              <a:ea typeface="+mn-ea"/>
              <a:cs typeface="Arial" panose="020B0604020202020204" pitchFamily="34" charset="0"/>
            </a:rPr>
            <a:t> وتابعه معمل </a:t>
          </a:r>
          <a:r>
            <a:rPr lang="ar-EG" sz="900" b="1" dirty="0" err="1">
              <a:latin typeface="Cambria"/>
              <a:ea typeface="+mn-ea"/>
              <a:cs typeface="Arial" panose="020B0604020202020204" pitchFamily="34" charset="0"/>
            </a:rPr>
            <a:t>المعابدة</a:t>
          </a:r>
          <a:endParaRPr lang="en-US" sz="900" b="1" dirty="0">
            <a:latin typeface="Cambria"/>
            <a:ea typeface="+mn-ea"/>
            <a:cs typeface="+mn-cs"/>
          </a:endParaRPr>
        </a:p>
      </dgm:t>
    </dgm:pt>
    <dgm:pt modelId="{304D3F78-5730-4C66-BC21-D344E18D2B85}" type="parTrans" cxnId="{CD6F8C84-2A29-404C-9D66-24A0AFD44CBE}">
      <dgm:prSet/>
      <dgm:spPr>
        <a:xfrm>
          <a:off x="5717796" y="2621017"/>
          <a:ext cx="218846" cy="626407"/>
        </a:xfrm>
      </dgm:spPr>
      <dgm:t>
        <a:bodyPr/>
        <a:lstStyle/>
        <a:p>
          <a:endParaRPr lang="en-US" sz="900">
            <a:solidFill>
              <a:schemeClr val="tx1"/>
            </a:solidFill>
          </a:endParaRPr>
        </a:p>
      </dgm:t>
    </dgm:pt>
    <dgm:pt modelId="{29C175D9-9FAD-4108-8642-960BD96625E2}" type="sibTrans" cxnId="{CD6F8C84-2A29-404C-9D66-24A0AFD44CBE}">
      <dgm:prSet/>
      <dgm:spPr/>
      <dgm:t>
        <a:bodyPr/>
        <a:lstStyle/>
        <a:p>
          <a:endParaRPr lang="en-US"/>
        </a:p>
      </dgm:t>
    </dgm:pt>
    <dgm:pt modelId="{7C2266D9-A1D3-4947-A699-8F19542A7BE8}" type="asst">
      <dgm:prSet custT="1"/>
      <dgm:spPr>
        <a:xfrm>
          <a:off x="4859665" y="3564402"/>
          <a:ext cx="900419" cy="284728"/>
        </a:xfrm>
      </dgm:spPr>
      <dgm:t>
        <a:bodyPr/>
        <a:lstStyle/>
        <a:p>
          <a:pPr>
            <a:buNone/>
          </a:pPr>
          <a:r>
            <a:rPr lang="ar-EG" sz="900" b="1">
              <a:latin typeface="Cambria"/>
              <a:ea typeface="+mn-ea"/>
              <a:cs typeface="Arial" panose="020B0604020202020204" pitchFamily="34" charset="0"/>
            </a:rPr>
            <a:t>إدارة معمل البداري وتابعه معمل ساحل سليم</a:t>
          </a:r>
          <a:endParaRPr lang="en-US" sz="900" b="1" dirty="0">
            <a:latin typeface="Cambria"/>
            <a:ea typeface="+mn-ea"/>
            <a:cs typeface="+mn-cs"/>
          </a:endParaRPr>
        </a:p>
      </dgm:t>
    </dgm:pt>
    <dgm:pt modelId="{05491C0A-4F15-48DF-BA5D-D1ADB13D231A}" type="parTrans" cxnId="{6BEF4161-EB75-49AE-BB3B-D662007EB080}">
      <dgm:prSet/>
      <dgm:spPr>
        <a:xfrm>
          <a:off x="5760084" y="2621017"/>
          <a:ext cx="176558" cy="1085749"/>
        </a:xfrm>
      </dgm:spPr>
      <dgm:t>
        <a:bodyPr/>
        <a:lstStyle/>
        <a:p>
          <a:endParaRPr lang="en-US" sz="900">
            <a:solidFill>
              <a:schemeClr val="tx1"/>
            </a:solidFill>
          </a:endParaRPr>
        </a:p>
      </dgm:t>
    </dgm:pt>
    <dgm:pt modelId="{0DABC146-AF31-497F-A174-7DC0BF0016B5}" type="sibTrans" cxnId="{6BEF4161-EB75-49AE-BB3B-D662007EB080}">
      <dgm:prSet/>
      <dgm:spPr/>
      <dgm:t>
        <a:bodyPr/>
        <a:lstStyle/>
        <a:p>
          <a:endParaRPr lang="en-US"/>
        </a:p>
      </dgm:t>
    </dgm:pt>
    <dgm:pt modelId="{541BF253-3B01-49A0-B7B5-97BAD5DF12F5}" type="asst">
      <dgm:prSet custT="1"/>
      <dgm:spPr>
        <a:xfrm>
          <a:off x="4906372" y="4120623"/>
          <a:ext cx="711827" cy="284728"/>
        </a:xfrm>
      </dgm:spPr>
      <dgm:t>
        <a:bodyPr/>
        <a:lstStyle/>
        <a:p>
          <a:pPr>
            <a:buNone/>
          </a:pPr>
          <a:r>
            <a:rPr lang="ar-EG" sz="900" b="1">
              <a:latin typeface="Cambria"/>
              <a:ea typeface="+mn-ea"/>
              <a:cs typeface="Arial" panose="020B0604020202020204" pitchFamily="34" charset="0"/>
            </a:rPr>
            <a:t>إدارة معمل أبوتيج</a:t>
          </a:r>
          <a:endParaRPr lang="en-US" sz="900" b="1">
            <a:latin typeface="Cambria"/>
            <a:ea typeface="+mn-ea"/>
            <a:cs typeface="+mn-cs"/>
          </a:endParaRPr>
        </a:p>
      </dgm:t>
    </dgm:pt>
    <dgm:pt modelId="{72D8A7FE-B3FB-4F98-8AB7-89D338C59384}" type="parTrans" cxnId="{3442A82F-B7D4-4448-B810-C05B971544FE}">
      <dgm:prSet/>
      <dgm:spPr>
        <a:xfrm>
          <a:off x="5618200" y="2621017"/>
          <a:ext cx="318443" cy="1641971"/>
        </a:xfrm>
      </dgm:spPr>
      <dgm:t>
        <a:bodyPr/>
        <a:lstStyle/>
        <a:p>
          <a:endParaRPr lang="en-US" sz="900">
            <a:solidFill>
              <a:schemeClr val="tx1"/>
            </a:solidFill>
          </a:endParaRPr>
        </a:p>
      </dgm:t>
    </dgm:pt>
    <dgm:pt modelId="{0EC9CFDE-0A64-42C0-B327-78D4381C35EB}" type="sibTrans" cxnId="{3442A82F-B7D4-4448-B810-C05B971544FE}">
      <dgm:prSet/>
      <dgm:spPr/>
      <dgm:t>
        <a:bodyPr/>
        <a:lstStyle/>
        <a:p>
          <a:endParaRPr lang="en-US"/>
        </a:p>
      </dgm:t>
    </dgm:pt>
    <dgm:pt modelId="{69C35622-070F-430D-B43C-4DB66E81EA85}" type="asst">
      <dgm:prSet custT="1"/>
      <dgm:spPr>
        <a:xfrm>
          <a:off x="4874052" y="4588159"/>
          <a:ext cx="711827" cy="284728"/>
        </a:xfrm>
      </dgm:spPr>
      <dgm:t>
        <a:bodyPr/>
        <a:lstStyle/>
        <a:p>
          <a:pPr>
            <a:buNone/>
          </a:pPr>
          <a:r>
            <a:rPr lang="ar-EG" sz="900" b="1">
              <a:latin typeface="Cambria"/>
              <a:ea typeface="+mn-ea"/>
              <a:cs typeface="Arial" panose="020B0604020202020204" pitchFamily="34" charset="0"/>
            </a:rPr>
            <a:t>إدارة معمل صدفا</a:t>
          </a:r>
          <a:endParaRPr lang="en-US" sz="900" b="1">
            <a:latin typeface="Cambria"/>
            <a:ea typeface="+mn-ea"/>
            <a:cs typeface="+mn-cs"/>
          </a:endParaRPr>
        </a:p>
      </dgm:t>
    </dgm:pt>
    <dgm:pt modelId="{3DC1C701-FE8B-447A-AF23-D3B5D205B88C}" type="parTrans" cxnId="{F3540203-8474-4587-8C4D-8A5C5AAE3993}">
      <dgm:prSet/>
      <dgm:spPr>
        <a:xfrm>
          <a:off x="5585880" y="2621017"/>
          <a:ext cx="350763" cy="2109506"/>
        </a:xfrm>
      </dgm:spPr>
      <dgm:t>
        <a:bodyPr/>
        <a:lstStyle/>
        <a:p>
          <a:endParaRPr lang="en-US" sz="900">
            <a:solidFill>
              <a:schemeClr val="tx1"/>
            </a:solidFill>
          </a:endParaRPr>
        </a:p>
      </dgm:t>
    </dgm:pt>
    <dgm:pt modelId="{813FBBDD-23A1-4C82-B957-10623853FD87}" type="sibTrans" cxnId="{F3540203-8474-4587-8C4D-8A5C5AAE3993}">
      <dgm:prSet/>
      <dgm:spPr/>
      <dgm:t>
        <a:bodyPr/>
        <a:lstStyle/>
        <a:p>
          <a:endParaRPr lang="en-US"/>
        </a:p>
      </dgm:t>
    </dgm:pt>
    <dgm:pt modelId="{AB1EF771-794E-44AA-B555-17B13C0E614E}" type="asst">
      <dgm:prSet custT="1"/>
      <dgm:spPr>
        <a:xfrm>
          <a:off x="317258" y="2649765"/>
          <a:ext cx="707757" cy="262131"/>
        </a:xfrm>
      </dgm:spPr>
      <dgm:t>
        <a:bodyPr/>
        <a:lstStyle/>
        <a:p>
          <a:pPr>
            <a:buNone/>
          </a:pPr>
          <a:r>
            <a:rPr lang="ar-EG" sz="900" b="1">
              <a:latin typeface="Cambria"/>
              <a:ea typeface="+mn-ea"/>
              <a:cs typeface="Arial" panose="020B0604020202020204" pitchFamily="34" charset="0"/>
            </a:rPr>
            <a:t>إدارة معمل القوصية</a:t>
          </a:r>
          <a:endParaRPr lang="en-US" sz="900" b="1" dirty="0">
            <a:latin typeface="Cambria"/>
            <a:ea typeface="+mn-ea"/>
            <a:cs typeface="+mn-cs"/>
          </a:endParaRPr>
        </a:p>
      </dgm:t>
    </dgm:pt>
    <dgm:pt modelId="{33743C05-D148-4174-8095-FF0DCC9427E6}" type="parTrans" cxnId="{7EABA07F-AF44-464B-BFB8-046AC0C20A09}">
      <dgm:prSet/>
      <dgm:spPr>
        <a:xfrm>
          <a:off x="317258" y="2501676"/>
          <a:ext cx="233550" cy="279154"/>
        </a:xfrm>
      </dgm:spPr>
      <dgm:t>
        <a:bodyPr/>
        <a:lstStyle/>
        <a:p>
          <a:endParaRPr lang="en-US" sz="900">
            <a:solidFill>
              <a:schemeClr val="tx1"/>
            </a:solidFill>
          </a:endParaRPr>
        </a:p>
      </dgm:t>
    </dgm:pt>
    <dgm:pt modelId="{42C3695A-44C7-46FA-9F48-7E7A810BFB26}" type="sibTrans" cxnId="{7EABA07F-AF44-464B-BFB8-046AC0C20A09}">
      <dgm:prSet/>
      <dgm:spPr/>
      <dgm:t>
        <a:bodyPr/>
        <a:lstStyle/>
        <a:p>
          <a:endParaRPr lang="en-US"/>
        </a:p>
      </dgm:t>
    </dgm:pt>
    <dgm:pt modelId="{4DBFC68C-70C0-4069-8E0E-A65C996FC3B2}" type="asst">
      <dgm:prSet custT="1"/>
      <dgm:spPr>
        <a:xfrm>
          <a:off x="322773" y="2961220"/>
          <a:ext cx="707757" cy="262131"/>
        </a:xfrm>
      </dgm:spPr>
      <dgm:t>
        <a:bodyPr/>
        <a:lstStyle/>
        <a:p>
          <a:pPr>
            <a:buNone/>
          </a:pPr>
          <a:r>
            <a:rPr lang="ar-EG" sz="900" b="1">
              <a:latin typeface="Cambria"/>
              <a:ea typeface="+mn-ea"/>
              <a:cs typeface="Arial" panose="020B0604020202020204" pitchFamily="34" charset="0"/>
            </a:rPr>
            <a:t>إدارة معمل ديروط</a:t>
          </a:r>
          <a:endParaRPr lang="en-US" sz="900" b="1" dirty="0">
            <a:latin typeface="Cambria"/>
            <a:ea typeface="+mn-ea"/>
            <a:cs typeface="+mn-cs"/>
          </a:endParaRPr>
        </a:p>
      </dgm:t>
    </dgm:pt>
    <dgm:pt modelId="{F60C6C18-18D9-4498-91CB-C33ECDD9F5A7}" type="parTrans" cxnId="{BFA45D32-61A3-4849-817F-D9D929726D66}">
      <dgm:prSet/>
      <dgm:spPr>
        <a:xfrm>
          <a:off x="322773" y="2501676"/>
          <a:ext cx="228035" cy="590610"/>
        </a:xfrm>
      </dgm:spPr>
      <dgm:t>
        <a:bodyPr/>
        <a:lstStyle/>
        <a:p>
          <a:endParaRPr lang="en-US" sz="900">
            <a:solidFill>
              <a:schemeClr val="tx1"/>
            </a:solidFill>
          </a:endParaRPr>
        </a:p>
      </dgm:t>
    </dgm:pt>
    <dgm:pt modelId="{1D9EC174-BBFC-4F5B-ACA0-7BD4558AC26D}" type="sibTrans" cxnId="{BFA45D32-61A3-4849-817F-D9D929726D66}">
      <dgm:prSet/>
      <dgm:spPr/>
      <dgm:t>
        <a:bodyPr/>
        <a:lstStyle/>
        <a:p>
          <a:endParaRPr lang="en-US"/>
        </a:p>
      </dgm:t>
    </dgm:pt>
    <dgm:pt modelId="{FB729427-4F42-4E0D-9AC4-074D1A56124C}" type="asst">
      <dgm:prSet custT="1"/>
      <dgm:spPr>
        <a:xfrm>
          <a:off x="321305" y="3269168"/>
          <a:ext cx="707757" cy="262131"/>
        </a:xfrm>
      </dgm:spPr>
      <dgm:t>
        <a:bodyPr/>
        <a:lstStyle/>
        <a:p>
          <a:pPr>
            <a:buNone/>
          </a:pPr>
          <a:r>
            <a:rPr lang="ar-EG" sz="900" b="1">
              <a:latin typeface="Cambria"/>
              <a:ea typeface="+mn-ea"/>
              <a:cs typeface="Arial" panose="020B0604020202020204" pitchFamily="34" charset="0"/>
            </a:rPr>
            <a:t>إدارة معمل البداري</a:t>
          </a:r>
          <a:endParaRPr lang="en-US" sz="900" b="1">
            <a:latin typeface="Cambria"/>
            <a:ea typeface="+mn-ea"/>
            <a:cs typeface="+mn-cs"/>
          </a:endParaRPr>
        </a:p>
      </dgm:t>
    </dgm:pt>
    <dgm:pt modelId="{6E320477-A019-4275-BADD-32E9828F6215}" type="parTrans" cxnId="{37B3E443-93F6-4A9D-8878-2DD41635405A}">
      <dgm:prSet/>
      <dgm:spPr>
        <a:xfrm>
          <a:off x="321305" y="2501676"/>
          <a:ext cx="229503" cy="898557"/>
        </a:xfrm>
      </dgm:spPr>
      <dgm:t>
        <a:bodyPr/>
        <a:lstStyle/>
        <a:p>
          <a:endParaRPr lang="en-US" sz="900">
            <a:solidFill>
              <a:schemeClr val="tx1"/>
            </a:solidFill>
          </a:endParaRPr>
        </a:p>
      </dgm:t>
    </dgm:pt>
    <dgm:pt modelId="{548D6DC7-B11F-4A1B-B0F0-A4046DEB4281}" type="sibTrans" cxnId="{37B3E443-93F6-4A9D-8878-2DD41635405A}">
      <dgm:prSet/>
      <dgm:spPr/>
      <dgm:t>
        <a:bodyPr/>
        <a:lstStyle/>
        <a:p>
          <a:endParaRPr lang="en-US"/>
        </a:p>
      </dgm:t>
    </dgm:pt>
    <dgm:pt modelId="{BC5A4D38-1BC4-4969-8F40-E9000D1C47BC}" type="asst">
      <dgm:prSet custT="1"/>
      <dgm:spPr>
        <a:xfrm>
          <a:off x="308131" y="3573878"/>
          <a:ext cx="743142" cy="262131"/>
        </a:xfrm>
      </dgm:spPr>
      <dgm:t>
        <a:bodyPr/>
        <a:lstStyle/>
        <a:p>
          <a:pPr>
            <a:buNone/>
          </a:pPr>
          <a:r>
            <a:rPr lang="ar-EG" sz="900" b="1">
              <a:latin typeface="Cambria"/>
              <a:ea typeface="+mn-ea"/>
              <a:cs typeface="Arial" panose="020B0604020202020204" pitchFamily="34" charset="0"/>
            </a:rPr>
            <a:t>إدارة معمل شطب</a:t>
          </a:r>
          <a:endParaRPr lang="en-US" sz="900" b="1">
            <a:latin typeface="Cambria"/>
            <a:ea typeface="+mn-ea"/>
            <a:cs typeface="+mn-cs"/>
          </a:endParaRPr>
        </a:p>
      </dgm:t>
    </dgm:pt>
    <dgm:pt modelId="{5B816B59-9B0F-478D-B5D7-1D5A69F0A31B}" type="parTrans" cxnId="{23AED112-A317-47A5-B8A1-60800C939A55}">
      <dgm:prSet/>
      <dgm:spPr>
        <a:xfrm>
          <a:off x="308131" y="2501676"/>
          <a:ext cx="242677" cy="1203267"/>
        </a:xfrm>
      </dgm:spPr>
      <dgm:t>
        <a:bodyPr/>
        <a:lstStyle/>
        <a:p>
          <a:endParaRPr lang="en-US" sz="900">
            <a:solidFill>
              <a:schemeClr val="tx1"/>
            </a:solidFill>
          </a:endParaRPr>
        </a:p>
      </dgm:t>
    </dgm:pt>
    <dgm:pt modelId="{8395DBCD-74D0-43F1-80EC-A09B50708A5D}" type="sibTrans" cxnId="{23AED112-A317-47A5-B8A1-60800C939A55}">
      <dgm:prSet/>
      <dgm:spPr/>
      <dgm:t>
        <a:bodyPr/>
        <a:lstStyle/>
        <a:p>
          <a:endParaRPr lang="en-US"/>
        </a:p>
      </dgm:t>
    </dgm:pt>
    <dgm:pt modelId="{B60A904E-422F-49F2-AB39-E1278E3A69D4}" type="asst">
      <dgm:prSet custT="1"/>
      <dgm:spPr>
        <a:xfrm>
          <a:off x="314142" y="3872712"/>
          <a:ext cx="739039" cy="273719"/>
        </a:xfrm>
      </dgm:spPr>
      <dgm:t>
        <a:bodyPr/>
        <a:lstStyle/>
        <a:p>
          <a:pPr>
            <a:buNone/>
          </a:pPr>
          <a:r>
            <a:rPr lang="ar-EG" sz="900" b="1">
              <a:latin typeface="Cambria"/>
              <a:ea typeface="+mn-ea"/>
              <a:cs typeface="Arial" panose="020B0604020202020204" pitchFamily="34" charset="0"/>
            </a:rPr>
            <a:t>إدارة معامل صرف الوادي الجديد</a:t>
          </a:r>
          <a:endParaRPr lang="en-US" sz="900" b="1" dirty="0">
            <a:latin typeface="Cambria"/>
            <a:ea typeface="+mn-ea"/>
            <a:cs typeface="+mn-cs"/>
          </a:endParaRPr>
        </a:p>
      </dgm:t>
    </dgm:pt>
    <dgm:pt modelId="{6BF7F573-41C1-47F6-AE4A-FA9FFEAB5B53}" type="parTrans" cxnId="{F4B5B2C2-286C-4882-B83D-BDE6F1DBE347}">
      <dgm:prSet/>
      <dgm:spPr>
        <a:xfrm>
          <a:off x="314142" y="2501676"/>
          <a:ext cx="236666" cy="1507895"/>
        </a:xfrm>
      </dgm:spPr>
      <dgm:t>
        <a:bodyPr/>
        <a:lstStyle/>
        <a:p>
          <a:endParaRPr lang="en-US" sz="900">
            <a:solidFill>
              <a:schemeClr val="tx1"/>
            </a:solidFill>
          </a:endParaRPr>
        </a:p>
      </dgm:t>
    </dgm:pt>
    <dgm:pt modelId="{4942B779-9D31-4000-A4E6-5EC3D9206628}" type="sibTrans" cxnId="{F4B5B2C2-286C-4882-B83D-BDE6F1DBE347}">
      <dgm:prSet/>
      <dgm:spPr/>
      <dgm:t>
        <a:bodyPr/>
        <a:lstStyle/>
        <a:p>
          <a:endParaRPr lang="en-US"/>
        </a:p>
      </dgm:t>
    </dgm:pt>
    <dgm:pt modelId="{FF0FED59-B083-42CF-817E-38C91F510289}" type="asst">
      <dgm:prSet custT="1"/>
      <dgm:spPr>
        <a:xfrm>
          <a:off x="3191704" y="750169"/>
          <a:ext cx="1060818" cy="282222"/>
        </a:xfrm>
      </dgm:spPr>
      <dgm:t>
        <a:bodyPr/>
        <a:lstStyle/>
        <a:p>
          <a:pPr>
            <a:buNone/>
          </a:pPr>
          <a:r>
            <a:rPr lang="ar-EG" sz="900" b="1" dirty="0">
              <a:latin typeface="Cambria"/>
              <a:ea typeface="+mn-ea"/>
              <a:cs typeface="Arial" panose="020B0604020202020204" pitchFamily="34" charset="0"/>
            </a:rPr>
            <a:t>إدارة السكرتارية</a:t>
          </a:r>
          <a:endParaRPr lang="en-US" sz="900" b="1" dirty="0">
            <a:latin typeface="Cambria"/>
            <a:ea typeface="+mn-ea"/>
            <a:cs typeface="+mn-cs"/>
          </a:endParaRPr>
        </a:p>
      </dgm:t>
    </dgm:pt>
    <dgm:pt modelId="{6580995C-F998-4021-8AE7-842DD3292BC4}" type="parTrans" cxnId="{EAD403F3-B14E-4539-953A-41D238D723E5}">
      <dgm:prSet/>
      <dgm:spPr>
        <a:xfrm>
          <a:off x="4252522" y="586740"/>
          <a:ext cx="715552" cy="304539"/>
        </a:xfrm>
      </dgm:spPr>
      <dgm:t>
        <a:bodyPr/>
        <a:lstStyle/>
        <a:p>
          <a:endParaRPr lang="en-US" sz="900">
            <a:solidFill>
              <a:schemeClr val="tx1"/>
            </a:solidFill>
          </a:endParaRPr>
        </a:p>
      </dgm:t>
    </dgm:pt>
    <dgm:pt modelId="{8A0978C8-3045-4B17-8A98-5FDEC554DC12}" type="sibTrans" cxnId="{EAD403F3-B14E-4539-953A-41D238D723E5}">
      <dgm:prSet/>
      <dgm:spPr/>
      <dgm:t>
        <a:bodyPr/>
        <a:lstStyle/>
        <a:p>
          <a:endParaRPr lang="en-US"/>
        </a:p>
      </dgm:t>
    </dgm:pt>
    <dgm:pt modelId="{5909B667-EDF3-4156-9064-6DBB299BDF05}">
      <dgm:prSet custT="1"/>
      <dgm:spPr>
        <a:xfrm>
          <a:off x="3886101" y="4842924"/>
          <a:ext cx="715727" cy="271289"/>
        </a:xfrm>
      </dgm:spPr>
      <dgm:t>
        <a:bodyPr/>
        <a:lstStyle/>
        <a:p>
          <a:pPr>
            <a:buNone/>
          </a:pPr>
          <a:r>
            <a:rPr lang="ar-EG" sz="1050" b="1">
              <a:latin typeface="Cambria"/>
              <a:ea typeface="+mn-ea"/>
              <a:cs typeface="Arial" panose="020B0604020202020204" pitchFamily="34" charset="0"/>
            </a:rPr>
            <a:t>ادارة جودة المعمل المركزي</a:t>
          </a:r>
          <a:endParaRPr lang="en-US" sz="1050" b="1" dirty="0">
            <a:latin typeface="Cambria"/>
            <a:ea typeface="+mn-ea"/>
            <a:cs typeface="+mn-cs"/>
          </a:endParaRPr>
        </a:p>
      </dgm:t>
    </dgm:pt>
    <dgm:pt modelId="{90B4EF03-DF11-413F-93BB-8904F7288FB2}" type="parTrans" cxnId="{8198DA4A-CCDE-49BA-A168-44B46B933D72}">
      <dgm:prSet/>
      <dgm:spPr>
        <a:xfrm>
          <a:off x="3735903" y="2784302"/>
          <a:ext cx="150198" cy="2194266"/>
        </a:xfrm>
      </dgm:spPr>
      <dgm:t>
        <a:bodyPr/>
        <a:lstStyle/>
        <a:p>
          <a:endParaRPr lang="en-US">
            <a:solidFill>
              <a:schemeClr val="tx1"/>
            </a:solidFill>
          </a:endParaRPr>
        </a:p>
      </dgm:t>
    </dgm:pt>
    <dgm:pt modelId="{C1429A64-D486-4CAF-8224-C53020FB5D32}" type="sibTrans" cxnId="{8198DA4A-CCDE-49BA-A168-44B46B933D72}">
      <dgm:prSet/>
      <dgm:spPr/>
      <dgm:t>
        <a:bodyPr/>
        <a:lstStyle/>
        <a:p>
          <a:endParaRPr lang="en-US"/>
        </a:p>
      </dgm:t>
    </dgm:pt>
    <dgm:pt modelId="{00E5F5CE-89EA-4040-9530-A258EED1B3A7}">
      <dgm:prSet custT="1"/>
      <dgm:spPr>
        <a:xfrm>
          <a:off x="2297738" y="2245943"/>
          <a:ext cx="1018321" cy="426819"/>
        </a:xfrm>
      </dgm:spPr>
      <dgm:t>
        <a:bodyPr/>
        <a:lstStyle/>
        <a:p>
          <a:pPr>
            <a:buNone/>
          </a:pPr>
          <a:r>
            <a:rPr lang="ar-EG" sz="900" b="1" dirty="0">
              <a:latin typeface="Cambria"/>
              <a:ea typeface="+mn-ea"/>
              <a:cs typeface="Arial" panose="020B0604020202020204" pitchFamily="34" charset="0"/>
            </a:rPr>
            <a:t>الادارة العامة للمعمل المركزي لتحاليل عينات الصرف الصحي </a:t>
          </a:r>
          <a:endParaRPr lang="en-US" sz="900" b="1" dirty="0">
            <a:latin typeface="Cambria"/>
            <a:ea typeface="+mn-ea"/>
            <a:cs typeface="+mn-cs"/>
          </a:endParaRPr>
        </a:p>
      </dgm:t>
    </dgm:pt>
    <dgm:pt modelId="{31136F8C-6AEF-46C3-B5E8-1EF8D907F239}" type="parTrans" cxnId="{0F11D9B7-32B8-4041-86BA-2A3641075E57}">
      <dgm:prSet/>
      <dgm:spPr>
        <a:xfrm>
          <a:off x="2806899" y="586740"/>
          <a:ext cx="2161175" cy="1659202"/>
        </a:xfrm>
      </dgm:spPr>
      <dgm:t>
        <a:bodyPr/>
        <a:lstStyle/>
        <a:p>
          <a:endParaRPr lang="en-US">
            <a:solidFill>
              <a:schemeClr val="tx1"/>
            </a:solidFill>
          </a:endParaRPr>
        </a:p>
      </dgm:t>
    </dgm:pt>
    <dgm:pt modelId="{716EEBFD-35E1-4391-BDF5-E755860BB97A}" type="sibTrans" cxnId="{0F11D9B7-32B8-4041-86BA-2A3641075E57}">
      <dgm:prSet/>
      <dgm:spPr/>
      <dgm:t>
        <a:bodyPr/>
        <a:lstStyle/>
        <a:p>
          <a:endParaRPr lang="en-US"/>
        </a:p>
      </dgm:t>
    </dgm:pt>
    <dgm:pt modelId="{7D04AC19-1F67-4BB5-B536-A32BB8BC3D2A}">
      <dgm:prSet custT="1"/>
      <dgm:spPr>
        <a:xfrm>
          <a:off x="2569128" y="2773623"/>
          <a:ext cx="746213" cy="282222"/>
        </a:xfrm>
      </dgm:spPr>
      <dgm:t>
        <a:bodyPr/>
        <a:lstStyle/>
        <a:p>
          <a:pPr>
            <a:buNone/>
          </a:pPr>
          <a:r>
            <a:rPr lang="ar-EG" sz="900" b="1">
              <a:latin typeface="Cambria"/>
              <a:ea typeface="+mn-ea"/>
              <a:cs typeface="Arial" panose="020B0604020202020204" pitchFamily="34" charset="0"/>
            </a:rPr>
            <a:t>ادارة معمل الكيمياء غير العضوية</a:t>
          </a:r>
          <a:endParaRPr lang="en-US" sz="900" b="1">
            <a:latin typeface="Cambria"/>
            <a:ea typeface="+mn-ea"/>
            <a:cs typeface="+mn-cs"/>
          </a:endParaRPr>
        </a:p>
      </dgm:t>
    </dgm:pt>
    <dgm:pt modelId="{16474CCD-8CC0-4DB7-BEF5-4CDC5365C970}" type="parTrans" cxnId="{C6049ABB-4391-45F1-8B07-785F902D7CA8}">
      <dgm:prSet/>
      <dgm:spPr>
        <a:xfrm>
          <a:off x="2399570" y="2672762"/>
          <a:ext cx="169557" cy="241972"/>
        </a:xfrm>
      </dgm:spPr>
      <dgm:t>
        <a:bodyPr/>
        <a:lstStyle/>
        <a:p>
          <a:endParaRPr lang="en-US">
            <a:solidFill>
              <a:schemeClr val="tx1"/>
            </a:solidFill>
          </a:endParaRPr>
        </a:p>
      </dgm:t>
    </dgm:pt>
    <dgm:pt modelId="{A67BBB4D-F7D4-4770-8C59-F701C439C500}" type="sibTrans" cxnId="{C6049ABB-4391-45F1-8B07-785F902D7CA8}">
      <dgm:prSet/>
      <dgm:spPr/>
      <dgm:t>
        <a:bodyPr/>
        <a:lstStyle/>
        <a:p>
          <a:endParaRPr lang="en-US"/>
        </a:p>
      </dgm:t>
    </dgm:pt>
    <dgm:pt modelId="{48582017-2D0A-4097-BA25-86D0A922C4E3}">
      <dgm:prSet custT="1"/>
      <dgm:spPr>
        <a:xfrm>
          <a:off x="2608932" y="3231546"/>
          <a:ext cx="778420" cy="282222"/>
        </a:xfrm>
      </dgm:spPr>
      <dgm:t>
        <a:bodyPr/>
        <a:lstStyle/>
        <a:p>
          <a:pPr>
            <a:buNone/>
          </a:pPr>
          <a:r>
            <a:rPr lang="ar-EG" sz="900" b="1">
              <a:latin typeface="Cambria"/>
              <a:ea typeface="+mn-ea"/>
              <a:cs typeface="Arial" panose="020B0604020202020204" pitchFamily="34" charset="0"/>
            </a:rPr>
            <a:t>ادارة معمل الكيمياء العضوية</a:t>
          </a:r>
          <a:endParaRPr lang="en-US" sz="900" b="1" dirty="0">
            <a:latin typeface="Cambria"/>
            <a:ea typeface="+mn-ea"/>
            <a:cs typeface="+mn-cs"/>
          </a:endParaRPr>
        </a:p>
      </dgm:t>
    </dgm:pt>
    <dgm:pt modelId="{13389ED0-03E7-4D86-AB42-8028DD13AD7A}" type="parTrans" cxnId="{C49F5D10-1953-44CF-B123-C4C898138776}">
      <dgm:prSet/>
      <dgm:spPr>
        <a:xfrm>
          <a:off x="2399570" y="2672762"/>
          <a:ext cx="209362" cy="699895"/>
        </a:xfrm>
      </dgm:spPr>
      <dgm:t>
        <a:bodyPr/>
        <a:lstStyle/>
        <a:p>
          <a:endParaRPr lang="en-US">
            <a:solidFill>
              <a:schemeClr val="tx1"/>
            </a:solidFill>
          </a:endParaRPr>
        </a:p>
      </dgm:t>
    </dgm:pt>
    <dgm:pt modelId="{C919C6F4-A7B6-49A5-AA94-DC2C9F8D9D62}" type="sibTrans" cxnId="{C49F5D10-1953-44CF-B123-C4C898138776}">
      <dgm:prSet/>
      <dgm:spPr/>
      <dgm:t>
        <a:bodyPr/>
        <a:lstStyle/>
        <a:p>
          <a:endParaRPr lang="en-US"/>
        </a:p>
      </dgm:t>
    </dgm:pt>
    <dgm:pt modelId="{60296DAA-1C8F-47C2-953C-7134E71488CB}">
      <dgm:prSet custT="1"/>
      <dgm:spPr>
        <a:xfrm>
          <a:off x="2603852" y="3573371"/>
          <a:ext cx="767684" cy="282222"/>
        </a:xfrm>
      </dgm:spPr>
      <dgm:t>
        <a:bodyPr/>
        <a:lstStyle/>
        <a:p>
          <a:pPr>
            <a:buNone/>
          </a:pPr>
          <a:r>
            <a:rPr lang="ar-EG" sz="900" b="1">
              <a:latin typeface="Cambria"/>
              <a:ea typeface="+mn-ea"/>
              <a:cs typeface="Arial" panose="020B0604020202020204" pitchFamily="34" charset="0"/>
            </a:rPr>
            <a:t>ادارة معمل الميكروبيولوجي</a:t>
          </a:r>
        </a:p>
      </dgm:t>
    </dgm:pt>
    <dgm:pt modelId="{2D903230-26AD-4701-B074-A7985AAC7E02}" type="parTrans" cxnId="{62F4AEF5-D3CF-4699-BF25-0747F1A10E1E}">
      <dgm:prSet/>
      <dgm:spPr>
        <a:xfrm>
          <a:off x="2399570" y="2672762"/>
          <a:ext cx="204282" cy="1041720"/>
        </a:xfrm>
      </dgm:spPr>
      <dgm:t>
        <a:bodyPr/>
        <a:lstStyle/>
        <a:p>
          <a:endParaRPr lang="en-US">
            <a:solidFill>
              <a:schemeClr val="tx1"/>
            </a:solidFill>
          </a:endParaRPr>
        </a:p>
      </dgm:t>
    </dgm:pt>
    <dgm:pt modelId="{AFC6CDF3-4E50-4782-B780-5CB1078251DC}" type="sibTrans" cxnId="{62F4AEF5-D3CF-4699-BF25-0747F1A10E1E}">
      <dgm:prSet/>
      <dgm:spPr/>
      <dgm:t>
        <a:bodyPr/>
        <a:lstStyle/>
        <a:p>
          <a:endParaRPr lang="en-US"/>
        </a:p>
      </dgm:t>
    </dgm:pt>
    <dgm:pt modelId="{7AFA6BCB-7DB0-4CD7-A8BE-0089D2E86999}">
      <dgm:prSet custT="1"/>
      <dgm:spPr>
        <a:xfrm>
          <a:off x="2544066" y="4021459"/>
          <a:ext cx="724747" cy="407357"/>
        </a:xfrm>
      </dgm:spPr>
      <dgm:t>
        <a:bodyPr/>
        <a:lstStyle/>
        <a:p>
          <a:pPr>
            <a:buNone/>
          </a:pPr>
          <a:r>
            <a:rPr lang="ar-EG" sz="900" b="1">
              <a:latin typeface="Cambria"/>
              <a:ea typeface="+mn-ea"/>
              <a:cs typeface="Arial" panose="020B0604020202020204" pitchFamily="34" charset="0"/>
            </a:rPr>
            <a:t>ادارة جمع وتكويد العينات</a:t>
          </a:r>
          <a:endParaRPr lang="en-US" sz="900" b="1" dirty="0">
            <a:latin typeface="Cambria"/>
            <a:ea typeface="+mn-ea"/>
            <a:cs typeface="+mn-cs"/>
          </a:endParaRPr>
        </a:p>
      </dgm:t>
    </dgm:pt>
    <dgm:pt modelId="{FD977FED-82E5-42CE-B063-69BBEE55B83C}" type="parTrans" cxnId="{0E43A064-8C39-4CAD-8311-77712880D612}">
      <dgm:prSet/>
      <dgm:spPr>
        <a:xfrm>
          <a:off x="2399570" y="2672762"/>
          <a:ext cx="144495" cy="1552375"/>
        </a:xfrm>
      </dgm:spPr>
      <dgm:t>
        <a:bodyPr/>
        <a:lstStyle/>
        <a:p>
          <a:endParaRPr lang="en-US">
            <a:solidFill>
              <a:schemeClr val="tx1"/>
            </a:solidFill>
          </a:endParaRPr>
        </a:p>
      </dgm:t>
    </dgm:pt>
    <dgm:pt modelId="{32A8B1BC-E300-4103-936B-474C42B02DC8}" type="sibTrans" cxnId="{0E43A064-8C39-4CAD-8311-77712880D612}">
      <dgm:prSet/>
      <dgm:spPr/>
      <dgm:t>
        <a:bodyPr/>
        <a:lstStyle/>
        <a:p>
          <a:endParaRPr lang="en-US"/>
        </a:p>
      </dgm:t>
    </dgm:pt>
    <dgm:pt modelId="{B0EB2F15-AC0B-4C58-80AC-7888D9A2A11E}">
      <dgm:prSet custT="1"/>
      <dgm:spPr>
        <a:xfrm>
          <a:off x="2624009" y="4544682"/>
          <a:ext cx="752371" cy="452445"/>
        </a:xfrm>
      </dgm:spPr>
      <dgm:t>
        <a:bodyPr/>
        <a:lstStyle/>
        <a:p>
          <a:pPr>
            <a:buNone/>
          </a:pPr>
          <a:r>
            <a:rPr lang="ar-EG" sz="900" b="1" kern="1200">
              <a:latin typeface="Cambria"/>
              <a:ea typeface="+mn-ea"/>
              <a:cs typeface="Arial" panose="020B0604020202020204" pitchFamily="34" charset="0"/>
            </a:rPr>
            <a:t>ادارة جودة المعمل المركزي</a:t>
          </a:r>
          <a:endParaRPr lang="en-US" sz="900" b="1" kern="1200" dirty="0">
            <a:latin typeface="Cambria"/>
            <a:ea typeface="+mn-ea"/>
            <a:cs typeface="Arial" panose="020B0604020202020204" pitchFamily="34" charset="0"/>
          </a:endParaRPr>
        </a:p>
      </dgm:t>
    </dgm:pt>
    <dgm:pt modelId="{5F44CFC6-EE99-4D42-985D-454D078AF241}" type="parTrans" cxnId="{7E82EEED-25D4-4384-8024-43F8686364C7}">
      <dgm:prSet/>
      <dgm:spPr>
        <a:xfrm>
          <a:off x="2399570" y="2672762"/>
          <a:ext cx="224438" cy="2098142"/>
        </a:xfrm>
      </dgm:spPr>
      <dgm:t>
        <a:bodyPr/>
        <a:lstStyle/>
        <a:p>
          <a:endParaRPr lang="en-US">
            <a:solidFill>
              <a:schemeClr val="tx1"/>
            </a:solidFill>
          </a:endParaRPr>
        </a:p>
      </dgm:t>
    </dgm:pt>
    <dgm:pt modelId="{3227F035-B013-4676-AE7F-04B8EEBC41D3}" type="sibTrans" cxnId="{7E82EEED-25D4-4384-8024-43F8686364C7}">
      <dgm:prSet/>
      <dgm:spPr/>
      <dgm:t>
        <a:bodyPr/>
        <a:lstStyle/>
        <a:p>
          <a:endParaRPr lang="en-US"/>
        </a:p>
      </dgm:t>
    </dgm:pt>
    <dgm:pt modelId="{597AB087-B1A0-4F68-B9C2-7779E0B70C6B}">
      <dgm:prSet/>
      <dgm:spPr>
        <a:xfrm>
          <a:off x="7539439" y="4066442"/>
          <a:ext cx="666214" cy="393200"/>
        </a:xfrm>
      </dgm:spPr>
      <dgm:t>
        <a:bodyPr/>
        <a:lstStyle/>
        <a:p>
          <a:pPr>
            <a:buNone/>
          </a:pPr>
          <a:r>
            <a:rPr lang="ar-EG" b="1">
              <a:latin typeface="Cambria"/>
              <a:ea typeface="+mn-ea"/>
              <a:cs typeface="Arial" panose="020B0604020202020204" pitchFamily="34" charset="0"/>
            </a:rPr>
            <a:t>ادارة جودة مياه الوادي الجديد</a:t>
          </a:r>
          <a:endParaRPr lang="en-US" b="1" dirty="0">
            <a:latin typeface="Cambria"/>
            <a:ea typeface="+mn-ea"/>
            <a:cs typeface="+mn-cs"/>
          </a:endParaRPr>
        </a:p>
      </dgm:t>
    </dgm:pt>
    <dgm:pt modelId="{C312A77C-A6BF-4FAB-B1EE-99EBDB439182}" type="parTrans" cxnId="{7E4F7A1A-01C5-4079-9195-533C9476F0D7}">
      <dgm:prSet/>
      <dgm:spPr>
        <a:xfrm>
          <a:off x="7405241" y="2495554"/>
          <a:ext cx="134197" cy="1767488"/>
        </a:xfrm>
      </dgm:spPr>
      <dgm:t>
        <a:bodyPr/>
        <a:lstStyle/>
        <a:p>
          <a:endParaRPr lang="en-US">
            <a:solidFill>
              <a:schemeClr val="tx1"/>
            </a:solidFill>
          </a:endParaRPr>
        </a:p>
      </dgm:t>
    </dgm:pt>
    <dgm:pt modelId="{01E05576-C9D9-4AAD-BF72-82E385521D67}" type="sibTrans" cxnId="{7E4F7A1A-01C5-4079-9195-533C9476F0D7}">
      <dgm:prSet/>
      <dgm:spPr/>
      <dgm:t>
        <a:bodyPr/>
        <a:lstStyle/>
        <a:p>
          <a:endParaRPr lang="en-US"/>
        </a:p>
      </dgm:t>
    </dgm:pt>
    <dgm:pt modelId="{3580AC03-2F32-43BC-BAD8-E915F6523C84}">
      <dgm:prSet/>
      <dgm:spPr>
        <a:xfrm>
          <a:off x="5960017" y="1083527"/>
          <a:ext cx="1094922" cy="282222"/>
        </a:xfrm>
      </dgm:spPr>
      <dgm:t>
        <a:bodyPr/>
        <a:lstStyle/>
        <a:p>
          <a:pPr>
            <a:buNone/>
          </a:pPr>
          <a:r>
            <a:rPr lang="ar-EG" b="1" dirty="0">
              <a:latin typeface="Cambria"/>
              <a:ea typeface="+mn-ea"/>
              <a:cs typeface="Arial" panose="020B0604020202020204" pitchFamily="34" charset="0"/>
            </a:rPr>
            <a:t>ادارة للاحتياجات</a:t>
          </a:r>
          <a:endParaRPr lang="en-US" b="1" dirty="0">
            <a:latin typeface="Cambria"/>
            <a:ea typeface="+mn-ea"/>
            <a:cs typeface="+mn-cs"/>
          </a:endParaRPr>
        </a:p>
      </dgm:t>
    </dgm:pt>
    <dgm:pt modelId="{86B36E2B-D38C-4EFC-A019-AE001F9292F4}" type="sibTrans" cxnId="{EA016DDD-2728-4C2A-9120-627F86AC6CC0}">
      <dgm:prSet/>
      <dgm:spPr/>
      <dgm:t>
        <a:bodyPr/>
        <a:lstStyle/>
        <a:p>
          <a:endParaRPr lang="en-US"/>
        </a:p>
      </dgm:t>
    </dgm:pt>
    <dgm:pt modelId="{7601A35E-E155-486E-B1CD-82772156085C}" type="parTrans" cxnId="{EA016DDD-2728-4C2A-9120-627F86AC6CC0}">
      <dgm:prSet/>
      <dgm:spPr>
        <a:xfrm>
          <a:off x="4968075" y="586740"/>
          <a:ext cx="1539402" cy="496786"/>
        </a:xfrm>
      </dgm:spPr>
      <dgm:t>
        <a:bodyPr/>
        <a:lstStyle/>
        <a:p>
          <a:endParaRPr lang="en-US">
            <a:solidFill>
              <a:schemeClr val="tx1"/>
            </a:solidFill>
          </a:endParaRPr>
        </a:p>
      </dgm:t>
    </dgm:pt>
    <dgm:pt modelId="{06D5B97E-78DE-4567-8CB1-4492F5556129}">
      <dgm:prSet/>
      <dgm:spPr/>
      <dgm:t>
        <a:bodyPr spcFirstLastPara="0" vert="horz" wrap="square" lIns="5715" tIns="5715" rIns="5715" bIns="5715" numCol="1" spcCol="1270" anchor="ctr" anchorCtr="0"/>
        <a:lstStyle/>
        <a:p>
          <a:pPr>
            <a:buNone/>
          </a:pPr>
          <a:r>
            <a:rPr lang="ar-EG" b="1" dirty="0">
              <a:latin typeface="Cambria"/>
              <a:ea typeface="+mn-ea"/>
              <a:cs typeface="Arial" panose="020B0604020202020204" pitchFamily="34" charset="0"/>
            </a:rPr>
            <a:t>الادارة العامة للسلامة والمأمونية</a:t>
          </a:r>
          <a:endParaRPr lang="en-US" b="1" dirty="0">
            <a:latin typeface="Cambria"/>
            <a:ea typeface="+mn-ea"/>
            <a:cs typeface="+mn-cs"/>
          </a:endParaRPr>
        </a:p>
      </dgm:t>
    </dgm:pt>
    <dgm:pt modelId="{9E7C19F3-B8BB-4EE9-9C2E-22FE0CF7BDD3}" type="parTrans" cxnId="{A3E4DE7C-1087-4DA6-9AA5-ACE1A2136679}">
      <dgm:prSet/>
      <dgm:spPr/>
      <dgm:t>
        <a:bodyPr/>
        <a:lstStyle/>
        <a:p>
          <a:endParaRPr lang="en-US"/>
        </a:p>
      </dgm:t>
    </dgm:pt>
    <dgm:pt modelId="{83E7AA4F-2F18-4E03-9ACA-E2DB2227D31D}" type="sibTrans" cxnId="{A3E4DE7C-1087-4DA6-9AA5-ACE1A2136679}">
      <dgm:prSet/>
      <dgm:spPr/>
      <dgm:t>
        <a:bodyPr/>
        <a:lstStyle/>
        <a:p>
          <a:endParaRPr lang="en-US"/>
        </a:p>
      </dgm:t>
    </dgm:pt>
    <dgm:pt modelId="{EB6FA8C3-1798-4B0F-B12F-CFCB27AF436C}">
      <dgm:prSet/>
      <dgm:spPr/>
      <dgm:t>
        <a:bodyPr/>
        <a:lstStyle/>
        <a:p>
          <a:r>
            <a:rPr lang="ar-EG" b="1">
              <a:latin typeface="Cambria"/>
              <a:ea typeface="+mn-ea"/>
              <a:cs typeface="Arial" panose="020B0604020202020204" pitchFamily="34" charset="0"/>
            </a:rPr>
            <a:t>إدارة المتابعة والتقييم</a:t>
          </a:r>
          <a:endParaRPr lang="en-US" b="1" dirty="0">
            <a:latin typeface="Cambria"/>
            <a:ea typeface="+mn-ea"/>
            <a:cs typeface="Arial" panose="020B0604020202020204" pitchFamily="34" charset="0"/>
          </a:endParaRPr>
        </a:p>
      </dgm:t>
    </dgm:pt>
    <dgm:pt modelId="{6FFB1A3D-ABA8-4596-89CC-6E1F9E351D63}" type="parTrans" cxnId="{9C37B0C3-0056-4406-A733-534F5CA610AD}">
      <dgm:prSet/>
      <dgm:spPr/>
      <dgm:t>
        <a:bodyPr/>
        <a:lstStyle/>
        <a:p>
          <a:endParaRPr lang="en-US"/>
        </a:p>
      </dgm:t>
    </dgm:pt>
    <dgm:pt modelId="{2703B18F-264A-4876-9DA5-C8228986E127}" type="sibTrans" cxnId="{9C37B0C3-0056-4406-A733-534F5CA610AD}">
      <dgm:prSet/>
      <dgm:spPr/>
      <dgm:t>
        <a:bodyPr/>
        <a:lstStyle/>
        <a:p>
          <a:endParaRPr lang="en-US"/>
        </a:p>
      </dgm:t>
    </dgm:pt>
    <dgm:pt modelId="{959161B1-DD5C-426F-8FD9-3E3E0084D15F}">
      <dgm:prSet/>
      <dgm:spPr/>
      <dgm:t>
        <a:bodyPr/>
        <a:lstStyle/>
        <a:p>
          <a:r>
            <a:rPr lang="ar-EG" b="1">
              <a:latin typeface="Cambria"/>
              <a:ea typeface="+mn-ea"/>
              <a:cs typeface="Arial" panose="020B0604020202020204" pitchFamily="34" charset="0"/>
            </a:rPr>
            <a:t>إدارة سلامة ومأمونية المياه</a:t>
          </a:r>
          <a:endParaRPr lang="en-US" b="1" dirty="0">
            <a:latin typeface="Cambria"/>
            <a:ea typeface="+mn-ea"/>
            <a:cs typeface="Arial" panose="020B0604020202020204" pitchFamily="34" charset="0"/>
          </a:endParaRPr>
        </a:p>
      </dgm:t>
    </dgm:pt>
    <dgm:pt modelId="{BB3FB157-88EC-4E20-9552-1EA513961964}" type="parTrans" cxnId="{16ED3973-7E2F-43CB-9454-9E378C9D0BEA}">
      <dgm:prSet/>
      <dgm:spPr/>
      <dgm:t>
        <a:bodyPr/>
        <a:lstStyle/>
        <a:p>
          <a:endParaRPr lang="en-US"/>
        </a:p>
      </dgm:t>
    </dgm:pt>
    <dgm:pt modelId="{F002115A-0250-4E4A-8983-B4C42169BF89}" type="sibTrans" cxnId="{16ED3973-7E2F-43CB-9454-9E378C9D0BEA}">
      <dgm:prSet/>
      <dgm:spPr/>
      <dgm:t>
        <a:bodyPr/>
        <a:lstStyle/>
        <a:p>
          <a:endParaRPr lang="en-US"/>
        </a:p>
      </dgm:t>
    </dgm:pt>
    <dgm:pt modelId="{8C64D91C-9189-41B7-828B-DEDB8F0EC165}">
      <dgm:prSet custT="1"/>
      <dgm:spPr/>
      <dgm:t>
        <a:bodyPr spcFirstLastPara="0" vert="horz" wrap="square" lIns="6350" tIns="6350" rIns="6350" bIns="6350" numCol="1" spcCol="1270" anchor="ctr" anchorCtr="0"/>
        <a:lstStyle/>
        <a:p>
          <a:r>
            <a:rPr lang="ar-EG" sz="1000" b="1" kern="1200" dirty="0">
              <a:latin typeface="Cambria"/>
              <a:ea typeface="+mn-ea"/>
              <a:cs typeface="Arial" panose="020B0604020202020204" pitchFamily="34" charset="0"/>
            </a:rPr>
            <a:t>إدارة </a:t>
          </a:r>
          <a:r>
            <a:rPr lang="ar-EG" sz="1100" b="1" kern="1200" dirty="0">
              <a:latin typeface="Cambria"/>
              <a:ea typeface="+mn-ea"/>
              <a:cs typeface="Arial" panose="020B0604020202020204" pitchFamily="34" charset="0"/>
            </a:rPr>
            <a:t>مأمونية</a:t>
          </a:r>
          <a:r>
            <a:rPr lang="ar-EG" sz="1000" b="1" kern="1200" dirty="0">
              <a:latin typeface="Cambria"/>
              <a:ea typeface="+mn-ea"/>
              <a:cs typeface="Arial" panose="020B0604020202020204" pitchFamily="34" charset="0"/>
            </a:rPr>
            <a:t> تداول الصرف الصحي</a:t>
          </a:r>
          <a:endParaRPr lang="en-US" sz="1000" b="1" kern="1200" dirty="0">
            <a:latin typeface="Cambria"/>
            <a:ea typeface="+mn-ea"/>
            <a:cs typeface="Arial" panose="020B0604020202020204" pitchFamily="34" charset="0"/>
          </a:endParaRPr>
        </a:p>
      </dgm:t>
    </dgm:pt>
    <dgm:pt modelId="{65026452-44AB-457D-8E49-44C94278D4FC}" type="parTrans" cxnId="{B329D976-C9BE-448D-8700-87A668058B36}">
      <dgm:prSet/>
      <dgm:spPr/>
      <dgm:t>
        <a:bodyPr/>
        <a:lstStyle/>
        <a:p>
          <a:endParaRPr lang="en-US"/>
        </a:p>
      </dgm:t>
    </dgm:pt>
    <dgm:pt modelId="{A9D929D3-E72C-4B3E-86DB-601AA0912081}" type="sibTrans" cxnId="{B329D976-C9BE-448D-8700-87A668058B36}">
      <dgm:prSet/>
      <dgm:spPr/>
      <dgm:t>
        <a:bodyPr/>
        <a:lstStyle/>
        <a:p>
          <a:endParaRPr lang="en-US"/>
        </a:p>
      </dgm:t>
    </dgm:pt>
    <dgm:pt modelId="{373A2269-E046-4087-9C8A-4A117E896E9C}" type="pres">
      <dgm:prSet presAssocID="{FEA6AE94-792B-4EC5-95E1-4A8466895A2F}" presName="hierChild1" presStyleCnt="0">
        <dgm:presLayoutVars>
          <dgm:orgChart val="1"/>
          <dgm:chPref val="1"/>
          <dgm:dir/>
          <dgm:animOne val="branch"/>
          <dgm:animLvl val="lvl"/>
          <dgm:resizeHandles/>
        </dgm:presLayoutVars>
      </dgm:prSet>
      <dgm:spPr/>
    </dgm:pt>
    <dgm:pt modelId="{6E488608-9135-4F6A-9DDD-171498662AFD}" type="pres">
      <dgm:prSet presAssocID="{7A6F2AD4-5D2E-47A8-819C-5394365F6D41}" presName="hierRoot1" presStyleCnt="0">
        <dgm:presLayoutVars>
          <dgm:hierBranch val="init"/>
        </dgm:presLayoutVars>
      </dgm:prSet>
      <dgm:spPr/>
    </dgm:pt>
    <dgm:pt modelId="{B8173163-CD8D-45B4-B0B2-A012257B354A}" type="pres">
      <dgm:prSet presAssocID="{7A6F2AD4-5D2E-47A8-819C-5394365F6D41}" presName="rootComposite1" presStyleCnt="0"/>
      <dgm:spPr/>
    </dgm:pt>
    <dgm:pt modelId="{F5DE84C9-D8E5-4187-A7AC-72BFBCACC8F3}" type="pres">
      <dgm:prSet presAssocID="{7A6F2AD4-5D2E-47A8-819C-5394365F6D41}" presName="rootText1" presStyleLbl="node0" presStyleIdx="0" presStyleCnt="1" custScaleX="1161591" custScaleY="170323">
        <dgm:presLayoutVars>
          <dgm:chPref val="3"/>
        </dgm:presLayoutVars>
      </dgm:prSet>
      <dgm:spPr/>
    </dgm:pt>
    <dgm:pt modelId="{68D7B1C5-785F-4DC3-8404-01A8072F33F0}" type="pres">
      <dgm:prSet presAssocID="{7A6F2AD4-5D2E-47A8-819C-5394365F6D41}" presName="rootConnector1" presStyleLbl="node1" presStyleIdx="0" presStyleCnt="0"/>
      <dgm:spPr/>
    </dgm:pt>
    <dgm:pt modelId="{4FA6D658-DE86-4C46-8412-A6FDD68EF12D}" type="pres">
      <dgm:prSet presAssocID="{7A6F2AD4-5D2E-47A8-819C-5394365F6D41}" presName="hierChild2" presStyleCnt="0"/>
      <dgm:spPr/>
    </dgm:pt>
    <dgm:pt modelId="{11D25319-5FFA-4D8A-BFD9-092FE4BA8EDB}" type="pres">
      <dgm:prSet presAssocID="{C7F7F772-A61C-44F5-B6C3-039863E114DF}" presName="Name37" presStyleLbl="parChTrans1D2" presStyleIdx="0" presStyleCnt="11"/>
      <dgm:spPr/>
    </dgm:pt>
    <dgm:pt modelId="{B6DCA4ED-EE4F-4E80-8990-01F2EF9859C3}" type="pres">
      <dgm:prSet presAssocID="{E16E622C-56CF-4F23-A080-5BC1DD754A36}" presName="hierRoot2" presStyleCnt="0">
        <dgm:presLayoutVars>
          <dgm:hierBranch val="r"/>
        </dgm:presLayoutVars>
      </dgm:prSet>
      <dgm:spPr/>
    </dgm:pt>
    <dgm:pt modelId="{08BA0026-0C7A-4CC7-A44A-11B9AA2E296E}" type="pres">
      <dgm:prSet presAssocID="{E16E622C-56CF-4F23-A080-5BC1DD754A36}" presName="rootComposite" presStyleCnt="0"/>
      <dgm:spPr/>
    </dgm:pt>
    <dgm:pt modelId="{DEC60842-F388-4FBB-835A-2BC630B23CC7}" type="pres">
      <dgm:prSet presAssocID="{E16E622C-56CF-4F23-A080-5BC1DD754A36}" presName="rootText" presStyleLbl="node2" presStyleIdx="0" presStyleCnt="8" custScaleX="127576" custLinFactNeighborX="-34942" custLinFactNeighborY="41246">
        <dgm:presLayoutVars>
          <dgm:chPref val="3"/>
        </dgm:presLayoutVars>
      </dgm:prSet>
      <dgm:spPr/>
    </dgm:pt>
    <dgm:pt modelId="{CA80CB50-3F7E-4E54-92E4-6151BAA38964}" type="pres">
      <dgm:prSet presAssocID="{E16E622C-56CF-4F23-A080-5BC1DD754A36}" presName="rootConnector" presStyleLbl="node2" presStyleIdx="0" presStyleCnt="8"/>
      <dgm:spPr/>
    </dgm:pt>
    <dgm:pt modelId="{AB9E9B49-5E80-48F5-AE2A-A4F03992AB5D}" type="pres">
      <dgm:prSet presAssocID="{E16E622C-56CF-4F23-A080-5BC1DD754A36}" presName="hierChild4" presStyleCnt="0"/>
      <dgm:spPr/>
    </dgm:pt>
    <dgm:pt modelId="{A4D02019-3EAE-4F0A-B30D-2901E837D246}" type="pres">
      <dgm:prSet presAssocID="{4AD19218-435E-4B10-812F-106113DB8663}" presName="Name50" presStyleLbl="parChTrans1D3" presStyleIdx="0" presStyleCnt="39"/>
      <dgm:spPr/>
    </dgm:pt>
    <dgm:pt modelId="{63BE2A10-8127-42B8-8081-1EF7279E23D8}" type="pres">
      <dgm:prSet presAssocID="{71A0C83D-33B4-4D0A-B59A-EE12301A64B0}" presName="hierRoot2" presStyleCnt="0">
        <dgm:presLayoutVars>
          <dgm:hierBranch val="init"/>
        </dgm:presLayoutVars>
      </dgm:prSet>
      <dgm:spPr/>
    </dgm:pt>
    <dgm:pt modelId="{483C20D5-0517-48D7-85E4-57AFB2768D7E}" type="pres">
      <dgm:prSet presAssocID="{71A0C83D-33B4-4D0A-B59A-EE12301A64B0}" presName="rootComposite" presStyleCnt="0"/>
      <dgm:spPr/>
    </dgm:pt>
    <dgm:pt modelId="{AC18736C-AD4E-4996-9CC0-C230FCC00C81}" type="pres">
      <dgm:prSet presAssocID="{71A0C83D-33B4-4D0A-B59A-EE12301A64B0}" presName="rootText" presStyleLbl="node3" presStyleIdx="0" presStyleCnt="23" custLinFactNeighborX="2107" custLinFactNeighborY="-18066">
        <dgm:presLayoutVars>
          <dgm:chPref val="3"/>
        </dgm:presLayoutVars>
      </dgm:prSet>
      <dgm:spPr/>
    </dgm:pt>
    <dgm:pt modelId="{6A0865F3-D9F2-42C4-A966-FA5AFFE28ABF}" type="pres">
      <dgm:prSet presAssocID="{71A0C83D-33B4-4D0A-B59A-EE12301A64B0}" presName="rootConnector" presStyleLbl="node3" presStyleIdx="0" presStyleCnt="23"/>
      <dgm:spPr/>
    </dgm:pt>
    <dgm:pt modelId="{D278A0B7-E965-4F7A-B455-9F605B9BD7B4}" type="pres">
      <dgm:prSet presAssocID="{71A0C83D-33B4-4D0A-B59A-EE12301A64B0}" presName="hierChild4" presStyleCnt="0"/>
      <dgm:spPr/>
    </dgm:pt>
    <dgm:pt modelId="{C818F027-E8E1-46ED-8173-BFBFFA8F9B58}" type="pres">
      <dgm:prSet presAssocID="{71A0C83D-33B4-4D0A-B59A-EE12301A64B0}" presName="hierChild5" presStyleCnt="0"/>
      <dgm:spPr/>
    </dgm:pt>
    <dgm:pt modelId="{C6EA9314-ED55-45B8-A1ED-2ABFB69B3BA2}" type="pres">
      <dgm:prSet presAssocID="{78F0DE28-5E58-4C7F-B095-F129FB41AB54}" presName="Name50" presStyleLbl="parChTrans1D3" presStyleIdx="1" presStyleCnt="39"/>
      <dgm:spPr/>
    </dgm:pt>
    <dgm:pt modelId="{B61335F0-A69F-48BF-ADED-672AF41B2A45}" type="pres">
      <dgm:prSet presAssocID="{628FA665-9F26-462B-9367-FFEAF8F94CBB}" presName="hierRoot2" presStyleCnt="0">
        <dgm:presLayoutVars>
          <dgm:hierBranch val="init"/>
        </dgm:presLayoutVars>
      </dgm:prSet>
      <dgm:spPr/>
    </dgm:pt>
    <dgm:pt modelId="{618011C0-AD09-4771-BC21-33D5A8E4C813}" type="pres">
      <dgm:prSet presAssocID="{628FA665-9F26-462B-9367-FFEAF8F94CBB}" presName="rootComposite" presStyleCnt="0"/>
      <dgm:spPr/>
    </dgm:pt>
    <dgm:pt modelId="{F25243AE-1D2B-4C67-8B76-94271117BC6A}" type="pres">
      <dgm:prSet presAssocID="{628FA665-9F26-462B-9367-FFEAF8F94CBB}" presName="rootText" presStyleLbl="node3" presStyleIdx="1" presStyleCnt="23" custLinFactNeighborX="751" custLinFactNeighborY="-14831">
        <dgm:presLayoutVars>
          <dgm:chPref val="3"/>
        </dgm:presLayoutVars>
      </dgm:prSet>
      <dgm:spPr/>
    </dgm:pt>
    <dgm:pt modelId="{D2A49935-E688-4F18-BA3C-5F4EC7E20478}" type="pres">
      <dgm:prSet presAssocID="{628FA665-9F26-462B-9367-FFEAF8F94CBB}" presName="rootConnector" presStyleLbl="node3" presStyleIdx="1" presStyleCnt="23"/>
      <dgm:spPr/>
    </dgm:pt>
    <dgm:pt modelId="{893F23BC-DCA4-4AD4-87CE-64AA4B06B9E2}" type="pres">
      <dgm:prSet presAssocID="{628FA665-9F26-462B-9367-FFEAF8F94CBB}" presName="hierChild4" presStyleCnt="0"/>
      <dgm:spPr/>
    </dgm:pt>
    <dgm:pt modelId="{89F6F04A-230A-45B5-946F-9C406AAF3F8D}" type="pres">
      <dgm:prSet presAssocID="{628FA665-9F26-462B-9367-FFEAF8F94CBB}" presName="hierChild5" presStyleCnt="0"/>
      <dgm:spPr/>
    </dgm:pt>
    <dgm:pt modelId="{6D0D81D6-59CD-460D-B80E-3A3D7BD0FCEB}" type="pres">
      <dgm:prSet presAssocID="{2D85FE00-676C-4756-A0EF-AB2EE1137DEB}" presName="Name50" presStyleLbl="parChTrans1D3" presStyleIdx="2" presStyleCnt="39"/>
      <dgm:spPr/>
    </dgm:pt>
    <dgm:pt modelId="{24ABF6D4-4807-401C-935C-29B24EBB1009}" type="pres">
      <dgm:prSet presAssocID="{24378665-707D-410D-BC73-FC5FC4B1367E}" presName="hierRoot2" presStyleCnt="0">
        <dgm:presLayoutVars>
          <dgm:hierBranch val="init"/>
        </dgm:presLayoutVars>
      </dgm:prSet>
      <dgm:spPr/>
    </dgm:pt>
    <dgm:pt modelId="{F3ECC5BC-9230-410F-BE51-DA81E21BB0ED}" type="pres">
      <dgm:prSet presAssocID="{24378665-707D-410D-BC73-FC5FC4B1367E}" presName="rootComposite" presStyleCnt="0"/>
      <dgm:spPr/>
    </dgm:pt>
    <dgm:pt modelId="{0574C320-C8A9-4D79-B17F-852ADC7BEA3D}" type="pres">
      <dgm:prSet presAssocID="{24378665-707D-410D-BC73-FC5FC4B1367E}" presName="rootText" presStyleLbl="node3" presStyleIdx="2" presStyleCnt="23" custLinFactNeighborX="4688" custLinFactNeighborY="-2451">
        <dgm:presLayoutVars>
          <dgm:chPref val="3"/>
        </dgm:presLayoutVars>
      </dgm:prSet>
      <dgm:spPr/>
    </dgm:pt>
    <dgm:pt modelId="{F526A78E-913C-4B89-AA5C-C48C6A266CE9}" type="pres">
      <dgm:prSet presAssocID="{24378665-707D-410D-BC73-FC5FC4B1367E}" presName="rootConnector" presStyleLbl="node3" presStyleIdx="2" presStyleCnt="23"/>
      <dgm:spPr/>
    </dgm:pt>
    <dgm:pt modelId="{C1E8DBC4-C9B0-43E6-B2E8-6D9116879C1A}" type="pres">
      <dgm:prSet presAssocID="{24378665-707D-410D-BC73-FC5FC4B1367E}" presName="hierChild4" presStyleCnt="0"/>
      <dgm:spPr/>
    </dgm:pt>
    <dgm:pt modelId="{5BBF21D6-3369-435C-AB7D-221B5687B1BB}" type="pres">
      <dgm:prSet presAssocID="{24378665-707D-410D-BC73-FC5FC4B1367E}" presName="hierChild5" presStyleCnt="0"/>
      <dgm:spPr/>
    </dgm:pt>
    <dgm:pt modelId="{21B00E32-2F9A-43E0-A70A-CDC9D7CE22AC}" type="pres">
      <dgm:prSet presAssocID="{970191B5-5AC4-45B8-9494-6466F0B1C96B}" presName="Name50" presStyleLbl="parChTrans1D3" presStyleIdx="3" presStyleCnt="39"/>
      <dgm:spPr/>
    </dgm:pt>
    <dgm:pt modelId="{6A3919D1-E0CA-4707-B2F9-5A5535D76FA9}" type="pres">
      <dgm:prSet presAssocID="{14CDB8A9-1AB7-4E6F-B57D-99BDB08C0CAA}" presName="hierRoot2" presStyleCnt="0">
        <dgm:presLayoutVars>
          <dgm:hierBranch val="init"/>
        </dgm:presLayoutVars>
      </dgm:prSet>
      <dgm:spPr/>
    </dgm:pt>
    <dgm:pt modelId="{F1D8B4E4-4522-40D4-9ED5-52CAE3CBAAD9}" type="pres">
      <dgm:prSet presAssocID="{14CDB8A9-1AB7-4E6F-B57D-99BDB08C0CAA}" presName="rootComposite" presStyleCnt="0"/>
      <dgm:spPr/>
    </dgm:pt>
    <dgm:pt modelId="{BF71FB88-63A1-4F76-9F80-3069C3028951}" type="pres">
      <dgm:prSet presAssocID="{14CDB8A9-1AB7-4E6F-B57D-99BDB08C0CAA}" presName="rootText" presStyleLbl="node3" presStyleIdx="3" presStyleCnt="23" custLinFactNeighborX="8885" custLinFactNeighborY="-17543">
        <dgm:presLayoutVars>
          <dgm:chPref val="3"/>
        </dgm:presLayoutVars>
      </dgm:prSet>
      <dgm:spPr/>
    </dgm:pt>
    <dgm:pt modelId="{E85E10FD-19A2-472A-86D1-40CB66D3D137}" type="pres">
      <dgm:prSet presAssocID="{14CDB8A9-1AB7-4E6F-B57D-99BDB08C0CAA}" presName="rootConnector" presStyleLbl="node3" presStyleIdx="3" presStyleCnt="23"/>
      <dgm:spPr/>
    </dgm:pt>
    <dgm:pt modelId="{D51CD635-B228-4F5F-8566-6080B08D1E14}" type="pres">
      <dgm:prSet presAssocID="{14CDB8A9-1AB7-4E6F-B57D-99BDB08C0CAA}" presName="hierChild4" presStyleCnt="0"/>
      <dgm:spPr/>
    </dgm:pt>
    <dgm:pt modelId="{8C31C200-CA05-4D9D-8CB9-84615C3A1A56}" type="pres">
      <dgm:prSet presAssocID="{14CDB8A9-1AB7-4E6F-B57D-99BDB08C0CAA}" presName="hierChild5" presStyleCnt="0"/>
      <dgm:spPr/>
    </dgm:pt>
    <dgm:pt modelId="{AF22A013-E0A6-4EF5-A4DB-70AFC2F6881E}" type="pres">
      <dgm:prSet presAssocID="{E16E622C-56CF-4F23-A080-5BC1DD754A36}" presName="hierChild5" presStyleCnt="0"/>
      <dgm:spPr/>
    </dgm:pt>
    <dgm:pt modelId="{757C84DD-207B-4026-A0B7-3767E13935B4}" type="pres">
      <dgm:prSet presAssocID="{33743C05-D148-4174-8095-FF0DCC9427E6}" presName="Name111" presStyleLbl="parChTrans1D3" presStyleIdx="4" presStyleCnt="39"/>
      <dgm:spPr/>
    </dgm:pt>
    <dgm:pt modelId="{5234CBC8-5FF3-4D5B-B913-E32432015F12}" type="pres">
      <dgm:prSet presAssocID="{AB1EF771-794E-44AA-B555-17B13C0E614E}" presName="hierRoot3" presStyleCnt="0">
        <dgm:presLayoutVars>
          <dgm:hierBranch val="init"/>
        </dgm:presLayoutVars>
      </dgm:prSet>
      <dgm:spPr/>
    </dgm:pt>
    <dgm:pt modelId="{9B297C8F-16A5-4B19-8DDF-92E43B198393}" type="pres">
      <dgm:prSet presAssocID="{AB1EF771-794E-44AA-B555-17B13C0E614E}" presName="rootComposite3" presStyleCnt="0"/>
      <dgm:spPr/>
    </dgm:pt>
    <dgm:pt modelId="{AFE9E7FE-9FFA-49ED-A695-65E9CF5C3B89}" type="pres">
      <dgm:prSet presAssocID="{AB1EF771-794E-44AA-B555-17B13C0E614E}" presName="rootText3" presStyleLbl="asst2" presStyleIdx="0" presStyleCnt="16" custScaleY="91632" custLinFactX="35569" custLinFactNeighborX="100000" custLinFactNeighborY="16149">
        <dgm:presLayoutVars>
          <dgm:chPref val="3"/>
        </dgm:presLayoutVars>
      </dgm:prSet>
      <dgm:spPr/>
    </dgm:pt>
    <dgm:pt modelId="{90E67394-2D2E-48D8-8038-AB81678D0591}" type="pres">
      <dgm:prSet presAssocID="{AB1EF771-794E-44AA-B555-17B13C0E614E}" presName="rootConnector3" presStyleLbl="asst2" presStyleIdx="0" presStyleCnt="16"/>
      <dgm:spPr/>
    </dgm:pt>
    <dgm:pt modelId="{94CFDFBE-F3C8-4FDF-B453-E28596062EC1}" type="pres">
      <dgm:prSet presAssocID="{AB1EF771-794E-44AA-B555-17B13C0E614E}" presName="hierChild6" presStyleCnt="0"/>
      <dgm:spPr/>
    </dgm:pt>
    <dgm:pt modelId="{1DC57CE8-FCB2-4865-A05D-4C8554B7C5E0}" type="pres">
      <dgm:prSet presAssocID="{AB1EF771-794E-44AA-B555-17B13C0E614E}" presName="hierChild7" presStyleCnt="0"/>
      <dgm:spPr/>
    </dgm:pt>
    <dgm:pt modelId="{D367994D-4A7E-4241-8E8A-C253BF5E6D16}" type="pres">
      <dgm:prSet presAssocID="{F60C6C18-18D9-4498-91CB-C33ECDD9F5A7}" presName="Name111" presStyleLbl="parChTrans1D3" presStyleIdx="5" presStyleCnt="39"/>
      <dgm:spPr/>
    </dgm:pt>
    <dgm:pt modelId="{BC0A3DEC-2B00-4E4D-BD81-F7BC99DFDEA3}" type="pres">
      <dgm:prSet presAssocID="{4DBFC68C-70C0-4069-8E0E-A65C996FC3B2}" presName="hierRoot3" presStyleCnt="0">
        <dgm:presLayoutVars>
          <dgm:hierBranch val="init"/>
        </dgm:presLayoutVars>
      </dgm:prSet>
      <dgm:spPr/>
    </dgm:pt>
    <dgm:pt modelId="{A0809FC4-9EE3-4C72-8EE6-34BB59DF764D}" type="pres">
      <dgm:prSet presAssocID="{4DBFC68C-70C0-4069-8E0E-A65C996FC3B2}" presName="rootComposite3" presStyleCnt="0"/>
      <dgm:spPr/>
    </dgm:pt>
    <dgm:pt modelId="{50864B4F-E644-481C-8B2A-B0ECCE6EB5C7}" type="pres">
      <dgm:prSet presAssocID="{4DBFC68C-70C0-4069-8E0E-A65C996FC3B2}" presName="rootText3" presStyleLbl="asst2" presStyleIdx="1" presStyleCnt="16" custLinFactX="68651" custLinFactY="300000" custLinFactNeighborX="100000" custLinFactNeighborY="392571">
        <dgm:presLayoutVars>
          <dgm:chPref val="3"/>
        </dgm:presLayoutVars>
      </dgm:prSet>
      <dgm:spPr/>
    </dgm:pt>
    <dgm:pt modelId="{FFD22959-7496-45A1-BFE9-1A20483ADECF}" type="pres">
      <dgm:prSet presAssocID="{4DBFC68C-70C0-4069-8E0E-A65C996FC3B2}" presName="rootConnector3" presStyleLbl="asst2" presStyleIdx="1" presStyleCnt="16"/>
      <dgm:spPr/>
    </dgm:pt>
    <dgm:pt modelId="{A107F6F3-14A6-4AD1-8CFB-6680ABE8331E}" type="pres">
      <dgm:prSet presAssocID="{4DBFC68C-70C0-4069-8E0E-A65C996FC3B2}" presName="hierChild6" presStyleCnt="0"/>
      <dgm:spPr/>
    </dgm:pt>
    <dgm:pt modelId="{BDBE1530-8397-4E67-ABE3-EF54431789B7}" type="pres">
      <dgm:prSet presAssocID="{4DBFC68C-70C0-4069-8E0E-A65C996FC3B2}" presName="hierChild7" presStyleCnt="0"/>
      <dgm:spPr/>
    </dgm:pt>
    <dgm:pt modelId="{2D3CD562-0F17-4833-A03A-9332DA468F30}" type="pres">
      <dgm:prSet presAssocID="{6E320477-A019-4275-BADD-32E9828F6215}" presName="Name111" presStyleLbl="parChTrans1D3" presStyleIdx="6" presStyleCnt="39"/>
      <dgm:spPr/>
    </dgm:pt>
    <dgm:pt modelId="{ECC55423-D164-4A6A-AD2C-D25D01E0BFF9}" type="pres">
      <dgm:prSet presAssocID="{FB729427-4F42-4E0D-9AC4-074D1A56124C}" presName="hierRoot3" presStyleCnt="0">
        <dgm:presLayoutVars>
          <dgm:hierBranch val="init"/>
        </dgm:presLayoutVars>
      </dgm:prSet>
      <dgm:spPr/>
    </dgm:pt>
    <dgm:pt modelId="{FE411F03-6609-4AC0-BCC0-E1B35D300527}" type="pres">
      <dgm:prSet presAssocID="{FB729427-4F42-4E0D-9AC4-074D1A56124C}" presName="rootComposite3" presStyleCnt="0"/>
      <dgm:spPr/>
    </dgm:pt>
    <dgm:pt modelId="{9FC1E465-0238-47FD-B8C9-8584EA44DD56}" type="pres">
      <dgm:prSet presAssocID="{FB729427-4F42-4E0D-9AC4-074D1A56124C}" presName="rootText3" presStyleLbl="asst2" presStyleIdx="2" presStyleCnt="16" custLinFactX="32611" custLinFactNeighborX="100000" custLinFactNeighborY="-74">
        <dgm:presLayoutVars>
          <dgm:chPref val="3"/>
        </dgm:presLayoutVars>
      </dgm:prSet>
      <dgm:spPr/>
    </dgm:pt>
    <dgm:pt modelId="{9B70D1FA-9ED3-4E36-ABC2-483B5884C4A3}" type="pres">
      <dgm:prSet presAssocID="{FB729427-4F42-4E0D-9AC4-074D1A56124C}" presName="rootConnector3" presStyleLbl="asst2" presStyleIdx="2" presStyleCnt="16"/>
      <dgm:spPr/>
    </dgm:pt>
    <dgm:pt modelId="{E22C6369-9B1C-4CE4-BCC0-714763AF043F}" type="pres">
      <dgm:prSet presAssocID="{FB729427-4F42-4E0D-9AC4-074D1A56124C}" presName="hierChild6" presStyleCnt="0"/>
      <dgm:spPr/>
    </dgm:pt>
    <dgm:pt modelId="{9CB636D0-BD5C-425E-B586-EDBB1FE6A127}" type="pres">
      <dgm:prSet presAssocID="{FB729427-4F42-4E0D-9AC4-074D1A56124C}" presName="hierChild7" presStyleCnt="0"/>
      <dgm:spPr/>
    </dgm:pt>
    <dgm:pt modelId="{29FF510A-3100-42A3-B9F4-EDE145A97951}" type="pres">
      <dgm:prSet presAssocID="{5B816B59-9B0F-478D-B5D7-1D5A69F0A31B}" presName="Name111" presStyleLbl="parChTrans1D3" presStyleIdx="7" presStyleCnt="39"/>
      <dgm:spPr/>
    </dgm:pt>
    <dgm:pt modelId="{F0E297F1-9A8F-456C-8EEA-153156E0B0B6}" type="pres">
      <dgm:prSet presAssocID="{BC5A4D38-1BC4-4969-8F40-E9000D1C47BC}" presName="hierRoot3" presStyleCnt="0">
        <dgm:presLayoutVars>
          <dgm:hierBranch val="init"/>
        </dgm:presLayoutVars>
      </dgm:prSet>
      <dgm:spPr/>
    </dgm:pt>
    <dgm:pt modelId="{86E6AC2B-A4E5-4A7C-B298-AC4031238466}" type="pres">
      <dgm:prSet presAssocID="{BC5A4D38-1BC4-4969-8F40-E9000D1C47BC}" presName="rootComposite3" presStyleCnt="0"/>
      <dgm:spPr/>
    </dgm:pt>
    <dgm:pt modelId="{7553505D-627D-4FEE-821A-F8817A14E031}" type="pres">
      <dgm:prSet presAssocID="{BC5A4D38-1BC4-4969-8F40-E9000D1C47BC}" presName="rootText3" presStyleLbl="asst2" presStyleIdx="3" presStyleCnt="16" custLinFactX="68911" custLinFactY="300000" custLinFactNeighborX="100000" custLinFactNeighborY="380824">
        <dgm:presLayoutVars>
          <dgm:chPref val="3"/>
        </dgm:presLayoutVars>
      </dgm:prSet>
      <dgm:spPr/>
    </dgm:pt>
    <dgm:pt modelId="{7F34DA4C-3664-4695-8F70-25BE0987BBC0}" type="pres">
      <dgm:prSet presAssocID="{BC5A4D38-1BC4-4969-8F40-E9000D1C47BC}" presName="rootConnector3" presStyleLbl="asst2" presStyleIdx="3" presStyleCnt="16"/>
      <dgm:spPr/>
    </dgm:pt>
    <dgm:pt modelId="{24349AF4-7A4C-4D98-80EF-8820E8B6FFBC}" type="pres">
      <dgm:prSet presAssocID="{BC5A4D38-1BC4-4969-8F40-E9000D1C47BC}" presName="hierChild6" presStyleCnt="0"/>
      <dgm:spPr/>
    </dgm:pt>
    <dgm:pt modelId="{E4CC1B96-C6C2-4E0D-B17C-1101A87B5C24}" type="pres">
      <dgm:prSet presAssocID="{BC5A4D38-1BC4-4969-8F40-E9000D1C47BC}" presName="hierChild7" presStyleCnt="0"/>
      <dgm:spPr/>
    </dgm:pt>
    <dgm:pt modelId="{B9E94D36-CC7B-4A81-BE5F-D500A69F21C1}" type="pres">
      <dgm:prSet presAssocID="{6BF7F573-41C1-47F6-AE4A-FA9FFEAB5B53}" presName="Name111" presStyleLbl="parChTrans1D3" presStyleIdx="8" presStyleCnt="39"/>
      <dgm:spPr/>
    </dgm:pt>
    <dgm:pt modelId="{D951632E-53CE-406F-A5D9-408DF2703B52}" type="pres">
      <dgm:prSet presAssocID="{B60A904E-422F-49F2-AB39-E1278E3A69D4}" presName="hierRoot3" presStyleCnt="0">
        <dgm:presLayoutVars>
          <dgm:hierBranch val="init"/>
        </dgm:presLayoutVars>
      </dgm:prSet>
      <dgm:spPr/>
    </dgm:pt>
    <dgm:pt modelId="{4C0BA4CF-0BB0-488B-874B-A0704FDF3F5E}" type="pres">
      <dgm:prSet presAssocID="{B60A904E-422F-49F2-AB39-E1278E3A69D4}" presName="rootComposite3" presStyleCnt="0"/>
      <dgm:spPr/>
    </dgm:pt>
    <dgm:pt modelId="{77D0C5E6-13D2-4C32-9109-49C780E742B7}" type="pres">
      <dgm:prSet presAssocID="{B60A904E-422F-49F2-AB39-E1278E3A69D4}" presName="rootText3" presStyleLbl="asst2" presStyleIdx="4" presStyleCnt="16" custLinFactX="32242" custLinFactNeighborX="100000" custLinFactNeighborY="-28389">
        <dgm:presLayoutVars>
          <dgm:chPref val="3"/>
        </dgm:presLayoutVars>
      </dgm:prSet>
      <dgm:spPr/>
    </dgm:pt>
    <dgm:pt modelId="{55C5243C-77A7-461C-97C8-16C1B541ABF5}" type="pres">
      <dgm:prSet presAssocID="{B60A904E-422F-49F2-AB39-E1278E3A69D4}" presName="rootConnector3" presStyleLbl="asst2" presStyleIdx="4" presStyleCnt="16"/>
      <dgm:spPr/>
    </dgm:pt>
    <dgm:pt modelId="{328ED09F-6FCE-4301-98C0-F169D01DF3EE}" type="pres">
      <dgm:prSet presAssocID="{B60A904E-422F-49F2-AB39-E1278E3A69D4}" presName="hierChild6" presStyleCnt="0"/>
      <dgm:spPr/>
    </dgm:pt>
    <dgm:pt modelId="{585B0411-8A5F-41DB-B27D-7018EBBF5EE5}" type="pres">
      <dgm:prSet presAssocID="{B60A904E-422F-49F2-AB39-E1278E3A69D4}" presName="hierChild7" presStyleCnt="0"/>
      <dgm:spPr/>
    </dgm:pt>
    <dgm:pt modelId="{577152B9-BA32-4DC9-AD88-33D954D8D165}" type="pres">
      <dgm:prSet presAssocID="{7601A35E-E155-486E-B1CD-82772156085C}" presName="Name37" presStyleLbl="parChTrans1D2" presStyleIdx="1" presStyleCnt="11"/>
      <dgm:spPr/>
    </dgm:pt>
    <dgm:pt modelId="{B311E552-397D-473D-AD03-2E840D33BEB7}" type="pres">
      <dgm:prSet presAssocID="{3580AC03-2F32-43BC-BAD8-E915F6523C84}" presName="hierRoot2" presStyleCnt="0">
        <dgm:presLayoutVars>
          <dgm:hierBranch val="init"/>
        </dgm:presLayoutVars>
      </dgm:prSet>
      <dgm:spPr/>
    </dgm:pt>
    <dgm:pt modelId="{7DD75213-FD90-492F-8B1E-0F9BF51A933C}" type="pres">
      <dgm:prSet presAssocID="{3580AC03-2F32-43BC-BAD8-E915F6523C84}" presName="rootComposite" presStyleCnt="0"/>
      <dgm:spPr/>
    </dgm:pt>
    <dgm:pt modelId="{E0FEECDA-E227-4857-8AF7-F289E3B6C35E}" type="pres">
      <dgm:prSet presAssocID="{3580AC03-2F32-43BC-BAD8-E915F6523C84}" presName="rootText" presStyleLbl="node2" presStyleIdx="1" presStyleCnt="8" custLinFactX="172241" custLinFactY="-33419" custLinFactNeighborX="200000" custLinFactNeighborY="-100000">
        <dgm:presLayoutVars>
          <dgm:chPref val="3"/>
        </dgm:presLayoutVars>
      </dgm:prSet>
      <dgm:spPr/>
    </dgm:pt>
    <dgm:pt modelId="{970845E5-5AA1-470C-A618-C0FA716E003B}" type="pres">
      <dgm:prSet presAssocID="{3580AC03-2F32-43BC-BAD8-E915F6523C84}" presName="rootConnector" presStyleLbl="node2" presStyleIdx="1" presStyleCnt="8"/>
      <dgm:spPr/>
    </dgm:pt>
    <dgm:pt modelId="{104CEE9D-5743-4413-A249-4B2694F2C08F}" type="pres">
      <dgm:prSet presAssocID="{3580AC03-2F32-43BC-BAD8-E915F6523C84}" presName="hierChild4" presStyleCnt="0"/>
      <dgm:spPr/>
    </dgm:pt>
    <dgm:pt modelId="{ADCBB8EE-0CAE-4BB6-A180-7DB4872384D2}" type="pres">
      <dgm:prSet presAssocID="{3580AC03-2F32-43BC-BAD8-E915F6523C84}" presName="hierChild5" presStyleCnt="0"/>
      <dgm:spPr/>
    </dgm:pt>
    <dgm:pt modelId="{2E805143-988F-4F2C-84C7-4D01B94BD755}" type="pres">
      <dgm:prSet presAssocID="{C7D89FA2-C79D-4A07-ABD3-6251C4E15739}" presName="Name37" presStyleLbl="parChTrans1D2" presStyleIdx="2" presStyleCnt="11"/>
      <dgm:spPr/>
    </dgm:pt>
    <dgm:pt modelId="{9668E500-E2C2-47CC-8747-8525D530CEAD}" type="pres">
      <dgm:prSet presAssocID="{660E3BE6-B1CC-44F6-8B69-884F27F886EF}" presName="hierRoot2" presStyleCnt="0">
        <dgm:presLayoutVars>
          <dgm:hierBranch/>
        </dgm:presLayoutVars>
      </dgm:prSet>
      <dgm:spPr/>
    </dgm:pt>
    <dgm:pt modelId="{0511B799-1EF4-4640-83FB-5C90EDF222F2}" type="pres">
      <dgm:prSet presAssocID="{660E3BE6-B1CC-44F6-8B69-884F27F886EF}" presName="rootComposite" presStyleCnt="0"/>
      <dgm:spPr/>
    </dgm:pt>
    <dgm:pt modelId="{B4ACD7D0-73B8-40FF-BB4E-B346A5EA79E6}" type="pres">
      <dgm:prSet presAssocID="{660E3BE6-B1CC-44F6-8B69-884F27F886EF}" presName="rootText" presStyleLbl="node2" presStyleIdx="2" presStyleCnt="8" custScaleX="183512" custLinFactX="-33870" custLinFactNeighborX="-100000" custLinFactNeighborY="43778">
        <dgm:presLayoutVars>
          <dgm:chPref val="3"/>
        </dgm:presLayoutVars>
      </dgm:prSet>
      <dgm:spPr/>
    </dgm:pt>
    <dgm:pt modelId="{4F3CEC31-B24B-473C-9D3C-58EF64CC9F41}" type="pres">
      <dgm:prSet presAssocID="{660E3BE6-B1CC-44F6-8B69-884F27F886EF}" presName="rootConnector" presStyleLbl="node2" presStyleIdx="2" presStyleCnt="8"/>
      <dgm:spPr/>
    </dgm:pt>
    <dgm:pt modelId="{EA77C4F9-643E-4029-8E0F-6F5B4B422A78}" type="pres">
      <dgm:prSet presAssocID="{660E3BE6-B1CC-44F6-8B69-884F27F886EF}" presName="hierChild4" presStyleCnt="0"/>
      <dgm:spPr/>
    </dgm:pt>
    <dgm:pt modelId="{E37D7317-A165-4EDE-A750-C3F2482C6972}" type="pres">
      <dgm:prSet presAssocID="{ACAA3540-13C8-45A6-A6FB-64E393F383A8}" presName="Name35" presStyleLbl="parChTrans1D3" presStyleIdx="9" presStyleCnt="39"/>
      <dgm:spPr/>
    </dgm:pt>
    <dgm:pt modelId="{D0DF23A4-686B-41AE-B85F-F5EA91380A78}" type="pres">
      <dgm:prSet presAssocID="{16B2F7A6-8912-49AD-B8A6-002EFDDAB7FD}" presName="hierRoot2" presStyleCnt="0">
        <dgm:presLayoutVars>
          <dgm:hierBranch val="init"/>
        </dgm:presLayoutVars>
      </dgm:prSet>
      <dgm:spPr/>
    </dgm:pt>
    <dgm:pt modelId="{7595F9C2-2225-4729-A59B-A764196783EA}" type="pres">
      <dgm:prSet presAssocID="{16B2F7A6-8912-49AD-B8A6-002EFDDAB7FD}" presName="rootComposite" presStyleCnt="0"/>
      <dgm:spPr/>
    </dgm:pt>
    <dgm:pt modelId="{F4AE7401-A1EE-4233-B0A0-B1950F30C8CC}" type="pres">
      <dgm:prSet presAssocID="{16B2F7A6-8912-49AD-B8A6-002EFDDAB7FD}" presName="rootText" presStyleLbl="node3" presStyleIdx="4" presStyleCnt="23" custLinFactY="41926" custLinFactNeighborX="-15222" custLinFactNeighborY="100000">
        <dgm:presLayoutVars>
          <dgm:chPref val="3"/>
        </dgm:presLayoutVars>
      </dgm:prSet>
      <dgm:spPr/>
    </dgm:pt>
    <dgm:pt modelId="{8D8213AB-4859-4C2C-AF1D-09E71FC69EA7}" type="pres">
      <dgm:prSet presAssocID="{16B2F7A6-8912-49AD-B8A6-002EFDDAB7FD}" presName="rootConnector" presStyleLbl="node3" presStyleIdx="4" presStyleCnt="23"/>
      <dgm:spPr/>
    </dgm:pt>
    <dgm:pt modelId="{15FBE0D0-81EC-4D90-923C-63D8FE233EDC}" type="pres">
      <dgm:prSet presAssocID="{16B2F7A6-8912-49AD-B8A6-002EFDDAB7FD}" presName="hierChild4" presStyleCnt="0"/>
      <dgm:spPr/>
    </dgm:pt>
    <dgm:pt modelId="{82956EBF-44FE-4119-A758-34E893820062}" type="pres">
      <dgm:prSet presAssocID="{16B2F7A6-8912-49AD-B8A6-002EFDDAB7FD}" presName="hierChild5" presStyleCnt="0"/>
      <dgm:spPr/>
    </dgm:pt>
    <dgm:pt modelId="{FA2F3FCC-E1DA-4A85-9DCA-34D8DE9D329B}" type="pres">
      <dgm:prSet presAssocID="{736305E9-31E5-4F76-BED7-4E8410E3C950}" presName="Name35" presStyleLbl="parChTrans1D3" presStyleIdx="10" presStyleCnt="39"/>
      <dgm:spPr/>
    </dgm:pt>
    <dgm:pt modelId="{A261ACEE-4759-42B5-8E87-335AE6FD45DF}" type="pres">
      <dgm:prSet presAssocID="{A5734465-CE97-41E3-A5BD-8940489D8D8E}" presName="hierRoot2" presStyleCnt="0">
        <dgm:presLayoutVars>
          <dgm:hierBranch val="init"/>
        </dgm:presLayoutVars>
      </dgm:prSet>
      <dgm:spPr/>
    </dgm:pt>
    <dgm:pt modelId="{82D6F512-8280-470E-BA29-5A1D3E8A4B80}" type="pres">
      <dgm:prSet presAssocID="{A5734465-CE97-41E3-A5BD-8940489D8D8E}" presName="rootComposite" presStyleCnt="0"/>
      <dgm:spPr/>
    </dgm:pt>
    <dgm:pt modelId="{6D3B3D05-A9AF-44D2-89DA-C3DFC01108BD}" type="pres">
      <dgm:prSet presAssocID="{A5734465-CE97-41E3-A5BD-8940489D8D8E}" presName="rootText" presStyleLbl="node3" presStyleIdx="5" presStyleCnt="23" custLinFactX="-49924" custLinFactY="200000" custLinFactNeighborX="-100000" custLinFactNeighborY="220188">
        <dgm:presLayoutVars>
          <dgm:chPref val="3"/>
        </dgm:presLayoutVars>
      </dgm:prSet>
      <dgm:spPr/>
    </dgm:pt>
    <dgm:pt modelId="{B9395D9B-3FCD-44C6-8628-DD95030547CD}" type="pres">
      <dgm:prSet presAssocID="{A5734465-CE97-41E3-A5BD-8940489D8D8E}" presName="rootConnector" presStyleLbl="node3" presStyleIdx="5" presStyleCnt="23"/>
      <dgm:spPr/>
    </dgm:pt>
    <dgm:pt modelId="{A7D76D8D-195E-47A8-A663-0F2FD9B4B940}" type="pres">
      <dgm:prSet presAssocID="{A5734465-CE97-41E3-A5BD-8940489D8D8E}" presName="hierChild4" presStyleCnt="0"/>
      <dgm:spPr/>
    </dgm:pt>
    <dgm:pt modelId="{00087B84-DF5A-4ED5-B5D4-022485A14398}" type="pres">
      <dgm:prSet presAssocID="{A5734465-CE97-41E3-A5BD-8940489D8D8E}" presName="hierChild5" presStyleCnt="0"/>
      <dgm:spPr/>
    </dgm:pt>
    <dgm:pt modelId="{3FF6CB70-D324-4C26-8AD6-6F985A55BD2E}" type="pres">
      <dgm:prSet presAssocID="{660E3BE6-B1CC-44F6-8B69-884F27F886EF}" presName="hierChild5" presStyleCnt="0"/>
      <dgm:spPr/>
    </dgm:pt>
    <dgm:pt modelId="{22273839-DAED-4383-A406-49CF3CB8FA98}" type="pres">
      <dgm:prSet presAssocID="{31136F8C-6AEF-46C3-B5E8-1EF8D907F239}" presName="Name37" presStyleLbl="parChTrans1D2" presStyleIdx="3" presStyleCnt="11"/>
      <dgm:spPr/>
    </dgm:pt>
    <dgm:pt modelId="{CE22A95D-8CD3-4511-AB6E-8DA58E338D51}" type="pres">
      <dgm:prSet presAssocID="{00E5F5CE-89EA-4040-9530-A258EED1B3A7}" presName="hierRoot2" presStyleCnt="0">
        <dgm:presLayoutVars>
          <dgm:hierBranch val="init"/>
        </dgm:presLayoutVars>
      </dgm:prSet>
      <dgm:spPr/>
    </dgm:pt>
    <dgm:pt modelId="{B7B54ECA-958B-4E9F-A6AA-FCF012111DD3}" type="pres">
      <dgm:prSet presAssocID="{00E5F5CE-89EA-4040-9530-A258EED1B3A7}" presName="rootComposite" presStyleCnt="0"/>
      <dgm:spPr/>
    </dgm:pt>
    <dgm:pt modelId="{897DC43A-B513-439D-B6F9-6C11B69E6BA2}" type="pres">
      <dgm:prSet presAssocID="{00E5F5CE-89EA-4040-9530-A258EED1B3A7}" presName="rootText" presStyleLbl="node2" presStyleIdx="3" presStyleCnt="8" custScaleX="165117" custLinFactX="-26745" custLinFactNeighborX="-100000" custLinFactNeighborY="45533">
        <dgm:presLayoutVars>
          <dgm:chPref val="3"/>
        </dgm:presLayoutVars>
      </dgm:prSet>
      <dgm:spPr/>
    </dgm:pt>
    <dgm:pt modelId="{A16BD6A3-E82C-46C3-BBDB-91C3808C27A3}" type="pres">
      <dgm:prSet presAssocID="{00E5F5CE-89EA-4040-9530-A258EED1B3A7}" presName="rootConnector" presStyleLbl="node2" presStyleIdx="3" presStyleCnt="8"/>
      <dgm:spPr/>
    </dgm:pt>
    <dgm:pt modelId="{3B6A6CE6-CB56-41F8-9CDE-A4FF2BD74FA9}" type="pres">
      <dgm:prSet presAssocID="{00E5F5CE-89EA-4040-9530-A258EED1B3A7}" presName="hierChild4" presStyleCnt="0"/>
      <dgm:spPr/>
    </dgm:pt>
    <dgm:pt modelId="{3E5A6B85-84CB-4A5C-A801-2C4F550E9567}" type="pres">
      <dgm:prSet presAssocID="{16474CCD-8CC0-4DB7-BEF5-4CDC5365C970}" presName="Name37" presStyleLbl="parChTrans1D3" presStyleIdx="11" presStyleCnt="39"/>
      <dgm:spPr/>
    </dgm:pt>
    <dgm:pt modelId="{B606E503-23F9-4E93-95A4-475C3F14EB10}" type="pres">
      <dgm:prSet presAssocID="{7D04AC19-1F67-4BB5-B536-A32BB8BC3D2A}" presName="hierRoot2" presStyleCnt="0">
        <dgm:presLayoutVars>
          <dgm:hierBranch val="init"/>
        </dgm:presLayoutVars>
      </dgm:prSet>
      <dgm:spPr/>
    </dgm:pt>
    <dgm:pt modelId="{06B53A16-0AB3-4662-B262-1864E65A90D5}" type="pres">
      <dgm:prSet presAssocID="{7D04AC19-1F67-4BB5-B536-A32BB8BC3D2A}" presName="rootComposite" presStyleCnt="0"/>
      <dgm:spPr/>
    </dgm:pt>
    <dgm:pt modelId="{F73B7258-AF40-4CFA-8368-B4A8DFF8DFC5}" type="pres">
      <dgm:prSet presAssocID="{7D04AC19-1F67-4BB5-B536-A32BB8BC3D2A}" presName="rootText" presStyleLbl="node3" presStyleIdx="6" presStyleCnt="23" custLinFactX="-8723" custLinFactNeighborX="-100000" custLinFactNeighborY="41926">
        <dgm:presLayoutVars>
          <dgm:chPref val="3"/>
        </dgm:presLayoutVars>
      </dgm:prSet>
      <dgm:spPr/>
    </dgm:pt>
    <dgm:pt modelId="{B0701A07-7F64-4B61-B0F0-FC80A5D6B384}" type="pres">
      <dgm:prSet presAssocID="{7D04AC19-1F67-4BB5-B536-A32BB8BC3D2A}" presName="rootConnector" presStyleLbl="node3" presStyleIdx="6" presStyleCnt="23"/>
      <dgm:spPr/>
    </dgm:pt>
    <dgm:pt modelId="{C5EF4282-7BCD-4172-8F13-78F34C2BD3E6}" type="pres">
      <dgm:prSet presAssocID="{7D04AC19-1F67-4BB5-B536-A32BB8BC3D2A}" presName="hierChild4" presStyleCnt="0"/>
      <dgm:spPr/>
    </dgm:pt>
    <dgm:pt modelId="{1422983B-1C33-409B-8737-19C2273130DF}" type="pres">
      <dgm:prSet presAssocID="{7D04AC19-1F67-4BB5-B536-A32BB8BC3D2A}" presName="hierChild5" presStyleCnt="0"/>
      <dgm:spPr/>
    </dgm:pt>
    <dgm:pt modelId="{07E7B47D-BFD5-4430-80C7-526BB97C304C}" type="pres">
      <dgm:prSet presAssocID="{13389ED0-03E7-4D86-AB42-8028DD13AD7A}" presName="Name37" presStyleLbl="parChTrans1D3" presStyleIdx="12" presStyleCnt="39"/>
      <dgm:spPr/>
    </dgm:pt>
    <dgm:pt modelId="{47BBC394-BCAF-4699-B8BC-A12CE973AECA}" type="pres">
      <dgm:prSet presAssocID="{48582017-2D0A-4097-BA25-86D0A922C4E3}" presName="hierRoot2" presStyleCnt="0">
        <dgm:presLayoutVars>
          <dgm:hierBranch val="init"/>
        </dgm:presLayoutVars>
      </dgm:prSet>
      <dgm:spPr/>
    </dgm:pt>
    <dgm:pt modelId="{3508B12C-23E1-4151-A1B4-76D666EB2D50}" type="pres">
      <dgm:prSet presAssocID="{48582017-2D0A-4097-BA25-86D0A922C4E3}" presName="rootComposite" presStyleCnt="0"/>
      <dgm:spPr/>
    </dgm:pt>
    <dgm:pt modelId="{01FC5F03-708B-41A5-BCE1-026E19A0906D}" type="pres">
      <dgm:prSet presAssocID="{48582017-2D0A-4097-BA25-86D0A922C4E3}" presName="rootText" presStyleLbl="node3" presStyleIdx="7" presStyleCnt="23" custLinFactX="-14198" custLinFactNeighborX="-100000" custLinFactNeighborY="40813">
        <dgm:presLayoutVars>
          <dgm:chPref val="3"/>
        </dgm:presLayoutVars>
      </dgm:prSet>
      <dgm:spPr/>
    </dgm:pt>
    <dgm:pt modelId="{21EB7B94-10C4-40C6-BC66-31144ABFDB7A}" type="pres">
      <dgm:prSet presAssocID="{48582017-2D0A-4097-BA25-86D0A922C4E3}" presName="rootConnector" presStyleLbl="node3" presStyleIdx="7" presStyleCnt="23"/>
      <dgm:spPr/>
    </dgm:pt>
    <dgm:pt modelId="{D9B94955-9ADB-46AF-B694-3C8125769E96}" type="pres">
      <dgm:prSet presAssocID="{48582017-2D0A-4097-BA25-86D0A922C4E3}" presName="hierChild4" presStyleCnt="0"/>
      <dgm:spPr/>
    </dgm:pt>
    <dgm:pt modelId="{D81CEAB7-0866-4158-994E-2C67DAB0D076}" type="pres">
      <dgm:prSet presAssocID="{48582017-2D0A-4097-BA25-86D0A922C4E3}" presName="hierChild5" presStyleCnt="0"/>
      <dgm:spPr/>
    </dgm:pt>
    <dgm:pt modelId="{38ACE957-7C6B-43BB-B710-A58F59F5DEDA}" type="pres">
      <dgm:prSet presAssocID="{2D903230-26AD-4701-B074-A7985AAC7E02}" presName="Name37" presStyleLbl="parChTrans1D3" presStyleIdx="13" presStyleCnt="39"/>
      <dgm:spPr/>
    </dgm:pt>
    <dgm:pt modelId="{559ED6C2-E2E1-4715-83FD-06E58E0F4EC8}" type="pres">
      <dgm:prSet presAssocID="{60296DAA-1C8F-47C2-953C-7134E71488CB}" presName="hierRoot2" presStyleCnt="0">
        <dgm:presLayoutVars>
          <dgm:hierBranch val="init"/>
        </dgm:presLayoutVars>
      </dgm:prSet>
      <dgm:spPr/>
    </dgm:pt>
    <dgm:pt modelId="{A921A5C2-4BD4-4CFF-85FC-548C5F23A7F3}" type="pres">
      <dgm:prSet presAssocID="{60296DAA-1C8F-47C2-953C-7134E71488CB}" presName="rootComposite" presStyleCnt="0"/>
      <dgm:spPr/>
    </dgm:pt>
    <dgm:pt modelId="{1E9A6824-6CAF-4A34-8128-2B8FB8922072}" type="pres">
      <dgm:prSet presAssocID="{60296DAA-1C8F-47C2-953C-7134E71488CB}" presName="rootText" presStyleLbl="node3" presStyleIdx="8" presStyleCnt="23" custLinFactX="-12825" custLinFactNeighborX="-100000" custLinFactNeighborY="51659">
        <dgm:presLayoutVars>
          <dgm:chPref val="3"/>
        </dgm:presLayoutVars>
      </dgm:prSet>
      <dgm:spPr/>
    </dgm:pt>
    <dgm:pt modelId="{6E8EA253-81E0-43D6-859B-7AB502EA6C1B}" type="pres">
      <dgm:prSet presAssocID="{60296DAA-1C8F-47C2-953C-7134E71488CB}" presName="rootConnector" presStyleLbl="node3" presStyleIdx="8" presStyleCnt="23"/>
      <dgm:spPr/>
    </dgm:pt>
    <dgm:pt modelId="{CD335D24-1097-408B-B8C5-40C95881F217}" type="pres">
      <dgm:prSet presAssocID="{60296DAA-1C8F-47C2-953C-7134E71488CB}" presName="hierChild4" presStyleCnt="0"/>
      <dgm:spPr/>
    </dgm:pt>
    <dgm:pt modelId="{CF1FFA35-2A77-4A57-AF45-1371A5501B55}" type="pres">
      <dgm:prSet presAssocID="{60296DAA-1C8F-47C2-953C-7134E71488CB}" presName="hierChild5" presStyleCnt="0"/>
      <dgm:spPr/>
    </dgm:pt>
    <dgm:pt modelId="{4F3390AE-4722-4F39-8710-EFB7A7BF78AB}" type="pres">
      <dgm:prSet presAssocID="{FD977FED-82E5-42CE-B063-69BBEE55B83C}" presName="Name37" presStyleLbl="parChTrans1D3" presStyleIdx="14" presStyleCnt="39"/>
      <dgm:spPr/>
    </dgm:pt>
    <dgm:pt modelId="{C603A488-26CB-452E-A1C7-B3F354DC6F8A}" type="pres">
      <dgm:prSet presAssocID="{7AFA6BCB-7DB0-4CD7-A8BE-0089D2E86999}" presName="hierRoot2" presStyleCnt="0">
        <dgm:presLayoutVars>
          <dgm:hierBranch val="init"/>
        </dgm:presLayoutVars>
      </dgm:prSet>
      <dgm:spPr/>
    </dgm:pt>
    <dgm:pt modelId="{5408F4DF-D1E6-48F8-A879-129756510361}" type="pres">
      <dgm:prSet presAssocID="{7AFA6BCB-7DB0-4CD7-A8BE-0089D2E86999}" presName="rootComposite" presStyleCnt="0"/>
      <dgm:spPr/>
    </dgm:pt>
    <dgm:pt modelId="{EE3C2758-1796-4735-9567-1236E3E2548B}" type="pres">
      <dgm:prSet presAssocID="{7AFA6BCB-7DB0-4CD7-A8BE-0089D2E86999}" presName="rootText" presStyleLbl="node3" presStyleIdx="9" presStyleCnt="23" custLinFactX="-14110" custLinFactNeighborX="-100000" custLinFactNeighborY="43489">
        <dgm:presLayoutVars>
          <dgm:chPref val="3"/>
        </dgm:presLayoutVars>
      </dgm:prSet>
      <dgm:spPr/>
    </dgm:pt>
    <dgm:pt modelId="{36B80D27-099F-49DD-B5C0-05830F0C7AD1}" type="pres">
      <dgm:prSet presAssocID="{7AFA6BCB-7DB0-4CD7-A8BE-0089D2E86999}" presName="rootConnector" presStyleLbl="node3" presStyleIdx="9" presStyleCnt="23"/>
      <dgm:spPr/>
    </dgm:pt>
    <dgm:pt modelId="{4667D65E-AB63-4F26-BA6A-D948ECB844FD}" type="pres">
      <dgm:prSet presAssocID="{7AFA6BCB-7DB0-4CD7-A8BE-0089D2E86999}" presName="hierChild4" presStyleCnt="0"/>
      <dgm:spPr/>
    </dgm:pt>
    <dgm:pt modelId="{B369A498-82C8-4665-AC90-0FED39896790}" type="pres">
      <dgm:prSet presAssocID="{7AFA6BCB-7DB0-4CD7-A8BE-0089D2E86999}" presName="hierChild5" presStyleCnt="0"/>
      <dgm:spPr/>
    </dgm:pt>
    <dgm:pt modelId="{92E38E82-7C04-4EC0-BEC8-7A65C0163F4C}" type="pres">
      <dgm:prSet presAssocID="{5F44CFC6-EE99-4D42-985D-454D078AF241}" presName="Name37" presStyleLbl="parChTrans1D3" presStyleIdx="15" presStyleCnt="39"/>
      <dgm:spPr/>
    </dgm:pt>
    <dgm:pt modelId="{ED26F748-52B6-4BC4-8F54-041265391A77}" type="pres">
      <dgm:prSet presAssocID="{B0EB2F15-AC0B-4C58-80AC-7888D9A2A11E}" presName="hierRoot2" presStyleCnt="0">
        <dgm:presLayoutVars>
          <dgm:hierBranch val="init"/>
        </dgm:presLayoutVars>
      </dgm:prSet>
      <dgm:spPr/>
    </dgm:pt>
    <dgm:pt modelId="{DE9E4A19-CAE9-47E1-98DC-5177A17AA0A2}" type="pres">
      <dgm:prSet presAssocID="{B0EB2F15-AC0B-4C58-80AC-7888D9A2A11E}" presName="rootComposite" presStyleCnt="0"/>
      <dgm:spPr/>
    </dgm:pt>
    <dgm:pt modelId="{20CE5D94-5984-495A-860F-44A5F439B145}" type="pres">
      <dgm:prSet presAssocID="{B0EB2F15-AC0B-4C58-80AC-7888D9A2A11E}" presName="rootText" presStyleLbl="node3" presStyleIdx="10" presStyleCnt="23" custLinFactX="-25114" custLinFactNeighborX="-100000" custLinFactNeighborY="65145">
        <dgm:presLayoutVars>
          <dgm:chPref val="3"/>
        </dgm:presLayoutVars>
      </dgm:prSet>
      <dgm:spPr/>
    </dgm:pt>
    <dgm:pt modelId="{78904C65-4B2E-4FE3-A990-FA9A93C28ACD}" type="pres">
      <dgm:prSet presAssocID="{B0EB2F15-AC0B-4C58-80AC-7888D9A2A11E}" presName="rootConnector" presStyleLbl="node3" presStyleIdx="10" presStyleCnt="23"/>
      <dgm:spPr/>
    </dgm:pt>
    <dgm:pt modelId="{F5964348-2387-4CC7-8E14-A13ADAA163F9}" type="pres">
      <dgm:prSet presAssocID="{B0EB2F15-AC0B-4C58-80AC-7888D9A2A11E}" presName="hierChild4" presStyleCnt="0"/>
      <dgm:spPr/>
    </dgm:pt>
    <dgm:pt modelId="{BB160052-175E-4FE4-A87E-8D47042606BC}" type="pres">
      <dgm:prSet presAssocID="{B0EB2F15-AC0B-4C58-80AC-7888D9A2A11E}" presName="hierChild5" presStyleCnt="0"/>
      <dgm:spPr/>
    </dgm:pt>
    <dgm:pt modelId="{277A0731-F2E9-4E1A-A4F1-F888746617CD}" type="pres">
      <dgm:prSet presAssocID="{00E5F5CE-89EA-4040-9530-A258EED1B3A7}" presName="hierChild5" presStyleCnt="0"/>
      <dgm:spPr/>
    </dgm:pt>
    <dgm:pt modelId="{3C3D9D40-67BA-4A87-AEF1-7CDA4E58B5CD}" type="pres">
      <dgm:prSet presAssocID="{103A80A5-F8AD-4468-9DB1-DE591D459CE2}" presName="Name37" presStyleLbl="parChTrans1D2" presStyleIdx="4" presStyleCnt="11"/>
      <dgm:spPr/>
    </dgm:pt>
    <dgm:pt modelId="{5404B5C0-9EE5-4BAA-8341-0D5F2C3BCC2F}" type="pres">
      <dgm:prSet presAssocID="{38C9C738-10D0-4B1D-835F-7F69935EBD72}" presName="hierRoot2" presStyleCnt="0">
        <dgm:presLayoutVars>
          <dgm:hierBranch val="hang"/>
        </dgm:presLayoutVars>
      </dgm:prSet>
      <dgm:spPr/>
    </dgm:pt>
    <dgm:pt modelId="{F53D1943-C223-481F-A085-DC72E1D6F324}" type="pres">
      <dgm:prSet presAssocID="{38C9C738-10D0-4B1D-835F-7F69935EBD72}" presName="rootComposite" presStyleCnt="0"/>
      <dgm:spPr/>
    </dgm:pt>
    <dgm:pt modelId="{C6BE2EAC-7F7C-41A6-A549-50188A798350}" type="pres">
      <dgm:prSet presAssocID="{38C9C738-10D0-4B1D-835F-7F69935EBD72}" presName="rootText" presStyleLbl="node2" presStyleIdx="4" presStyleCnt="8" custScaleX="178890" custLinFactX="-13969" custLinFactNeighborX="-100000" custLinFactNeighborY="62856">
        <dgm:presLayoutVars>
          <dgm:chPref val="3"/>
        </dgm:presLayoutVars>
      </dgm:prSet>
      <dgm:spPr/>
    </dgm:pt>
    <dgm:pt modelId="{2F09B4F0-32EA-4EC4-A510-9D9EDCEAA378}" type="pres">
      <dgm:prSet presAssocID="{38C9C738-10D0-4B1D-835F-7F69935EBD72}" presName="rootConnector" presStyleLbl="node2" presStyleIdx="4" presStyleCnt="8"/>
      <dgm:spPr/>
    </dgm:pt>
    <dgm:pt modelId="{46A0CCD3-1151-49A3-BEB2-4D89A5D31989}" type="pres">
      <dgm:prSet presAssocID="{38C9C738-10D0-4B1D-835F-7F69935EBD72}" presName="hierChild4" presStyleCnt="0"/>
      <dgm:spPr/>
    </dgm:pt>
    <dgm:pt modelId="{25B610E0-E3A9-4637-AA51-0E619B5F91AE}" type="pres">
      <dgm:prSet presAssocID="{F0452654-D846-494D-8FC5-D1C846A55044}" presName="Name48" presStyleLbl="parChTrans1D3" presStyleIdx="16" presStyleCnt="39"/>
      <dgm:spPr/>
    </dgm:pt>
    <dgm:pt modelId="{DFC09A1B-43AE-48C4-811D-A574353CA3CC}" type="pres">
      <dgm:prSet presAssocID="{CA78BA26-C76F-4D1C-8381-09FFFEA39C21}" presName="hierRoot2" presStyleCnt="0">
        <dgm:presLayoutVars>
          <dgm:hierBranch val="init"/>
        </dgm:presLayoutVars>
      </dgm:prSet>
      <dgm:spPr/>
    </dgm:pt>
    <dgm:pt modelId="{71B65B82-9E81-4D34-91C4-B9D733BB2283}" type="pres">
      <dgm:prSet presAssocID="{CA78BA26-C76F-4D1C-8381-09FFFEA39C21}" presName="rootComposite" presStyleCnt="0"/>
      <dgm:spPr/>
    </dgm:pt>
    <dgm:pt modelId="{A78B89C2-3C0C-4AD6-98A8-EAAE3FC32872}" type="pres">
      <dgm:prSet presAssocID="{CA78BA26-C76F-4D1C-8381-09FFFEA39C21}" presName="rootText" presStyleLbl="node3" presStyleIdx="11" presStyleCnt="23" custLinFactX="-20854" custLinFactNeighborX="-100000" custLinFactNeighborY="76894">
        <dgm:presLayoutVars>
          <dgm:chPref val="3"/>
        </dgm:presLayoutVars>
      </dgm:prSet>
      <dgm:spPr/>
    </dgm:pt>
    <dgm:pt modelId="{25597B5D-037E-4BDD-B0CA-E2175B8D5F6D}" type="pres">
      <dgm:prSet presAssocID="{CA78BA26-C76F-4D1C-8381-09FFFEA39C21}" presName="rootConnector" presStyleLbl="node3" presStyleIdx="11" presStyleCnt="23"/>
      <dgm:spPr/>
    </dgm:pt>
    <dgm:pt modelId="{A7F7D85A-BB5C-4F64-B515-506C262CCB24}" type="pres">
      <dgm:prSet presAssocID="{CA78BA26-C76F-4D1C-8381-09FFFEA39C21}" presName="hierChild4" presStyleCnt="0"/>
      <dgm:spPr/>
    </dgm:pt>
    <dgm:pt modelId="{D5F43B31-6039-4638-A5AD-BF7AD99BD719}" type="pres">
      <dgm:prSet presAssocID="{CA78BA26-C76F-4D1C-8381-09FFFEA39C21}" presName="hierChild5" presStyleCnt="0"/>
      <dgm:spPr/>
    </dgm:pt>
    <dgm:pt modelId="{F8C2E478-BA06-402C-A365-8F3431CB5A90}" type="pres">
      <dgm:prSet presAssocID="{88D281FC-8712-46D2-92EF-A82A07C4D150}" presName="Name48" presStyleLbl="parChTrans1D3" presStyleIdx="17" presStyleCnt="39"/>
      <dgm:spPr/>
    </dgm:pt>
    <dgm:pt modelId="{B957CBEF-5038-446E-BFB2-42C589856DE8}" type="pres">
      <dgm:prSet presAssocID="{EB95D0E1-1D8F-4F69-8FAB-E1C03C8E3A72}" presName="hierRoot2" presStyleCnt="0">
        <dgm:presLayoutVars>
          <dgm:hierBranch val="init"/>
        </dgm:presLayoutVars>
      </dgm:prSet>
      <dgm:spPr/>
    </dgm:pt>
    <dgm:pt modelId="{2F11854E-BFE6-4986-A4C9-6369D73EFF03}" type="pres">
      <dgm:prSet presAssocID="{EB95D0E1-1D8F-4F69-8FAB-E1C03C8E3A72}" presName="rootComposite" presStyleCnt="0"/>
      <dgm:spPr/>
    </dgm:pt>
    <dgm:pt modelId="{E8CD64DC-D6EF-4FFA-9037-0FD1211118A2}" type="pres">
      <dgm:prSet presAssocID="{EB95D0E1-1D8F-4F69-8FAB-E1C03C8E3A72}" presName="rootText" presStyleLbl="node3" presStyleIdx="12" presStyleCnt="23" custLinFactX="-100000" custLinFactY="245002" custLinFactNeighborX="-134541" custLinFactNeighborY="300000">
        <dgm:presLayoutVars>
          <dgm:chPref val="3"/>
        </dgm:presLayoutVars>
      </dgm:prSet>
      <dgm:spPr/>
    </dgm:pt>
    <dgm:pt modelId="{7DA04107-625D-452D-9830-091A664D799A}" type="pres">
      <dgm:prSet presAssocID="{EB95D0E1-1D8F-4F69-8FAB-E1C03C8E3A72}" presName="rootConnector" presStyleLbl="node3" presStyleIdx="12" presStyleCnt="23"/>
      <dgm:spPr/>
    </dgm:pt>
    <dgm:pt modelId="{BBD3C229-A3AF-44C5-8988-368DF028749C}" type="pres">
      <dgm:prSet presAssocID="{EB95D0E1-1D8F-4F69-8FAB-E1C03C8E3A72}" presName="hierChild4" presStyleCnt="0"/>
      <dgm:spPr/>
    </dgm:pt>
    <dgm:pt modelId="{765695BB-2811-49B5-8647-0151F503609C}" type="pres">
      <dgm:prSet presAssocID="{EB95D0E1-1D8F-4F69-8FAB-E1C03C8E3A72}" presName="hierChild5" presStyleCnt="0"/>
      <dgm:spPr/>
    </dgm:pt>
    <dgm:pt modelId="{9A125499-7AC5-4F0A-AF35-A1E0F0E4A643}" type="pres">
      <dgm:prSet presAssocID="{FB0407CF-1DB7-40F4-AAA6-6B74047670F3}" presName="Name48" presStyleLbl="parChTrans1D3" presStyleIdx="18" presStyleCnt="39"/>
      <dgm:spPr/>
    </dgm:pt>
    <dgm:pt modelId="{2BA08A45-2DEA-4CD6-880A-6B21D0FCF94B}" type="pres">
      <dgm:prSet presAssocID="{478139AC-338E-47DB-9DC8-D0F5490B62A6}" presName="hierRoot2" presStyleCnt="0">
        <dgm:presLayoutVars>
          <dgm:hierBranch val="init"/>
        </dgm:presLayoutVars>
      </dgm:prSet>
      <dgm:spPr/>
    </dgm:pt>
    <dgm:pt modelId="{AA5A2F1B-9713-4544-A323-7D6F051271B0}" type="pres">
      <dgm:prSet presAssocID="{478139AC-338E-47DB-9DC8-D0F5490B62A6}" presName="rootComposite" presStyleCnt="0"/>
      <dgm:spPr/>
    </dgm:pt>
    <dgm:pt modelId="{596824FE-DB96-4D61-84D0-CD5E86F583B6}" type="pres">
      <dgm:prSet presAssocID="{478139AC-338E-47DB-9DC8-D0F5490B62A6}" presName="rootText" presStyleLbl="node3" presStyleIdx="13" presStyleCnt="23" custLinFactX="-16592" custLinFactNeighborX="-100000" custLinFactNeighborY="73209">
        <dgm:presLayoutVars>
          <dgm:chPref val="3"/>
        </dgm:presLayoutVars>
      </dgm:prSet>
      <dgm:spPr/>
    </dgm:pt>
    <dgm:pt modelId="{0AE2027E-13C2-4F90-897E-A3D3D17250C1}" type="pres">
      <dgm:prSet presAssocID="{478139AC-338E-47DB-9DC8-D0F5490B62A6}" presName="rootConnector" presStyleLbl="node3" presStyleIdx="13" presStyleCnt="23"/>
      <dgm:spPr/>
    </dgm:pt>
    <dgm:pt modelId="{015237AE-E0FA-4401-95B0-0E675EBB6325}" type="pres">
      <dgm:prSet presAssocID="{478139AC-338E-47DB-9DC8-D0F5490B62A6}" presName="hierChild4" presStyleCnt="0"/>
      <dgm:spPr/>
    </dgm:pt>
    <dgm:pt modelId="{04D515C8-AAA6-4259-9B56-4B0DC5139162}" type="pres">
      <dgm:prSet presAssocID="{478139AC-338E-47DB-9DC8-D0F5490B62A6}" presName="hierChild5" presStyleCnt="0"/>
      <dgm:spPr/>
    </dgm:pt>
    <dgm:pt modelId="{099FBC4D-8A4F-4FFA-BF2E-6484575414AD}" type="pres">
      <dgm:prSet presAssocID="{CD1477CF-D493-4F38-9109-91F55D5E113A}" presName="Name48" presStyleLbl="parChTrans1D3" presStyleIdx="19" presStyleCnt="39"/>
      <dgm:spPr/>
    </dgm:pt>
    <dgm:pt modelId="{941B029C-F9B8-45BE-93BE-834ACBE76D77}" type="pres">
      <dgm:prSet presAssocID="{E027787A-9B40-44E6-A185-3FA23E9B16D4}" presName="hierRoot2" presStyleCnt="0">
        <dgm:presLayoutVars>
          <dgm:hierBranch val="init"/>
        </dgm:presLayoutVars>
      </dgm:prSet>
      <dgm:spPr/>
    </dgm:pt>
    <dgm:pt modelId="{F9252B97-1E88-4AA2-88CE-116E0081B9AF}" type="pres">
      <dgm:prSet presAssocID="{E027787A-9B40-44E6-A185-3FA23E9B16D4}" presName="rootComposite" presStyleCnt="0"/>
      <dgm:spPr/>
    </dgm:pt>
    <dgm:pt modelId="{22E4E52E-6664-427C-9C65-E4EDF93C6A99}" type="pres">
      <dgm:prSet presAssocID="{E027787A-9B40-44E6-A185-3FA23E9B16D4}" presName="rootText" presStyleLbl="node3" presStyleIdx="14" presStyleCnt="23" custLinFactX="-100000" custLinFactY="286501" custLinFactNeighborX="-138840" custLinFactNeighborY="300000">
        <dgm:presLayoutVars>
          <dgm:chPref val="3"/>
        </dgm:presLayoutVars>
      </dgm:prSet>
      <dgm:spPr/>
    </dgm:pt>
    <dgm:pt modelId="{3918B9E3-D868-4E53-B721-2DB8C5C8B7A5}" type="pres">
      <dgm:prSet presAssocID="{E027787A-9B40-44E6-A185-3FA23E9B16D4}" presName="rootConnector" presStyleLbl="node3" presStyleIdx="14" presStyleCnt="23"/>
      <dgm:spPr/>
    </dgm:pt>
    <dgm:pt modelId="{18B7E054-0430-4867-870E-5CE7311C5DA7}" type="pres">
      <dgm:prSet presAssocID="{E027787A-9B40-44E6-A185-3FA23E9B16D4}" presName="hierChild4" presStyleCnt="0"/>
      <dgm:spPr/>
    </dgm:pt>
    <dgm:pt modelId="{82325842-265C-4434-B4D1-07467489C8FE}" type="pres">
      <dgm:prSet presAssocID="{E027787A-9B40-44E6-A185-3FA23E9B16D4}" presName="hierChild5" presStyleCnt="0"/>
      <dgm:spPr/>
    </dgm:pt>
    <dgm:pt modelId="{28484AD3-CE3A-45FD-8604-5FB38B234876}" type="pres">
      <dgm:prSet presAssocID="{90B4EF03-DF11-413F-93BB-8904F7288FB2}" presName="Name48" presStyleLbl="parChTrans1D3" presStyleIdx="20" presStyleCnt="39"/>
      <dgm:spPr/>
    </dgm:pt>
    <dgm:pt modelId="{41A30C0C-5445-47A7-8312-41332B9C119C}" type="pres">
      <dgm:prSet presAssocID="{5909B667-EDF3-4156-9064-6DBB299BDF05}" presName="hierRoot2" presStyleCnt="0">
        <dgm:presLayoutVars>
          <dgm:hierBranch val="init"/>
        </dgm:presLayoutVars>
      </dgm:prSet>
      <dgm:spPr/>
    </dgm:pt>
    <dgm:pt modelId="{74CA56FC-D2A6-4458-8852-B0310C0BB13F}" type="pres">
      <dgm:prSet presAssocID="{5909B667-EDF3-4156-9064-6DBB299BDF05}" presName="rootComposite" presStyleCnt="0"/>
      <dgm:spPr/>
    </dgm:pt>
    <dgm:pt modelId="{3E0890E9-8301-4EA9-8389-75F60A521E6E}" type="pres">
      <dgm:prSet presAssocID="{5909B667-EDF3-4156-9064-6DBB299BDF05}" presName="rootText" presStyleLbl="node3" presStyleIdx="15" presStyleCnt="23" custLinFactX="-17948" custLinFactNeighborX="-100000" custLinFactNeighborY="84055">
        <dgm:presLayoutVars>
          <dgm:chPref val="3"/>
        </dgm:presLayoutVars>
      </dgm:prSet>
      <dgm:spPr/>
    </dgm:pt>
    <dgm:pt modelId="{C74143D4-686C-440A-98F9-DA0D451B8E18}" type="pres">
      <dgm:prSet presAssocID="{5909B667-EDF3-4156-9064-6DBB299BDF05}" presName="rootConnector" presStyleLbl="node3" presStyleIdx="15" presStyleCnt="23"/>
      <dgm:spPr/>
    </dgm:pt>
    <dgm:pt modelId="{0D2F097F-C38A-46C8-A635-54473BBFA540}" type="pres">
      <dgm:prSet presAssocID="{5909B667-EDF3-4156-9064-6DBB299BDF05}" presName="hierChild4" presStyleCnt="0"/>
      <dgm:spPr/>
    </dgm:pt>
    <dgm:pt modelId="{5DA73BED-2771-4754-9669-073D8E33A84E}" type="pres">
      <dgm:prSet presAssocID="{5909B667-EDF3-4156-9064-6DBB299BDF05}" presName="hierChild5" presStyleCnt="0"/>
      <dgm:spPr/>
    </dgm:pt>
    <dgm:pt modelId="{A8CE4E2B-4A32-4B4A-94FC-752D31B1E9FD}" type="pres">
      <dgm:prSet presAssocID="{38C9C738-10D0-4B1D-835F-7F69935EBD72}" presName="hierChild5" presStyleCnt="0"/>
      <dgm:spPr/>
    </dgm:pt>
    <dgm:pt modelId="{CB6AF9CC-E0DD-48ED-A3A0-879D315CB6BE}" type="pres">
      <dgm:prSet presAssocID="{21BD6196-82A5-41F5-92DF-707A24B04B15}" presName="Name37" presStyleLbl="parChTrans1D2" presStyleIdx="5" presStyleCnt="11"/>
      <dgm:spPr/>
    </dgm:pt>
    <dgm:pt modelId="{AFDBD4EC-9301-4CDA-BA87-535FA1C7BB59}" type="pres">
      <dgm:prSet presAssocID="{7809535A-371B-4AC6-A3FA-0620EE198825}" presName="hierRoot2" presStyleCnt="0">
        <dgm:presLayoutVars>
          <dgm:hierBranch val="init"/>
        </dgm:presLayoutVars>
      </dgm:prSet>
      <dgm:spPr/>
    </dgm:pt>
    <dgm:pt modelId="{EFD7D2CF-1209-4DBE-B0FB-B2EFCFBC08DB}" type="pres">
      <dgm:prSet presAssocID="{7809535A-371B-4AC6-A3FA-0620EE198825}" presName="rootComposite" presStyleCnt="0"/>
      <dgm:spPr/>
    </dgm:pt>
    <dgm:pt modelId="{98E4C7B8-D09D-417F-94F3-C109DBAF1D2E}" type="pres">
      <dgm:prSet presAssocID="{7809535A-371B-4AC6-A3FA-0620EE198825}" presName="rootText" presStyleLbl="node2" presStyleIdx="5" presStyleCnt="8" custScaleX="176106" custLinFactX="-87" custLinFactNeighborX="-100000" custLinFactNeighborY="57539">
        <dgm:presLayoutVars>
          <dgm:chPref val="3"/>
        </dgm:presLayoutVars>
      </dgm:prSet>
      <dgm:spPr/>
    </dgm:pt>
    <dgm:pt modelId="{89B34B0C-FDBC-453D-BA06-619E30230558}" type="pres">
      <dgm:prSet presAssocID="{7809535A-371B-4AC6-A3FA-0620EE198825}" presName="rootConnector" presStyleLbl="node2" presStyleIdx="5" presStyleCnt="8"/>
      <dgm:spPr/>
    </dgm:pt>
    <dgm:pt modelId="{84F70A1E-76F7-46BC-9304-089DCA4AE436}" type="pres">
      <dgm:prSet presAssocID="{7809535A-371B-4AC6-A3FA-0620EE198825}" presName="hierChild4" presStyleCnt="0"/>
      <dgm:spPr/>
    </dgm:pt>
    <dgm:pt modelId="{593EEEB3-E2C6-433B-BA57-6807802AD3C3}" type="pres">
      <dgm:prSet presAssocID="{A13CA3B4-FC48-4DAC-8B0A-DC638058C645}" presName="Name37" presStyleLbl="parChTrans1D3" presStyleIdx="21" presStyleCnt="39"/>
      <dgm:spPr/>
    </dgm:pt>
    <dgm:pt modelId="{C4E41779-BADA-4D38-86E6-8F7FA08FF4A0}" type="pres">
      <dgm:prSet presAssocID="{0C71CC73-08CA-4E9D-B0A4-1F7CA47212A2}" presName="hierRoot2" presStyleCnt="0">
        <dgm:presLayoutVars>
          <dgm:hierBranch val="init"/>
        </dgm:presLayoutVars>
      </dgm:prSet>
      <dgm:spPr/>
    </dgm:pt>
    <dgm:pt modelId="{7CDD0E5C-15C4-430E-8AF7-B38D8192A6B8}" type="pres">
      <dgm:prSet presAssocID="{0C71CC73-08CA-4E9D-B0A4-1F7CA47212A2}" presName="rootComposite" presStyleCnt="0"/>
      <dgm:spPr/>
    </dgm:pt>
    <dgm:pt modelId="{6B303DEE-BB34-46A7-92BA-83E9330CE9B4}" type="pres">
      <dgm:prSet presAssocID="{0C71CC73-08CA-4E9D-B0A4-1F7CA47212A2}" presName="rootText" presStyleLbl="node3" presStyleIdx="16" presStyleCnt="23" custLinFactX="-100000" custLinFactNeighborX="-146678" custLinFactNeighborY="60906">
        <dgm:presLayoutVars>
          <dgm:chPref val="3"/>
        </dgm:presLayoutVars>
      </dgm:prSet>
      <dgm:spPr/>
    </dgm:pt>
    <dgm:pt modelId="{4C9FECA8-99F9-40FB-B6C3-471FFD4C1DE8}" type="pres">
      <dgm:prSet presAssocID="{0C71CC73-08CA-4E9D-B0A4-1F7CA47212A2}" presName="rootConnector" presStyleLbl="node3" presStyleIdx="16" presStyleCnt="23"/>
      <dgm:spPr/>
    </dgm:pt>
    <dgm:pt modelId="{6DEA27DB-FC78-46A1-9A0D-803722F913D8}" type="pres">
      <dgm:prSet presAssocID="{0C71CC73-08CA-4E9D-B0A4-1F7CA47212A2}" presName="hierChild4" presStyleCnt="0"/>
      <dgm:spPr/>
    </dgm:pt>
    <dgm:pt modelId="{79F9E5EB-4E69-428D-9E18-E2569F3BF4AA}" type="pres">
      <dgm:prSet presAssocID="{0C71CC73-08CA-4E9D-B0A4-1F7CA47212A2}" presName="hierChild5" presStyleCnt="0"/>
      <dgm:spPr/>
    </dgm:pt>
    <dgm:pt modelId="{787AA96A-3E7B-47C6-8C9B-720A376BEFF1}" type="pres">
      <dgm:prSet presAssocID="{9BDC2514-0143-4B4E-AD73-9CDAC11D6D74}" presName="Name37" presStyleLbl="parChTrans1D3" presStyleIdx="22" presStyleCnt="39"/>
      <dgm:spPr/>
    </dgm:pt>
    <dgm:pt modelId="{08F76047-0F41-45F9-91DC-3E5B58BFA189}" type="pres">
      <dgm:prSet presAssocID="{246FE3C7-00D1-4EA6-8993-F5EEFD0590F2}" presName="hierRoot2" presStyleCnt="0">
        <dgm:presLayoutVars>
          <dgm:hierBranch val="init"/>
        </dgm:presLayoutVars>
      </dgm:prSet>
      <dgm:spPr/>
    </dgm:pt>
    <dgm:pt modelId="{AD53BFD4-8912-4C52-99E8-A92A405CE06E}" type="pres">
      <dgm:prSet presAssocID="{246FE3C7-00D1-4EA6-8993-F5EEFD0590F2}" presName="rootComposite" presStyleCnt="0"/>
      <dgm:spPr/>
    </dgm:pt>
    <dgm:pt modelId="{F7343356-C84D-4E81-B8F9-C3CCFB44A974}" type="pres">
      <dgm:prSet presAssocID="{246FE3C7-00D1-4EA6-8993-F5EEFD0590F2}" presName="rootText" presStyleLbl="node3" presStyleIdx="17" presStyleCnt="23" custLinFactX="-100000" custLinFactNeighborX="-146678" custLinFactNeighborY="54229">
        <dgm:presLayoutVars>
          <dgm:chPref val="3"/>
        </dgm:presLayoutVars>
      </dgm:prSet>
      <dgm:spPr/>
    </dgm:pt>
    <dgm:pt modelId="{30B94926-E3A7-40F3-B0E6-B3D8871B9FA2}" type="pres">
      <dgm:prSet presAssocID="{246FE3C7-00D1-4EA6-8993-F5EEFD0590F2}" presName="rootConnector" presStyleLbl="node3" presStyleIdx="17" presStyleCnt="23"/>
      <dgm:spPr/>
    </dgm:pt>
    <dgm:pt modelId="{B895F737-2E79-419A-A716-5CF8F4B7017D}" type="pres">
      <dgm:prSet presAssocID="{246FE3C7-00D1-4EA6-8993-F5EEFD0590F2}" presName="hierChild4" presStyleCnt="0"/>
      <dgm:spPr/>
    </dgm:pt>
    <dgm:pt modelId="{AA6CD171-05AB-4539-A677-BDD5B10F4A31}" type="pres">
      <dgm:prSet presAssocID="{246FE3C7-00D1-4EA6-8993-F5EEFD0590F2}" presName="hierChild5" presStyleCnt="0"/>
      <dgm:spPr/>
    </dgm:pt>
    <dgm:pt modelId="{421B25BA-3C47-438E-8E08-B1AB7828EA66}" type="pres">
      <dgm:prSet presAssocID="{F57E12C4-9E16-46E5-B5B2-CEE2D5EBD09D}" presName="Name37" presStyleLbl="parChTrans1D3" presStyleIdx="23" presStyleCnt="39"/>
      <dgm:spPr/>
    </dgm:pt>
    <dgm:pt modelId="{36EC2CF5-5024-4F44-B762-DB2C1B65809C}" type="pres">
      <dgm:prSet presAssocID="{99FAA1AD-4B04-41A6-8989-4681B2AA41E9}" presName="hierRoot2" presStyleCnt="0">
        <dgm:presLayoutVars>
          <dgm:hierBranch val="init"/>
        </dgm:presLayoutVars>
      </dgm:prSet>
      <dgm:spPr/>
    </dgm:pt>
    <dgm:pt modelId="{CB0D8F8A-8A40-45B7-BFA9-49319FCA7AAF}" type="pres">
      <dgm:prSet presAssocID="{99FAA1AD-4B04-41A6-8989-4681B2AA41E9}" presName="rootComposite" presStyleCnt="0"/>
      <dgm:spPr/>
    </dgm:pt>
    <dgm:pt modelId="{1050F1E9-23D6-45D5-8E83-BC8A3251926E}" type="pres">
      <dgm:prSet presAssocID="{99FAA1AD-4B04-41A6-8989-4681B2AA41E9}" presName="rootText" presStyleLbl="node3" presStyleIdx="18" presStyleCnt="23" custLinFactX="-100000" custLinFactNeighborX="-146678" custLinFactNeighborY="78632">
        <dgm:presLayoutVars>
          <dgm:chPref val="3"/>
        </dgm:presLayoutVars>
      </dgm:prSet>
      <dgm:spPr/>
    </dgm:pt>
    <dgm:pt modelId="{7039C5EC-11D0-433F-9587-3F9353DE42F3}" type="pres">
      <dgm:prSet presAssocID="{99FAA1AD-4B04-41A6-8989-4681B2AA41E9}" presName="rootConnector" presStyleLbl="node3" presStyleIdx="18" presStyleCnt="23"/>
      <dgm:spPr/>
    </dgm:pt>
    <dgm:pt modelId="{5A9EE62B-C26D-48DF-ABE9-4927F685A439}" type="pres">
      <dgm:prSet presAssocID="{99FAA1AD-4B04-41A6-8989-4681B2AA41E9}" presName="hierChild4" presStyleCnt="0"/>
      <dgm:spPr/>
    </dgm:pt>
    <dgm:pt modelId="{115C4BEF-7DEE-4156-9669-9A83676C7480}" type="pres">
      <dgm:prSet presAssocID="{99FAA1AD-4B04-41A6-8989-4681B2AA41E9}" presName="hierChild5" presStyleCnt="0"/>
      <dgm:spPr/>
    </dgm:pt>
    <dgm:pt modelId="{833379D8-365A-4F50-AA02-6826BAA96EEE}" type="pres">
      <dgm:prSet presAssocID="{C312A77C-A6BF-4FAB-B1EE-99EBDB439182}" presName="Name37" presStyleLbl="parChTrans1D3" presStyleIdx="24" presStyleCnt="39"/>
      <dgm:spPr/>
    </dgm:pt>
    <dgm:pt modelId="{F2E683DA-A837-44FF-BA91-60E15DF9FC8D}" type="pres">
      <dgm:prSet presAssocID="{597AB087-B1A0-4F68-B9C2-7779E0B70C6B}" presName="hierRoot2" presStyleCnt="0">
        <dgm:presLayoutVars>
          <dgm:hierBranch val="init"/>
        </dgm:presLayoutVars>
      </dgm:prSet>
      <dgm:spPr/>
    </dgm:pt>
    <dgm:pt modelId="{95F1C4D9-BEAE-4A86-AF8B-FDBE66C3C49F}" type="pres">
      <dgm:prSet presAssocID="{597AB087-B1A0-4F68-B9C2-7779E0B70C6B}" presName="rootComposite" presStyleCnt="0"/>
      <dgm:spPr/>
    </dgm:pt>
    <dgm:pt modelId="{FD7D150C-6165-4CE0-BF02-8885D6498FA9}" type="pres">
      <dgm:prSet presAssocID="{597AB087-B1A0-4F68-B9C2-7779E0B70C6B}" presName="rootText" presStyleLbl="node3" presStyleIdx="19" presStyleCnt="23" custLinFactX="-100000" custLinFactY="8458" custLinFactNeighborX="-146678" custLinFactNeighborY="100000">
        <dgm:presLayoutVars>
          <dgm:chPref val="3"/>
        </dgm:presLayoutVars>
      </dgm:prSet>
      <dgm:spPr/>
    </dgm:pt>
    <dgm:pt modelId="{E61C036D-1A55-4F06-8F71-DCB0CA995547}" type="pres">
      <dgm:prSet presAssocID="{597AB087-B1A0-4F68-B9C2-7779E0B70C6B}" presName="rootConnector" presStyleLbl="node3" presStyleIdx="19" presStyleCnt="23"/>
      <dgm:spPr/>
    </dgm:pt>
    <dgm:pt modelId="{9C2B742C-DB82-4467-867F-B91093156CC4}" type="pres">
      <dgm:prSet presAssocID="{597AB087-B1A0-4F68-B9C2-7779E0B70C6B}" presName="hierChild4" presStyleCnt="0"/>
      <dgm:spPr/>
    </dgm:pt>
    <dgm:pt modelId="{662EDE5E-A5E5-469D-ACD7-6982D4C3B995}" type="pres">
      <dgm:prSet presAssocID="{597AB087-B1A0-4F68-B9C2-7779E0B70C6B}" presName="hierChild5" presStyleCnt="0"/>
      <dgm:spPr/>
    </dgm:pt>
    <dgm:pt modelId="{EC97C686-DF06-4D52-9C66-441FBE8A6D96}" type="pres">
      <dgm:prSet presAssocID="{7809535A-371B-4AC6-A3FA-0620EE198825}" presName="hierChild5" presStyleCnt="0"/>
      <dgm:spPr/>
    </dgm:pt>
    <dgm:pt modelId="{EE7F3FE1-4956-4B14-A005-1B548896A623}" type="pres">
      <dgm:prSet presAssocID="{D2F581CB-C539-45AE-8A38-0ABD34A339A0}" presName="Name37" presStyleLbl="parChTrans1D2" presStyleIdx="6" presStyleCnt="11"/>
      <dgm:spPr/>
    </dgm:pt>
    <dgm:pt modelId="{8B0F6A13-0FCD-442A-BFB0-09805C17E491}" type="pres">
      <dgm:prSet presAssocID="{2E9A3386-9E8D-4207-B994-8A1D349AD004}" presName="hierRoot2" presStyleCnt="0">
        <dgm:presLayoutVars>
          <dgm:hierBranch val="hang"/>
        </dgm:presLayoutVars>
      </dgm:prSet>
      <dgm:spPr/>
    </dgm:pt>
    <dgm:pt modelId="{70A5D49D-9C39-4DBE-93EA-4C59C758A244}" type="pres">
      <dgm:prSet presAssocID="{2E9A3386-9E8D-4207-B994-8A1D349AD004}" presName="rootComposite" presStyleCnt="0"/>
      <dgm:spPr/>
    </dgm:pt>
    <dgm:pt modelId="{05BA9CF9-D03A-4248-9C18-61A3B7D14EE6}" type="pres">
      <dgm:prSet presAssocID="{2E9A3386-9E8D-4207-B994-8A1D349AD004}" presName="rootText" presStyleLbl="node2" presStyleIdx="6" presStyleCnt="8" custScaleX="162938" custLinFactNeighborX="-67786" custLinFactNeighborY="51517">
        <dgm:presLayoutVars>
          <dgm:chPref val="3"/>
        </dgm:presLayoutVars>
      </dgm:prSet>
      <dgm:spPr/>
    </dgm:pt>
    <dgm:pt modelId="{40FBE706-DA34-4D08-BBF5-792F69C08DA7}" type="pres">
      <dgm:prSet presAssocID="{2E9A3386-9E8D-4207-B994-8A1D349AD004}" presName="rootConnector" presStyleLbl="node2" presStyleIdx="6" presStyleCnt="8"/>
      <dgm:spPr/>
    </dgm:pt>
    <dgm:pt modelId="{A6A71BBD-5646-47D3-8181-550623709D62}" type="pres">
      <dgm:prSet presAssocID="{2E9A3386-9E8D-4207-B994-8A1D349AD004}" presName="hierChild4" presStyleCnt="0"/>
      <dgm:spPr/>
    </dgm:pt>
    <dgm:pt modelId="{AF7D3BF8-C75E-466D-94A8-E1761BE6C427}" type="pres">
      <dgm:prSet presAssocID="{2E9A3386-9E8D-4207-B994-8A1D349AD004}" presName="hierChild5" presStyleCnt="0"/>
      <dgm:spPr/>
    </dgm:pt>
    <dgm:pt modelId="{022097E0-9437-4DA8-BE2C-5DD176283DE1}" type="pres">
      <dgm:prSet presAssocID="{F5B693BD-119A-45E5-93F4-B5C8FE395267}" presName="Name111" presStyleLbl="parChTrans1D3" presStyleIdx="25" presStyleCnt="39"/>
      <dgm:spPr/>
    </dgm:pt>
    <dgm:pt modelId="{B21BE172-EAFC-4524-9131-DE8A609C00BC}" type="pres">
      <dgm:prSet presAssocID="{3C781D7E-DAA7-42B3-ACE1-DF6CE6F4F22F}" presName="hierRoot3" presStyleCnt="0">
        <dgm:presLayoutVars>
          <dgm:hierBranch val="init"/>
        </dgm:presLayoutVars>
      </dgm:prSet>
      <dgm:spPr/>
    </dgm:pt>
    <dgm:pt modelId="{CF3E37EC-6871-47B8-9F66-C18081E74761}" type="pres">
      <dgm:prSet presAssocID="{3C781D7E-DAA7-42B3-ACE1-DF6CE6F4F22F}" presName="rootComposite3" presStyleCnt="0"/>
      <dgm:spPr/>
    </dgm:pt>
    <dgm:pt modelId="{F5DFB6A4-651B-452E-8724-DFA30DC25429}" type="pres">
      <dgm:prSet presAssocID="{3C781D7E-DAA7-42B3-ACE1-DF6CE6F4F22F}" presName="rootText3" presStyleLbl="asst2" presStyleIdx="5" presStyleCnt="16" custScaleY="175920" custLinFactX="-36928" custLinFactNeighborX="-100000" custLinFactNeighborY="41926">
        <dgm:presLayoutVars>
          <dgm:chPref val="3"/>
        </dgm:presLayoutVars>
      </dgm:prSet>
      <dgm:spPr/>
    </dgm:pt>
    <dgm:pt modelId="{9DB70725-0C65-4C56-882C-A0EB7D60D864}" type="pres">
      <dgm:prSet presAssocID="{3C781D7E-DAA7-42B3-ACE1-DF6CE6F4F22F}" presName="rootConnector3" presStyleLbl="asst2" presStyleIdx="5" presStyleCnt="16"/>
      <dgm:spPr/>
    </dgm:pt>
    <dgm:pt modelId="{005BB85E-F44A-48C8-9D2E-F60676B96ADA}" type="pres">
      <dgm:prSet presAssocID="{3C781D7E-DAA7-42B3-ACE1-DF6CE6F4F22F}" presName="hierChild6" presStyleCnt="0"/>
      <dgm:spPr/>
    </dgm:pt>
    <dgm:pt modelId="{91E567BC-8F70-490A-BF23-7E91EEA71434}" type="pres">
      <dgm:prSet presAssocID="{3C781D7E-DAA7-42B3-ACE1-DF6CE6F4F22F}" presName="hierChild7" presStyleCnt="0"/>
      <dgm:spPr/>
    </dgm:pt>
    <dgm:pt modelId="{E43E9CC3-54EA-406E-8A7E-B886C936FFA9}" type="pres">
      <dgm:prSet presAssocID="{174A53E0-E1EA-4982-BFA3-51DB9BF1261A}" presName="Name111" presStyleLbl="parChTrans1D3" presStyleIdx="26" presStyleCnt="39"/>
      <dgm:spPr/>
    </dgm:pt>
    <dgm:pt modelId="{8127D240-E682-4872-B79A-998E2892D530}" type="pres">
      <dgm:prSet presAssocID="{483E695F-B88B-4007-AA2B-B28905E845D0}" presName="hierRoot3" presStyleCnt="0">
        <dgm:presLayoutVars>
          <dgm:hierBranch val="init"/>
        </dgm:presLayoutVars>
      </dgm:prSet>
      <dgm:spPr/>
    </dgm:pt>
    <dgm:pt modelId="{9C443B41-2239-411C-B16B-480A172E947F}" type="pres">
      <dgm:prSet presAssocID="{483E695F-B88B-4007-AA2B-B28905E845D0}" presName="rootComposite3" presStyleCnt="0"/>
      <dgm:spPr/>
    </dgm:pt>
    <dgm:pt modelId="{D47A551E-6758-4EAA-AF66-3E10E785281A}" type="pres">
      <dgm:prSet presAssocID="{483E695F-B88B-4007-AA2B-B28905E845D0}" presName="rootText3" presStyleLbl="asst2" presStyleIdx="6" presStyleCnt="16" custLinFactNeighborX="-52873" custLinFactNeighborY="91926">
        <dgm:presLayoutVars>
          <dgm:chPref val="3"/>
        </dgm:presLayoutVars>
      </dgm:prSet>
      <dgm:spPr/>
    </dgm:pt>
    <dgm:pt modelId="{5C941EF9-2D68-492B-A9B8-BF75CF964F0F}" type="pres">
      <dgm:prSet presAssocID="{483E695F-B88B-4007-AA2B-B28905E845D0}" presName="rootConnector3" presStyleLbl="asst2" presStyleIdx="6" presStyleCnt="16"/>
      <dgm:spPr/>
    </dgm:pt>
    <dgm:pt modelId="{E8362607-2BF3-4A02-87B5-77D56BF39BC9}" type="pres">
      <dgm:prSet presAssocID="{483E695F-B88B-4007-AA2B-B28905E845D0}" presName="hierChild6" presStyleCnt="0"/>
      <dgm:spPr/>
    </dgm:pt>
    <dgm:pt modelId="{79C1DB1D-8052-4194-B13B-4B33DBA8EBE6}" type="pres">
      <dgm:prSet presAssocID="{483E695F-B88B-4007-AA2B-B28905E845D0}" presName="hierChild7" presStyleCnt="0"/>
      <dgm:spPr/>
    </dgm:pt>
    <dgm:pt modelId="{276644C6-8232-45CE-9E2C-7EFBF536B15B}" type="pres">
      <dgm:prSet presAssocID="{23272736-B022-4B09-BAB4-F0F521E1C638}" presName="Name111" presStyleLbl="parChTrans1D3" presStyleIdx="27" presStyleCnt="39"/>
      <dgm:spPr/>
    </dgm:pt>
    <dgm:pt modelId="{A9D1194B-7925-412D-889C-FF67C5381176}" type="pres">
      <dgm:prSet presAssocID="{85CE9A15-6567-4F76-BCFD-C9E22DB31A29}" presName="hierRoot3" presStyleCnt="0">
        <dgm:presLayoutVars>
          <dgm:hierBranch val="init"/>
        </dgm:presLayoutVars>
      </dgm:prSet>
      <dgm:spPr/>
    </dgm:pt>
    <dgm:pt modelId="{00F0ACED-6770-45F2-BE69-39D4A34A860F}" type="pres">
      <dgm:prSet presAssocID="{85CE9A15-6567-4F76-BCFD-C9E22DB31A29}" presName="rootComposite3" presStyleCnt="0"/>
      <dgm:spPr/>
    </dgm:pt>
    <dgm:pt modelId="{CDAD3291-B05A-4280-BF8C-7ED68F14C34F}" type="pres">
      <dgm:prSet presAssocID="{85CE9A15-6567-4F76-BCFD-C9E22DB31A29}" presName="rootText3" presStyleLbl="asst2" presStyleIdx="7" presStyleCnt="16" custLinFactX="-34217" custLinFactNeighborX="-100000" custLinFactNeighborY="43383">
        <dgm:presLayoutVars>
          <dgm:chPref val="3"/>
        </dgm:presLayoutVars>
      </dgm:prSet>
      <dgm:spPr/>
    </dgm:pt>
    <dgm:pt modelId="{54E3FA60-5C84-4833-ACD9-CDAE4A3EFC76}" type="pres">
      <dgm:prSet presAssocID="{85CE9A15-6567-4F76-BCFD-C9E22DB31A29}" presName="rootConnector3" presStyleLbl="asst2" presStyleIdx="7" presStyleCnt="16"/>
      <dgm:spPr/>
    </dgm:pt>
    <dgm:pt modelId="{27F6470D-F7D8-433A-A7C9-FCE50D72EDFF}" type="pres">
      <dgm:prSet presAssocID="{85CE9A15-6567-4F76-BCFD-C9E22DB31A29}" presName="hierChild6" presStyleCnt="0"/>
      <dgm:spPr/>
    </dgm:pt>
    <dgm:pt modelId="{50356F38-AE12-4448-BC99-6BB8108E9428}" type="pres">
      <dgm:prSet presAssocID="{85CE9A15-6567-4F76-BCFD-C9E22DB31A29}" presName="hierChild7" presStyleCnt="0"/>
      <dgm:spPr/>
    </dgm:pt>
    <dgm:pt modelId="{92A72DEA-116F-4166-A38B-4DBDB3DEDF92}" type="pres">
      <dgm:prSet presAssocID="{9BB8D607-19B6-4CB3-8C8D-B109301A280B}" presName="Name111" presStyleLbl="parChTrans1D3" presStyleIdx="28" presStyleCnt="39"/>
      <dgm:spPr/>
    </dgm:pt>
    <dgm:pt modelId="{7A69319D-F721-40B3-BAB7-EBCDA4F8B5BB}" type="pres">
      <dgm:prSet presAssocID="{F98DCCF3-E7A9-40A8-B9C0-20EEE7DE2642}" presName="hierRoot3" presStyleCnt="0">
        <dgm:presLayoutVars>
          <dgm:hierBranch val="init"/>
        </dgm:presLayoutVars>
      </dgm:prSet>
      <dgm:spPr/>
    </dgm:pt>
    <dgm:pt modelId="{9BF54682-3290-4D47-89AB-40CB15A21FFF}" type="pres">
      <dgm:prSet presAssocID="{F98DCCF3-E7A9-40A8-B9C0-20EEE7DE2642}" presName="rootComposite3" presStyleCnt="0"/>
      <dgm:spPr/>
    </dgm:pt>
    <dgm:pt modelId="{E9AF19D9-E860-4E02-8615-129C6F7875B4}" type="pres">
      <dgm:prSet presAssocID="{F98DCCF3-E7A9-40A8-B9C0-20EEE7DE2642}" presName="rootText3" presStyleLbl="asst2" presStyleIdx="8" presStyleCnt="16" custLinFactY="22015" custLinFactNeighborX="-47450" custLinFactNeighborY="100000">
        <dgm:presLayoutVars>
          <dgm:chPref val="3"/>
        </dgm:presLayoutVars>
      </dgm:prSet>
      <dgm:spPr/>
    </dgm:pt>
    <dgm:pt modelId="{9EF085BD-ABA8-4235-A2AC-F7C484C3ED93}" type="pres">
      <dgm:prSet presAssocID="{F98DCCF3-E7A9-40A8-B9C0-20EEE7DE2642}" presName="rootConnector3" presStyleLbl="asst2" presStyleIdx="8" presStyleCnt="16"/>
      <dgm:spPr/>
    </dgm:pt>
    <dgm:pt modelId="{98165431-176A-482C-B18D-D358805D3B8B}" type="pres">
      <dgm:prSet presAssocID="{F98DCCF3-E7A9-40A8-B9C0-20EEE7DE2642}" presName="hierChild6" presStyleCnt="0"/>
      <dgm:spPr/>
    </dgm:pt>
    <dgm:pt modelId="{67086452-FA03-4D74-A6DB-3396D43A4114}" type="pres">
      <dgm:prSet presAssocID="{F98DCCF3-E7A9-40A8-B9C0-20EEE7DE2642}" presName="hierChild7" presStyleCnt="0"/>
      <dgm:spPr/>
    </dgm:pt>
    <dgm:pt modelId="{70B4B96F-8B16-42AC-ABED-DFFCE3E9737B}" type="pres">
      <dgm:prSet presAssocID="{93B7F41D-4E48-48FD-83A1-4433EB7D4C16}" presName="Name111" presStyleLbl="parChTrans1D3" presStyleIdx="29" presStyleCnt="39"/>
      <dgm:spPr/>
    </dgm:pt>
    <dgm:pt modelId="{489E58A6-90ED-4CFF-A48E-60000D67DCB0}" type="pres">
      <dgm:prSet presAssocID="{C7340574-CE4F-4E38-8CBB-D145F3260BD9}" presName="hierRoot3" presStyleCnt="0">
        <dgm:presLayoutVars>
          <dgm:hierBranch val="init"/>
        </dgm:presLayoutVars>
      </dgm:prSet>
      <dgm:spPr/>
    </dgm:pt>
    <dgm:pt modelId="{F83AA5EC-9739-432D-8EF2-DCDE03F97E0F}" type="pres">
      <dgm:prSet presAssocID="{C7340574-CE4F-4E38-8CBB-D145F3260BD9}" presName="rootComposite3" presStyleCnt="0"/>
      <dgm:spPr/>
    </dgm:pt>
    <dgm:pt modelId="{A948903F-5157-4E70-9B66-5815B22E1A7D}" type="pres">
      <dgm:prSet presAssocID="{C7340574-CE4F-4E38-8CBB-D145F3260BD9}" presName="rootText3" presStyleLbl="asst2" presStyleIdx="9" presStyleCnt="16" custLinFactX="-31505" custLinFactNeighborX="-100000" custLinFactNeighborY="46095">
        <dgm:presLayoutVars>
          <dgm:chPref val="3"/>
        </dgm:presLayoutVars>
      </dgm:prSet>
      <dgm:spPr/>
    </dgm:pt>
    <dgm:pt modelId="{C3E35767-51AB-4D36-9AFB-163C339080A8}" type="pres">
      <dgm:prSet presAssocID="{C7340574-CE4F-4E38-8CBB-D145F3260BD9}" presName="rootConnector3" presStyleLbl="asst2" presStyleIdx="9" presStyleCnt="16"/>
      <dgm:spPr/>
    </dgm:pt>
    <dgm:pt modelId="{FB8DA0EA-93E7-414A-9470-00088A42089E}" type="pres">
      <dgm:prSet presAssocID="{C7340574-CE4F-4E38-8CBB-D145F3260BD9}" presName="hierChild6" presStyleCnt="0"/>
      <dgm:spPr/>
    </dgm:pt>
    <dgm:pt modelId="{905D65F7-BF28-4F1B-B4B5-C7115745DA09}" type="pres">
      <dgm:prSet presAssocID="{C7340574-CE4F-4E38-8CBB-D145F3260BD9}" presName="hierChild7" presStyleCnt="0"/>
      <dgm:spPr/>
    </dgm:pt>
    <dgm:pt modelId="{41C2C59F-891E-484D-8F0D-9AAAA9082AA9}" type="pres">
      <dgm:prSet presAssocID="{69CF9F37-99BF-4B32-9080-20F89E242F86}" presName="Name111" presStyleLbl="parChTrans1D3" presStyleIdx="30" presStyleCnt="39"/>
      <dgm:spPr/>
    </dgm:pt>
    <dgm:pt modelId="{B9CF7707-946E-4D04-AB08-9CC9E9047B32}" type="pres">
      <dgm:prSet presAssocID="{AF19A9A4-3335-4E21-BD66-C3E2F6457F51}" presName="hierRoot3" presStyleCnt="0">
        <dgm:presLayoutVars>
          <dgm:hierBranch val="init"/>
        </dgm:presLayoutVars>
      </dgm:prSet>
      <dgm:spPr/>
    </dgm:pt>
    <dgm:pt modelId="{BF2D3702-064C-4C7E-AE3A-51ACCE4A7AA6}" type="pres">
      <dgm:prSet presAssocID="{AF19A9A4-3335-4E21-BD66-C3E2F6457F51}" presName="rootComposite3" presStyleCnt="0"/>
      <dgm:spPr/>
    </dgm:pt>
    <dgm:pt modelId="{EB796D26-A88C-4B4A-ABF9-5D199F43CE96}" type="pres">
      <dgm:prSet presAssocID="{AF19A9A4-3335-4E21-BD66-C3E2F6457F51}" presName="rootText3" presStyleLbl="asst2" presStyleIdx="10" presStyleCnt="16" custLinFactY="22015" custLinFactNeighborX="-46095" custLinFactNeighborY="100000">
        <dgm:presLayoutVars>
          <dgm:chPref val="3"/>
        </dgm:presLayoutVars>
      </dgm:prSet>
      <dgm:spPr/>
    </dgm:pt>
    <dgm:pt modelId="{ECCE2595-35F3-4C65-A8FD-2D88A8237704}" type="pres">
      <dgm:prSet presAssocID="{AF19A9A4-3335-4E21-BD66-C3E2F6457F51}" presName="rootConnector3" presStyleLbl="asst2" presStyleIdx="10" presStyleCnt="16"/>
      <dgm:spPr/>
    </dgm:pt>
    <dgm:pt modelId="{14FD1029-3FC3-45FA-9C2B-6EA0652956FE}" type="pres">
      <dgm:prSet presAssocID="{AF19A9A4-3335-4E21-BD66-C3E2F6457F51}" presName="hierChild6" presStyleCnt="0"/>
      <dgm:spPr/>
    </dgm:pt>
    <dgm:pt modelId="{B13E9F6F-CC30-4297-A836-4FEBD2B6E883}" type="pres">
      <dgm:prSet presAssocID="{AF19A9A4-3335-4E21-BD66-C3E2F6457F51}" presName="hierChild7" presStyleCnt="0"/>
      <dgm:spPr/>
    </dgm:pt>
    <dgm:pt modelId="{BC6F6793-7B81-4F7D-958F-534028491C21}" type="pres">
      <dgm:prSet presAssocID="{CC7DE27C-B116-48E7-84A3-10C76D3E3C4C}" presName="Name111" presStyleLbl="parChTrans1D3" presStyleIdx="31" presStyleCnt="39"/>
      <dgm:spPr/>
    </dgm:pt>
    <dgm:pt modelId="{092DB7C5-694A-4A64-A899-AA279CB19150}" type="pres">
      <dgm:prSet presAssocID="{1AD0E0BC-1227-4EF4-8BF6-9CC0AAEBE4D6}" presName="hierRoot3" presStyleCnt="0">
        <dgm:presLayoutVars>
          <dgm:hierBranch val="init"/>
        </dgm:presLayoutVars>
      </dgm:prSet>
      <dgm:spPr/>
    </dgm:pt>
    <dgm:pt modelId="{E2199929-59D5-4293-ADEE-AA3C5EFCE50C}" type="pres">
      <dgm:prSet presAssocID="{1AD0E0BC-1227-4EF4-8BF6-9CC0AAEBE4D6}" presName="rootComposite3" presStyleCnt="0"/>
      <dgm:spPr/>
    </dgm:pt>
    <dgm:pt modelId="{CCDCC758-0046-4A61-9117-6E9827272C3F}" type="pres">
      <dgm:prSet presAssocID="{1AD0E0BC-1227-4EF4-8BF6-9CC0AAEBE4D6}" presName="rootText3" presStyleLbl="asst2" presStyleIdx="11" presStyleCnt="16" custLinFactX="-22015" custLinFactNeighborX="-100000" custLinFactNeighborY="56941">
        <dgm:presLayoutVars>
          <dgm:chPref val="3"/>
        </dgm:presLayoutVars>
      </dgm:prSet>
      <dgm:spPr/>
    </dgm:pt>
    <dgm:pt modelId="{27224654-3C1D-4CCE-A4F5-0A4147255823}" type="pres">
      <dgm:prSet presAssocID="{1AD0E0BC-1227-4EF4-8BF6-9CC0AAEBE4D6}" presName="rootConnector3" presStyleLbl="asst2" presStyleIdx="11" presStyleCnt="16"/>
      <dgm:spPr/>
    </dgm:pt>
    <dgm:pt modelId="{F3D38148-FAC9-4BAF-9E2A-4636077E07E4}" type="pres">
      <dgm:prSet presAssocID="{1AD0E0BC-1227-4EF4-8BF6-9CC0AAEBE4D6}" presName="hierChild6" presStyleCnt="0"/>
      <dgm:spPr/>
    </dgm:pt>
    <dgm:pt modelId="{6C5CA478-B271-43DB-B0D0-4ACBD4390729}" type="pres">
      <dgm:prSet presAssocID="{1AD0E0BC-1227-4EF4-8BF6-9CC0AAEBE4D6}" presName="hierChild7" presStyleCnt="0"/>
      <dgm:spPr/>
    </dgm:pt>
    <dgm:pt modelId="{8D478EED-5ECE-4BB0-BD07-3C5F6391E992}" type="pres">
      <dgm:prSet presAssocID="{304D3F78-5730-4C66-BC21-D344E18D2B85}" presName="Name111" presStyleLbl="parChTrans1D3" presStyleIdx="32" presStyleCnt="39"/>
      <dgm:spPr/>
    </dgm:pt>
    <dgm:pt modelId="{09D325F3-D083-4E48-9E11-20C703290F3A}" type="pres">
      <dgm:prSet presAssocID="{102D2A5A-E7FA-4ECF-B05C-F99EAB77002D}" presName="hierRoot3" presStyleCnt="0">
        <dgm:presLayoutVars>
          <dgm:hierBranch val="init"/>
        </dgm:presLayoutVars>
      </dgm:prSet>
      <dgm:spPr/>
    </dgm:pt>
    <dgm:pt modelId="{0279DE60-9EEE-41C0-A24B-5E75FB67FB5F}" type="pres">
      <dgm:prSet presAssocID="{102D2A5A-E7FA-4ECF-B05C-F99EAB77002D}" presName="rootComposite3" presStyleCnt="0"/>
      <dgm:spPr/>
    </dgm:pt>
    <dgm:pt modelId="{82874E74-BCE5-4481-8C59-160C486A6F12}" type="pres">
      <dgm:prSet presAssocID="{102D2A5A-E7FA-4ECF-B05C-F99EAB77002D}" presName="rootText3" presStyleLbl="asst2" presStyleIdx="12" presStyleCnt="16" custLinFactY="30563" custLinFactNeighborX="-45177" custLinFactNeighborY="100000">
        <dgm:presLayoutVars>
          <dgm:chPref val="3"/>
        </dgm:presLayoutVars>
      </dgm:prSet>
      <dgm:spPr/>
    </dgm:pt>
    <dgm:pt modelId="{B805631F-963E-42EA-883A-61FE864742BC}" type="pres">
      <dgm:prSet presAssocID="{102D2A5A-E7FA-4ECF-B05C-F99EAB77002D}" presName="rootConnector3" presStyleLbl="asst2" presStyleIdx="12" presStyleCnt="16"/>
      <dgm:spPr/>
    </dgm:pt>
    <dgm:pt modelId="{27AA9E5F-B5B7-454A-ACF1-53547E349161}" type="pres">
      <dgm:prSet presAssocID="{102D2A5A-E7FA-4ECF-B05C-F99EAB77002D}" presName="hierChild6" presStyleCnt="0"/>
      <dgm:spPr/>
    </dgm:pt>
    <dgm:pt modelId="{98B2417B-43D2-4838-9FFB-D4A528E74E5F}" type="pres">
      <dgm:prSet presAssocID="{102D2A5A-E7FA-4ECF-B05C-F99EAB77002D}" presName="hierChild7" presStyleCnt="0"/>
      <dgm:spPr/>
    </dgm:pt>
    <dgm:pt modelId="{7CC8FEE8-BB29-4800-852A-58129D16CB9D}" type="pres">
      <dgm:prSet presAssocID="{05491C0A-4F15-48DF-BA5D-D1ADB13D231A}" presName="Name111" presStyleLbl="parChTrans1D3" presStyleIdx="33" presStyleCnt="39"/>
      <dgm:spPr/>
    </dgm:pt>
    <dgm:pt modelId="{A4AAE956-0EDF-410B-AB38-D317F793F275}" type="pres">
      <dgm:prSet presAssocID="{7C2266D9-A1D3-4947-A699-8F19542A7BE8}" presName="hierRoot3" presStyleCnt="0">
        <dgm:presLayoutVars>
          <dgm:hierBranch val="init"/>
        </dgm:presLayoutVars>
      </dgm:prSet>
      <dgm:spPr/>
    </dgm:pt>
    <dgm:pt modelId="{4E5DF161-630B-4CD7-82DE-353026F85C3A}" type="pres">
      <dgm:prSet presAssocID="{7C2266D9-A1D3-4947-A699-8F19542A7BE8}" presName="rootComposite3" presStyleCnt="0"/>
      <dgm:spPr/>
    </dgm:pt>
    <dgm:pt modelId="{64119781-36A9-412A-9BDB-00D06E7CB2FC}" type="pres">
      <dgm:prSet presAssocID="{7C2266D9-A1D3-4947-A699-8F19542A7BE8}" presName="rootText3" presStyleLbl="asst2" presStyleIdx="13" presStyleCnt="16" custLinFactX="-24727" custLinFactNeighborX="-100000" custLinFactNeighborY="40672">
        <dgm:presLayoutVars>
          <dgm:chPref val="3"/>
        </dgm:presLayoutVars>
      </dgm:prSet>
      <dgm:spPr/>
    </dgm:pt>
    <dgm:pt modelId="{780AF092-3B87-47BB-9B95-EDF706F1B4F9}" type="pres">
      <dgm:prSet presAssocID="{7C2266D9-A1D3-4947-A699-8F19542A7BE8}" presName="rootConnector3" presStyleLbl="asst2" presStyleIdx="13" presStyleCnt="16"/>
      <dgm:spPr/>
    </dgm:pt>
    <dgm:pt modelId="{FDC788D6-4B31-4979-BB6A-16AA70A5BD5B}" type="pres">
      <dgm:prSet presAssocID="{7C2266D9-A1D3-4947-A699-8F19542A7BE8}" presName="hierChild6" presStyleCnt="0"/>
      <dgm:spPr/>
    </dgm:pt>
    <dgm:pt modelId="{DB811735-F98D-4354-9492-66D0D273C8D5}" type="pres">
      <dgm:prSet presAssocID="{7C2266D9-A1D3-4947-A699-8F19542A7BE8}" presName="hierChild7" presStyleCnt="0"/>
      <dgm:spPr/>
    </dgm:pt>
    <dgm:pt modelId="{FA4AEC19-10B8-4804-BE4B-865E2C4E761D}" type="pres">
      <dgm:prSet presAssocID="{72D8A7FE-B3FB-4F98-8AB7-89D338C59384}" presName="Name111" presStyleLbl="parChTrans1D3" presStyleIdx="34" presStyleCnt="39"/>
      <dgm:spPr/>
    </dgm:pt>
    <dgm:pt modelId="{E07C8A9E-F66C-4405-9C10-F5B25393C0F3}" type="pres">
      <dgm:prSet presAssocID="{541BF253-3B01-49A0-B7B5-97BAD5DF12F5}" presName="hierRoot3" presStyleCnt="0">
        <dgm:presLayoutVars>
          <dgm:hierBranch val="init"/>
        </dgm:presLayoutVars>
      </dgm:prSet>
      <dgm:spPr/>
    </dgm:pt>
    <dgm:pt modelId="{9CAC7A2D-6A7D-4A24-BB2D-4A08680137FB}" type="pres">
      <dgm:prSet presAssocID="{541BF253-3B01-49A0-B7B5-97BAD5DF12F5}" presName="rootComposite3" presStyleCnt="0"/>
      <dgm:spPr/>
    </dgm:pt>
    <dgm:pt modelId="{7E9A7791-FF86-462F-A409-A3CBA7F147D6}" type="pres">
      <dgm:prSet presAssocID="{541BF253-3B01-49A0-B7B5-97BAD5DF12F5}" presName="rootText3" presStyleLbl="asst2" presStyleIdx="14" presStyleCnt="16" custLinFactY="25966" custLinFactNeighborX="-45410" custLinFactNeighborY="100000">
        <dgm:presLayoutVars>
          <dgm:chPref val="3"/>
        </dgm:presLayoutVars>
      </dgm:prSet>
      <dgm:spPr/>
    </dgm:pt>
    <dgm:pt modelId="{DF7526F4-BDE8-4DB0-A346-289AA22DDEED}" type="pres">
      <dgm:prSet presAssocID="{541BF253-3B01-49A0-B7B5-97BAD5DF12F5}" presName="rootConnector3" presStyleLbl="asst2" presStyleIdx="14" presStyleCnt="16"/>
      <dgm:spPr/>
    </dgm:pt>
    <dgm:pt modelId="{12953AFE-8304-435E-B5FF-A8559A8B2801}" type="pres">
      <dgm:prSet presAssocID="{541BF253-3B01-49A0-B7B5-97BAD5DF12F5}" presName="hierChild6" presStyleCnt="0"/>
      <dgm:spPr/>
    </dgm:pt>
    <dgm:pt modelId="{70D1FB5B-4DE7-4650-BA92-E31C486987C8}" type="pres">
      <dgm:prSet presAssocID="{541BF253-3B01-49A0-B7B5-97BAD5DF12F5}" presName="hierChild7" presStyleCnt="0"/>
      <dgm:spPr/>
    </dgm:pt>
    <dgm:pt modelId="{C10DD96E-C472-4FBE-934C-43A6985E7323}" type="pres">
      <dgm:prSet presAssocID="{3DC1C701-FE8B-447A-AF23-D3B5D205B88C}" presName="Name111" presStyleLbl="parChTrans1D3" presStyleIdx="35" presStyleCnt="39"/>
      <dgm:spPr/>
    </dgm:pt>
    <dgm:pt modelId="{412BF9C9-1C17-4D1A-8683-5151D2ADBBAF}" type="pres">
      <dgm:prSet presAssocID="{69C35622-070F-430D-B43C-4DB66E81EA85}" presName="hierRoot3" presStyleCnt="0">
        <dgm:presLayoutVars>
          <dgm:hierBranch val="init"/>
        </dgm:presLayoutVars>
      </dgm:prSet>
      <dgm:spPr/>
    </dgm:pt>
    <dgm:pt modelId="{0083058D-0E7E-40D1-8FA3-4E12AE2DB6F4}" type="pres">
      <dgm:prSet presAssocID="{69C35622-070F-430D-B43C-4DB66E81EA85}" presName="rootComposite3" presStyleCnt="0"/>
      <dgm:spPr/>
    </dgm:pt>
    <dgm:pt modelId="{8587FE10-62EC-4E8F-9739-789E40556CE7}" type="pres">
      <dgm:prSet presAssocID="{69C35622-070F-430D-B43C-4DB66E81EA85}" presName="rootText3" presStyleLbl="asst2" presStyleIdx="15" presStyleCnt="16" custLinFactX="-24868" custLinFactNeighborX="-100000" custLinFactNeighborY="40672">
        <dgm:presLayoutVars>
          <dgm:chPref val="3"/>
        </dgm:presLayoutVars>
      </dgm:prSet>
      <dgm:spPr/>
    </dgm:pt>
    <dgm:pt modelId="{CBA4F154-3C9C-4A23-9DD6-E4EE8F9D712D}" type="pres">
      <dgm:prSet presAssocID="{69C35622-070F-430D-B43C-4DB66E81EA85}" presName="rootConnector3" presStyleLbl="asst2" presStyleIdx="15" presStyleCnt="16"/>
      <dgm:spPr/>
    </dgm:pt>
    <dgm:pt modelId="{207D5EE1-4ECB-46F1-B3C6-0B1B1A47F84B}" type="pres">
      <dgm:prSet presAssocID="{69C35622-070F-430D-B43C-4DB66E81EA85}" presName="hierChild6" presStyleCnt="0"/>
      <dgm:spPr/>
    </dgm:pt>
    <dgm:pt modelId="{700235B5-4269-4843-A4C6-4242EBCE4ADD}" type="pres">
      <dgm:prSet presAssocID="{69C35622-070F-430D-B43C-4DB66E81EA85}" presName="hierChild7" presStyleCnt="0"/>
      <dgm:spPr/>
    </dgm:pt>
    <dgm:pt modelId="{B2F8F4F9-51E5-4214-85C1-7CCC7B124A3A}" type="pres">
      <dgm:prSet presAssocID="{9E7C19F3-B8BB-4EE9-9C2E-22FE0CF7BDD3}" presName="Name37" presStyleLbl="parChTrans1D2" presStyleIdx="7" presStyleCnt="11"/>
      <dgm:spPr/>
    </dgm:pt>
    <dgm:pt modelId="{5A42CF4E-8E90-4D3B-BF15-911C0F9D0788}" type="pres">
      <dgm:prSet presAssocID="{06D5B97E-78DE-4567-8CB1-4492F5556129}" presName="hierRoot2" presStyleCnt="0">
        <dgm:presLayoutVars>
          <dgm:hierBranch val="init"/>
        </dgm:presLayoutVars>
      </dgm:prSet>
      <dgm:spPr/>
    </dgm:pt>
    <dgm:pt modelId="{DF79E999-9565-4408-8CA3-D783EE966310}" type="pres">
      <dgm:prSet presAssocID="{06D5B97E-78DE-4567-8CB1-4492F5556129}" presName="rootComposite" presStyleCnt="0"/>
      <dgm:spPr/>
    </dgm:pt>
    <dgm:pt modelId="{B133EEC0-A068-455A-B940-085093FB77F3}" type="pres">
      <dgm:prSet presAssocID="{06D5B97E-78DE-4567-8CB1-4492F5556129}" presName="rootText" presStyleLbl="node2" presStyleIdx="7" presStyleCnt="8" custScaleX="138768" custLinFactNeighborX="590" custLinFactNeighborY="48806">
        <dgm:presLayoutVars>
          <dgm:chPref val="3"/>
        </dgm:presLayoutVars>
      </dgm:prSet>
      <dgm:spPr/>
    </dgm:pt>
    <dgm:pt modelId="{F14E7FDD-BD16-4E4A-A924-3DC109B0960B}" type="pres">
      <dgm:prSet presAssocID="{06D5B97E-78DE-4567-8CB1-4492F5556129}" presName="rootConnector" presStyleLbl="node2" presStyleIdx="7" presStyleCnt="8"/>
      <dgm:spPr/>
    </dgm:pt>
    <dgm:pt modelId="{CE7BAE1A-42BC-42FE-AEF4-8E5CE51FFC41}" type="pres">
      <dgm:prSet presAssocID="{06D5B97E-78DE-4567-8CB1-4492F5556129}" presName="hierChild4" presStyleCnt="0"/>
      <dgm:spPr/>
    </dgm:pt>
    <dgm:pt modelId="{B3AB3979-0B44-4426-8923-4AF358A26B50}" type="pres">
      <dgm:prSet presAssocID="{65026452-44AB-457D-8E49-44C94278D4FC}" presName="Name37" presStyleLbl="parChTrans1D3" presStyleIdx="36" presStyleCnt="39"/>
      <dgm:spPr/>
    </dgm:pt>
    <dgm:pt modelId="{4D743744-BB3B-4B3B-A7F2-2C7BA3478F49}" type="pres">
      <dgm:prSet presAssocID="{8C64D91C-9189-41B7-828B-DEDB8F0EC165}" presName="hierRoot2" presStyleCnt="0">
        <dgm:presLayoutVars>
          <dgm:hierBranch val="init"/>
        </dgm:presLayoutVars>
      </dgm:prSet>
      <dgm:spPr/>
    </dgm:pt>
    <dgm:pt modelId="{275216E8-021C-4546-BDD2-807A523088F1}" type="pres">
      <dgm:prSet presAssocID="{8C64D91C-9189-41B7-828B-DEDB8F0EC165}" presName="rootComposite" presStyleCnt="0"/>
      <dgm:spPr/>
    </dgm:pt>
    <dgm:pt modelId="{30DB2936-FDE0-4C64-9E84-6EC71C2379C6}" type="pres">
      <dgm:prSet presAssocID="{8C64D91C-9189-41B7-828B-DEDB8F0EC165}" presName="rootText" presStyleLbl="node3" presStyleIdx="20" presStyleCnt="23" custLinFactY="100000" custLinFactNeighborX="-7536" custLinFactNeighborY="100648">
        <dgm:presLayoutVars>
          <dgm:chPref val="3"/>
        </dgm:presLayoutVars>
      </dgm:prSet>
      <dgm:spPr/>
    </dgm:pt>
    <dgm:pt modelId="{F15CBBF9-8925-4F6E-B30D-60716AB9281C}" type="pres">
      <dgm:prSet presAssocID="{8C64D91C-9189-41B7-828B-DEDB8F0EC165}" presName="rootConnector" presStyleLbl="node3" presStyleIdx="20" presStyleCnt="23"/>
      <dgm:spPr/>
    </dgm:pt>
    <dgm:pt modelId="{4F63ABAC-FD89-4E0C-8F02-73D120D30DA8}" type="pres">
      <dgm:prSet presAssocID="{8C64D91C-9189-41B7-828B-DEDB8F0EC165}" presName="hierChild4" presStyleCnt="0"/>
      <dgm:spPr/>
    </dgm:pt>
    <dgm:pt modelId="{ED3D9754-87AD-4CF6-A843-0A02152B7BE2}" type="pres">
      <dgm:prSet presAssocID="{8C64D91C-9189-41B7-828B-DEDB8F0EC165}" presName="hierChild5" presStyleCnt="0"/>
      <dgm:spPr/>
    </dgm:pt>
    <dgm:pt modelId="{5A2E4F93-57A3-4FEB-A352-C1F2141008DB}" type="pres">
      <dgm:prSet presAssocID="{BB3FB157-88EC-4E20-9552-1EA513961964}" presName="Name37" presStyleLbl="parChTrans1D3" presStyleIdx="37" presStyleCnt="39"/>
      <dgm:spPr/>
    </dgm:pt>
    <dgm:pt modelId="{0E11E9E0-5DDB-41B9-B5FB-71DA72E909E4}" type="pres">
      <dgm:prSet presAssocID="{959161B1-DD5C-426F-8FD9-3E3E0084D15F}" presName="hierRoot2" presStyleCnt="0">
        <dgm:presLayoutVars>
          <dgm:hierBranch val="init"/>
        </dgm:presLayoutVars>
      </dgm:prSet>
      <dgm:spPr/>
    </dgm:pt>
    <dgm:pt modelId="{47FA47F9-66D3-41E4-94B2-4E1CD6F690BD}" type="pres">
      <dgm:prSet presAssocID="{959161B1-DD5C-426F-8FD9-3E3E0084D15F}" presName="rootComposite" presStyleCnt="0"/>
      <dgm:spPr/>
    </dgm:pt>
    <dgm:pt modelId="{BE9D8400-F6A3-4F77-912B-DB3572C40738}" type="pres">
      <dgm:prSet presAssocID="{959161B1-DD5C-426F-8FD9-3E3E0084D15F}" presName="rootText" presStyleLbl="node3" presStyleIdx="21" presStyleCnt="23" custLinFactY="100000" custLinFactNeighborX="-10846" custLinFactNeighborY="133185">
        <dgm:presLayoutVars>
          <dgm:chPref val="3"/>
        </dgm:presLayoutVars>
      </dgm:prSet>
      <dgm:spPr/>
    </dgm:pt>
    <dgm:pt modelId="{98A9388B-D230-4D95-9502-99D12581C785}" type="pres">
      <dgm:prSet presAssocID="{959161B1-DD5C-426F-8FD9-3E3E0084D15F}" presName="rootConnector" presStyleLbl="node3" presStyleIdx="21" presStyleCnt="23"/>
      <dgm:spPr/>
    </dgm:pt>
    <dgm:pt modelId="{053AC9CF-F0A4-4197-AC70-D06770B32053}" type="pres">
      <dgm:prSet presAssocID="{959161B1-DD5C-426F-8FD9-3E3E0084D15F}" presName="hierChild4" presStyleCnt="0"/>
      <dgm:spPr/>
    </dgm:pt>
    <dgm:pt modelId="{ABD0A787-D6EE-435D-815D-0C109371A6CB}" type="pres">
      <dgm:prSet presAssocID="{959161B1-DD5C-426F-8FD9-3E3E0084D15F}" presName="hierChild5" presStyleCnt="0"/>
      <dgm:spPr/>
    </dgm:pt>
    <dgm:pt modelId="{A7F3C2D8-9F04-4E36-80F9-C03ABE3798A6}" type="pres">
      <dgm:prSet presAssocID="{6FFB1A3D-ABA8-4596-89CC-6E1F9E351D63}" presName="Name37" presStyleLbl="parChTrans1D3" presStyleIdx="38" presStyleCnt="39"/>
      <dgm:spPr/>
    </dgm:pt>
    <dgm:pt modelId="{5B259FDD-B39A-474E-86BC-D3DC5D37C32F}" type="pres">
      <dgm:prSet presAssocID="{EB6FA8C3-1798-4B0F-B12F-CFCB27AF436C}" presName="hierRoot2" presStyleCnt="0">
        <dgm:presLayoutVars>
          <dgm:hierBranch val="init"/>
        </dgm:presLayoutVars>
      </dgm:prSet>
      <dgm:spPr/>
    </dgm:pt>
    <dgm:pt modelId="{C50324D6-5C55-4F19-A782-611E5C020FE1}" type="pres">
      <dgm:prSet presAssocID="{EB6FA8C3-1798-4B0F-B12F-CFCB27AF436C}" presName="rootComposite" presStyleCnt="0"/>
      <dgm:spPr/>
    </dgm:pt>
    <dgm:pt modelId="{943C90E0-46D8-4DBF-A9BD-C4C18E949A81}" type="pres">
      <dgm:prSet presAssocID="{EB6FA8C3-1798-4B0F-B12F-CFCB27AF436C}" presName="rootText" presStyleLbl="node3" presStyleIdx="22" presStyleCnt="23" custLinFactY="100000" custLinFactNeighborX="-10846" custLinFactNeighborY="138608">
        <dgm:presLayoutVars>
          <dgm:chPref val="3"/>
        </dgm:presLayoutVars>
      </dgm:prSet>
      <dgm:spPr/>
    </dgm:pt>
    <dgm:pt modelId="{53DCF7D0-D782-4415-ADEE-6563DC02F58A}" type="pres">
      <dgm:prSet presAssocID="{EB6FA8C3-1798-4B0F-B12F-CFCB27AF436C}" presName="rootConnector" presStyleLbl="node3" presStyleIdx="22" presStyleCnt="23"/>
      <dgm:spPr/>
    </dgm:pt>
    <dgm:pt modelId="{6F1D28E9-EA6C-4BF6-AB2B-9C700B30831B}" type="pres">
      <dgm:prSet presAssocID="{EB6FA8C3-1798-4B0F-B12F-CFCB27AF436C}" presName="hierChild4" presStyleCnt="0"/>
      <dgm:spPr/>
    </dgm:pt>
    <dgm:pt modelId="{05B528D5-3179-4CBE-804F-33FAFE2884A0}" type="pres">
      <dgm:prSet presAssocID="{EB6FA8C3-1798-4B0F-B12F-CFCB27AF436C}" presName="hierChild5" presStyleCnt="0"/>
      <dgm:spPr/>
    </dgm:pt>
    <dgm:pt modelId="{C8088B35-A7B7-433A-B61D-1EB67CFE9ACC}" type="pres">
      <dgm:prSet presAssocID="{06D5B97E-78DE-4567-8CB1-4492F5556129}" presName="hierChild5" presStyleCnt="0"/>
      <dgm:spPr/>
    </dgm:pt>
    <dgm:pt modelId="{D3042386-E2C9-4EC3-917F-B85E471D4A5E}" type="pres">
      <dgm:prSet presAssocID="{7A6F2AD4-5D2E-47A8-819C-5394365F6D41}" presName="hierChild3" presStyleCnt="0"/>
      <dgm:spPr/>
    </dgm:pt>
    <dgm:pt modelId="{4BE10D42-CFA5-4D4A-9A21-E7F1A307CA4F}" type="pres">
      <dgm:prSet presAssocID="{37869896-9509-4AAA-A581-718860E8BD22}" presName="Name111" presStyleLbl="parChTrans1D2" presStyleIdx="8" presStyleCnt="11"/>
      <dgm:spPr/>
    </dgm:pt>
    <dgm:pt modelId="{76C62D2A-D6FE-42F3-B029-54380824FB5A}" type="pres">
      <dgm:prSet presAssocID="{0DD7520D-F554-4356-9FB7-977D942AC18A}" presName="hierRoot3" presStyleCnt="0">
        <dgm:presLayoutVars>
          <dgm:hierBranch val="init"/>
        </dgm:presLayoutVars>
      </dgm:prSet>
      <dgm:spPr/>
    </dgm:pt>
    <dgm:pt modelId="{B0BFA8A6-B9EB-4BFB-A615-AD5A89D4EAA9}" type="pres">
      <dgm:prSet presAssocID="{0DD7520D-F554-4356-9FB7-977D942AC18A}" presName="rootComposite3" presStyleCnt="0"/>
      <dgm:spPr/>
    </dgm:pt>
    <dgm:pt modelId="{AAAEF301-FC86-4685-AA23-6E4EB90247A8}" type="pres">
      <dgm:prSet presAssocID="{0DD7520D-F554-4356-9FB7-977D942AC18A}" presName="rootText3" presStyleLbl="asst1" presStyleIdx="0" presStyleCnt="3" custLinFactNeighborX="-63719" custLinFactNeighborY="-2711">
        <dgm:presLayoutVars>
          <dgm:chPref val="3"/>
        </dgm:presLayoutVars>
      </dgm:prSet>
      <dgm:spPr/>
    </dgm:pt>
    <dgm:pt modelId="{B9EBE119-A1FF-4D55-8267-87D0D2336DBB}" type="pres">
      <dgm:prSet presAssocID="{0DD7520D-F554-4356-9FB7-977D942AC18A}" presName="rootConnector3" presStyleLbl="asst1" presStyleIdx="0" presStyleCnt="3"/>
      <dgm:spPr/>
    </dgm:pt>
    <dgm:pt modelId="{E136BBC1-CCD2-44A3-A547-C8EA1B8A42EC}" type="pres">
      <dgm:prSet presAssocID="{0DD7520D-F554-4356-9FB7-977D942AC18A}" presName="hierChild6" presStyleCnt="0"/>
      <dgm:spPr/>
    </dgm:pt>
    <dgm:pt modelId="{8F355F48-464F-46CC-911C-14626C9DBEC0}" type="pres">
      <dgm:prSet presAssocID="{0DD7520D-F554-4356-9FB7-977D942AC18A}" presName="hierChild7" presStyleCnt="0"/>
      <dgm:spPr/>
    </dgm:pt>
    <dgm:pt modelId="{580241D3-592D-4197-8F9E-9BD4909743D5}" type="pres">
      <dgm:prSet presAssocID="{A740B39B-0021-42FB-A4EC-B26AB557C9BF}" presName="Name111" presStyleLbl="parChTrans1D2" presStyleIdx="9" presStyleCnt="11"/>
      <dgm:spPr/>
    </dgm:pt>
    <dgm:pt modelId="{07D03426-13FE-4604-B7C6-6717263947B2}" type="pres">
      <dgm:prSet presAssocID="{0C9E41F4-F0B0-4208-9E28-ECFD800D4A34}" presName="hierRoot3" presStyleCnt="0">
        <dgm:presLayoutVars>
          <dgm:hierBranch val="init"/>
        </dgm:presLayoutVars>
      </dgm:prSet>
      <dgm:spPr/>
    </dgm:pt>
    <dgm:pt modelId="{A3C0ED04-6B39-44CF-A443-FF877CF8AE29}" type="pres">
      <dgm:prSet presAssocID="{0C9E41F4-F0B0-4208-9E28-ECFD800D4A34}" presName="rootComposite3" presStyleCnt="0"/>
      <dgm:spPr/>
    </dgm:pt>
    <dgm:pt modelId="{84B43FE1-0358-4DEB-96AE-AFA203FC80B0}" type="pres">
      <dgm:prSet presAssocID="{0C9E41F4-F0B0-4208-9E28-ECFD800D4A34}" presName="rootText3" presStyleLbl="asst1" presStyleIdx="1" presStyleCnt="3" custLinFactNeighborX="39316" custLinFactNeighborY="2711">
        <dgm:presLayoutVars>
          <dgm:chPref val="3"/>
        </dgm:presLayoutVars>
      </dgm:prSet>
      <dgm:spPr/>
    </dgm:pt>
    <dgm:pt modelId="{3B93DB6F-CCFF-4D27-AED0-32DCDE88C369}" type="pres">
      <dgm:prSet presAssocID="{0C9E41F4-F0B0-4208-9E28-ECFD800D4A34}" presName="rootConnector3" presStyleLbl="asst1" presStyleIdx="1" presStyleCnt="3"/>
      <dgm:spPr/>
    </dgm:pt>
    <dgm:pt modelId="{9A979004-A89B-4282-A31A-3DDE909827B9}" type="pres">
      <dgm:prSet presAssocID="{0C9E41F4-F0B0-4208-9E28-ECFD800D4A34}" presName="hierChild6" presStyleCnt="0"/>
      <dgm:spPr/>
    </dgm:pt>
    <dgm:pt modelId="{B3DD6E63-AE7B-478D-9729-249495045EDB}" type="pres">
      <dgm:prSet presAssocID="{0C9E41F4-F0B0-4208-9E28-ECFD800D4A34}" presName="hierChild7" presStyleCnt="0"/>
      <dgm:spPr/>
    </dgm:pt>
    <dgm:pt modelId="{079BE9C8-8D11-4B84-8C10-62BD68CEF98C}" type="pres">
      <dgm:prSet presAssocID="{6580995C-F998-4021-8AE7-842DD3292BC4}" presName="Name111" presStyleLbl="parChTrans1D2" presStyleIdx="10" presStyleCnt="11"/>
      <dgm:spPr/>
    </dgm:pt>
    <dgm:pt modelId="{60FB48C5-BCAF-4655-8D66-AAFB5FF7A251}" type="pres">
      <dgm:prSet presAssocID="{FF0FED59-B083-42CF-817E-38C91F510289}" presName="hierRoot3" presStyleCnt="0">
        <dgm:presLayoutVars>
          <dgm:hierBranch val="init"/>
        </dgm:presLayoutVars>
      </dgm:prSet>
      <dgm:spPr/>
    </dgm:pt>
    <dgm:pt modelId="{2C4054FC-E9D9-46A1-B6FE-A54E00D5BE3C}" type="pres">
      <dgm:prSet presAssocID="{FF0FED59-B083-42CF-817E-38C91F510289}" presName="rootComposite3" presStyleCnt="0"/>
      <dgm:spPr/>
    </dgm:pt>
    <dgm:pt modelId="{B7564D3A-5120-4460-A320-0D20283785AB}" type="pres">
      <dgm:prSet presAssocID="{FF0FED59-B083-42CF-817E-38C91F510289}" presName="rootText3" presStyleLbl="asst1" presStyleIdx="2" presStyleCnt="3" custLinFactX="65399" custLinFactNeighborX="100000" custLinFactNeighborY="13557">
        <dgm:presLayoutVars>
          <dgm:chPref val="3"/>
        </dgm:presLayoutVars>
      </dgm:prSet>
      <dgm:spPr/>
    </dgm:pt>
    <dgm:pt modelId="{73C9401A-4E75-46CC-A124-F0292FF69277}" type="pres">
      <dgm:prSet presAssocID="{FF0FED59-B083-42CF-817E-38C91F510289}" presName="rootConnector3" presStyleLbl="asst1" presStyleIdx="2" presStyleCnt="3"/>
      <dgm:spPr/>
    </dgm:pt>
    <dgm:pt modelId="{9617E060-165C-48F5-806E-19E20B2BCA42}" type="pres">
      <dgm:prSet presAssocID="{FF0FED59-B083-42CF-817E-38C91F510289}" presName="hierChild6" presStyleCnt="0"/>
      <dgm:spPr/>
    </dgm:pt>
    <dgm:pt modelId="{74D28309-ABFC-4164-8045-FDD89B413C2A}" type="pres">
      <dgm:prSet presAssocID="{FF0FED59-B083-42CF-817E-38C91F510289}" presName="hierChild7" presStyleCnt="0"/>
      <dgm:spPr/>
    </dgm:pt>
  </dgm:ptLst>
  <dgm:cxnLst>
    <dgm:cxn modelId="{8C503601-24E5-4529-94AD-652584A22B23}" srcId="{7A6F2AD4-5D2E-47A8-819C-5394365F6D41}" destId="{2E9A3386-9E8D-4207-B994-8A1D349AD004}" srcOrd="7" destOrd="0" parTransId="{D2F581CB-C539-45AE-8A38-0ABD34A339A0}" sibTransId="{586812B8-4FFF-4E18-B969-6310606C8CD2}"/>
    <dgm:cxn modelId="{F3540203-8474-4587-8C4D-8A5C5AAE3993}" srcId="{2E9A3386-9E8D-4207-B994-8A1D349AD004}" destId="{69C35622-070F-430D-B43C-4DB66E81EA85}" srcOrd="10" destOrd="0" parTransId="{3DC1C701-FE8B-447A-AF23-D3B5D205B88C}" sibTransId="{813FBBDD-23A1-4C82-B957-10623853FD87}"/>
    <dgm:cxn modelId="{93058203-C7D5-4179-BA54-952A3DD8142A}" srcId="{2E9A3386-9E8D-4207-B994-8A1D349AD004}" destId="{AF19A9A4-3335-4E21-BD66-C3E2F6457F51}" srcOrd="5" destOrd="0" parTransId="{69CF9F37-99BF-4B32-9080-20F89E242F86}" sibTransId="{F823DA3C-1470-4A38-BBAA-F914E3295D9F}"/>
    <dgm:cxn modelId="{45EA5704-A6EA-4438-8E40-99D307730855}" type="presOf" srcId="{B60A904E-422F-49F2-AB39-E1278E3A69D4}" destId="{55C5243C-77A7-461C-97C8-16C1B541ABF5}" srcOrd="1" destOrd="0" presId="urn:microsoft.com/office/officeart/2005/8/layout/orgChart1"/>
    <dgm:cxn modelId="{6FA76906-FDC3-4BD0-BEF5-4A5C4E1076CF}" type="presOf" srcId="{660E3BE6-B1CC-44F6-8B69-884F27F886EF}" destId="{4F3CEC31-B24B-473C-9D3C-58EF64CC9F41}" srcOrd="1" destOrd="0" presId="urn:microsoft.com/office/officeart/2005/8/layout/orgChart1"/>
    <dgm:cxn modelId="{0E9B6E07-F805-4969-B693-6A0AC3181234}" type="presOf" srcId="{99FAA1AD-4B04-41A6-8989-4681B2AA41E9}" destId="{1050F1E9-23D6-45D5-8E83-BC8A3251926E}" srcOrd="0" destOrd="0" presId="urn:microsoft.com/office/officeart/2005/8/layout/orgChart1"/>
    <dgm:cxn modelId="{CA832308-F0FA-4733-A812-9852361B8D3D}" srcId="{7A6F2AD4-5D2E-47A8-819C-5394365F6D41}" destId="{E16E622C-56CF-4F23-A080-5BC1DD754A36}" srcOrd="1" destOrd="0" parTransId="{C7F7F772-A61C-44F5-B6C3-039863E114DF}" sibTransId="{40986B2E-FC7D-4FDF-B9ED-6EAD9F56381C}"/>
    <dgm:cxn modelId="{FBAC8508-42D2-468F-B45D-63DABAB6B81E}" type="presOf" srcId="{174A53E0-E1EA-4982-BFA3-51DB9BF1261A}" destId="{E43E9CC3-54EA-406E-8A7E-B886C936FFA9}" srcOrd="0" destOrd="0" presId="urn:microsoft.com/office/officeart/2005/8/layout/orgChart1"/>
    <dgm:cxn modelId="{CFDF8C09-40D8-426E-862A-EB47E8408CB0}" type="presOf" srcId="{597AB087-B1A0-4F68-B9C2-7779E0B70C6B}" destId="{E61C036D-1A55-4F06-8F71-DCB0CA995547}" srcOrd="1" destOrd="0" presId="urn:microsoft.com/office/officeart/2005/8/layout/orgChart1"/>
    <dgm:cxn modelId="{1AA55B0A-A8A4-4F72-9396-098ECD7E7FCF}" type="presOf" srcId="{23272736-B022-4B09-BAB4-F0F521E1C638}" destId="{276644C6-8232-45CE-9E2C-7EFBF536B15B}" srcOrd="0" destOrd="0" presId="urn:microsoft.com/office/officeart/2005/8/layout/orgChart1"/>
    <dgm:cxn modelId="{7E41E30B-E6D5-4D92-97A7-1E6FD3F06643}" type="presOf" srcId="{6E320477-A019-4275-BADD-32E9828F6215}" destId="{2D3CD562-0F17-4833-A03A-9332DA468F30}" srcOrd="0" destOrd="0" presId="urn:microsoft.com/office/officeart/2005/8/layout/orgChart1"/>
    <dgm:cxn modelId="{7A8C020E-4B47-4FDF-8870-B7FD091D6DD6}" type="presOf" srcId="{3C781D7E-DAA7-42B3-ACE1-DF6CE6F4F22F}" destId="{F5DFB6A4-651B-452E-8724-DFA30DC25429}" srcOrd="0" destOrd="0" presId="urn:microsoft.com/office/officeart/2005/8/layout/orgChart1"/>
    <dgm:cxn modelId="{C49F5D10-1953-44CF-B123-C4C898138776}" srcId="{00E5F5CE-89EA-4040-9530-A258EED1B3A7}" destId="{48582017-2D0A-4097-BA25-86D0A922C4E3}" srcOrd="1" destOrd="0" parTransId="{13389ED0-03E7-4D86-AB42-8028DD13AD7A}" sibTransId="{C919C6F4-A7B6-49A5-AA94-DC2C9F8D9D62}"/>
    <dgm:cxn modelId="{93EB8911-809A-43D5-909B-4DC56ED487E5}" type="presOf" srcId="{85CE9A15-6567-4F76-BCFD-C9E22DB31A29}" destId="{CDAD3291-B05A-4280-BF8C-7ED68F14C34F}" srcOrd="0" destOrd="0" presId="urn:microsoft.com/office/officeart/2005/8/layout/orgChart1"/>
    <dgm:cxn modelId="{23AED112-A317-47A5-B8A1-60800C939A55}" srcId="{E16E622C-56CF-4F23-A080-5BC1DD754A36}" destId="{BC5A4D38-1BC4-4969-8F40-E9000D1C47BC}" srcOrd="7" destOrd="0" parTransId="{5B816B59-9B0F-478D-B5D7-1D5A69F0A31B}" sibTransId="{8395DBCD-74D0-43F1-80EC-A09B50708A5D}"/>
    <dgm:cxn modelId="{28B15713-96AD-4CF8-9F46-586BE161F51C}" type="presOf" srcId="{E027787A-9B40-44E6-A185-3FA23E9B16D4}" destId="{3918B9E3-D868-4E53-B721-2DB8C5C8B7A5}" srcOrd="1" destOrd="0" presId="urn:microsoft.com/office/officeart/2005/8/layout/orgChart1"/>
    <dgm:cxn modelId="{98E6C413-4E82-42AE-95BB-D0147B5A4FDA}" type="presOf" srcId="{A5734465-CE97-41E3-A5BD-8940489D8D8E}" destId="{B9395D9B-3FCD-44C6-8628-DD95030547CD}" srcOrd="1" destOrd="0" presId="urn:microsoft.com/office/officeart/2005/8/layout/orgChart1"/>
    <dgm:cxn modelId="{DA6AFD17-6C5D-4DEB-9AD7-CC36EE851E1A}" type="presOf" srcId="{AB1EF771-794E-44AA-B555-17B13C0E614E}" destId="{90E67394-2D2E-48D8-8038-AB81678D0591}" srcOrd="1" destOrd="0" presId="urn:microsoft.com/office/officeart/2005/8/layout/orgChart1"/>
    <dgm:cxn modelId="{7E4F7A1A-01C5-4079-9195-533C9476F0D7}" srcId="{7809535A-371B-4AC6-A3FA-0620EE198825}" destId="{597AB087-B1A0-4F68-B9C2-7779E0B70C6B}" srcOrd="3" destOrd="0" parTransId="{C312A77C-A6BF-4FAB-B1EE-99EBDB439182}" sibTransId="{01E05576-C9D9-4AAD-BF72-82E385521D67}"/>
    <dgm:cxn modelId="{2D366F1C-2105-40BE-8EBC-3FC5DFBD48D6}" type="presOf" srcId="{970191B5-5AC4-45B8-9494-6466F0B1C96B}" destId="{21B00E32-2F9A-43E0-A70A-CDC9D7CE22AC}" srcOrd="0" destOrd="0" presId="urn:microsoft.com/office/officeart/2005/8/layout/orgChart1"/>
    <dgm:cxn modelId="{B272181E-81B6-4C5E-BD58-1CF9BF85816E}" srcId="{E16E622C-56CF-4F23-A080-5BC1DD754A36}" destId="{24378665-707D-410D-BC73-FC5FC4B1367E}" srcOrd="2" destOrd="0" parTransId="{2D85FE00-676C-4756-A0EF-AB2EE1137DEB}" sibTransId="{3079C635-F414-48B9-BABD-EFC954E7F943}"/>
    <dgm:cxn modelId="{4B2D1F1F-B7FB-40AF-8D42-3849E892012E}" type="presOf" srcId="{7AFA6BCB-7DB0-4CD7-A8BE-0089D2E86999}" destId="{36B80D27-099F-49DD-B5C0-05830F0C7AD1}" srcOrd="1" destOrd="0" presId="urn:microsoft.com/office/officeart/2005/8/layout/orgChart1"/>
    <dgm:cxn modelId="{8F8C4920-46E3-40DF-B2E5-32A4DE6E5C5D}" type="presOf" srcId="{06D5B97E-78DE-4567-8CB1-4492F5556129}" destId="{F14E7FDD-BD16-4E4A-A924-3DC109B0960B}" srcOrd="1" destOrd="0" presId="urn:microsoft.com/office/officeart/2005/8/layout/orgChart1"/>
    <dgm:cxn modelId="{C3DBA121-4185-492D-970F-D32B8F57A4DA}" type="presOf" srcId="{9E7C19F3-B8BB-4EE9-9C2E-22FE0CF7BDD3}" destId="{B2F8F4F9-51E5-4214-85C1-7CCC7B124A3A}" srcOrd="0" destOrd="0" presId="urn:microsoft.com/office/officeart/2005/8/layout/orgChart1"/>
    <dgm:cxn modelId="{D1041223-E5B3-435B-9631-B5B378BE7349}" type="presOf" srcId="{14CDB8A9-1AB7-4E6F-B57D-99BDB08C0CAA}" destId="{E85E10FD-19A2-472A-86D1-40CB66D3D137}" srcOrd="1" destOrd="0" presId="urn:microsoft.com/office/officeart/2005/8/layout/orgChart1"/>
    <dgm:cxn modelId="{EC6D3323-D790-43E4-B373-3C8D35EF4138}" srcId="{38C9C738-10D0-4B1D-835F-7F69935EBD72}" destId="{EB95D0E1-1D8F-4F69-8FAB-E1C03C8E3A72}" srcOrd="1" destOrd="0" parTransId="{88D281FC-8712-46D2-92EF-A82A07C4D150}" sibTransId="{8CC1AA93-3396-458B-ABBC-F347D77AB45D}"/>
    <dgm:cxn modelId="{A6A9CD23-BEC3-49E3-A54C-BD942CFBB6FE}" type="presOf" srcId="{F60C6C18-18D9-4498-91CB-C33ECDD9F5A7}" destId="{D367994D-4A7E-4241-8E8A-C253BF5E6D16}" srcOrd="0" destOrd="0" presId="urn:microsoft.com/office/officeart/2005/8/layout/orgChart1"/>
    <dgm:cxn modelId="{78EAF224-5162-4AD5-B4BB-7FA789A4A901}" srcId="{38C9C738-10D0-4B1D-835F-7F69935EBD72}" destId="{CA78BA26-C76F-4D1C-8381-09FFFEA39C21}" srcOrd="0" destOrd="0" parTransId="{F0452654-D846-494D-8FC5-D1C846A55044}" sibTransId="{DE2E2F46-95A0-413D-B813-78839C470102}"/>
    <dgm:cxn modelId="{84BBCB26-75CF-4C51-BFE4-8256E3DCE711}" type="presOf" srcId="{541BF253-3B01-49A0-B7B5-97BAD5DF12F5}" destId="{7E9A7791-FF86-462F-A409-A3CBA7F147D6}" srcOrd="0" destOrd="0" presId="urn:microsoft.com/office/officeart/2005/8/layout/orgChart1"/>
    <dgm:cxn modelId="{7757D726-BD64-4045-869A-7433AE5738A2}" type="presOf" srcId="{2D85FE00-676C-4756-A0EF-AB2EE1137DEB}" destId="{6D0D81D6-59CD-460D-B80E-3A3D7BD0FCEB}" srcOrd="0" destOrd="0" presId="urn:microsoft.com/office/officeart/2005/8/layout/orgChart1"/>
    <dgm:cxn modelId="{C82AED26-2AAC-44AF-8BAB-35A640B9DF6D}" type="presOf" srcId="{246FE3C7-00D1-4EA6-8993-F5EEFD0590F2}" destId="{F7343356-C84D-4E81-B8F9-C3CCFB44A974}" srcOrd="0" destOrd="0" presId="urn:microsoft.com/office/officeart/2005/8/layout/orgChart1"/>
    <dgm:cxn modelId="{E351C627-49A5-4C5B-9688-6DB643E8DDF7}" type="presOf" srcId="{7809535A-371B-4AC6-A3FA-0620EE198825}" destId="{98E4C7B8-D09D-417F-94F3-C109DBAF1D2E}" srcOrd="0" destOrd="0" presId="urn:microsoft.com/office/officeart/2005/8/layout/orgChart1"/>
    <dgm:cxn modelId="{FF3DD429-8212-4EC0-AAD0-6F33CDFE7A85}" type="presOf" srcId="{05491C0A-4F15-48DF-BA5D-D1ADB13D231A}" destId="{7CC8FEE8-BB29-4800-852A-58129D16CB9D}" srcOrd="0" destOrd="0" presId="urn:microsoft.com/office/officeart/2005/8/layout/orgChart1"/>
    <dgm:cxn modelId="{641C3D2B-C958-4C7E-950F-E47A7E1E0C03}" type="presOf" srcId="{72D8A7FE-B3FB-4F98-8AB7-89D338C59384}" destId="{FA4AEC19-10B8-4804-BE4B-865E2C4E761D}" srcOrd="0" destOrd="0" presId="urn:microsoft.com/office/officeart/2005/8/layout/orgChart1"/>
    <dgm:cxn modelId="{0F2B4F2B-C9A4-4469-86DF-3DDA235D3B79}" type="presOf" srcId="{5B816B59-9B0F-478D-B5D7-1D5A69F0A31B}" destId="{29FF510A-3100-42A3-B9F4-EDE145A97951}" srcOrd="0" destOrd="0" presId="urn:microsoft.com/office/officeart/2005/8/layout/orgChart1"/>
    <dgm:cxn modelId="{715F502B-4FAD-4E77-A18C-7572BD5CA094}" type="presOf" srcId="{48582017-2D0A-4097-BA25-86D0A922C4E3}" destId="{21EB7B94-10C4-40C6-BC66-31144ABFDB7A}" srcOrd="1" destOrd="0" presId="urn:microsoft.com/office/officeart/2005/8/layout/orgChart1"/>
    <dgm:cxn modelId="{89FCC52C-5B0E-47D4-9CEB-42E753EBCB88}" type="presOf" srcId="{103A80A5-F8AD-4468-9DB1-DE591D459CE2}" destId="{3C3D9D40-67BA-4A87-AEF1-7CDA4E58B5CD}" srcOrd="0" destOrd="0" presId="urn:microsoft.com/office/officeart/2005/8/layout/orgChart1"/>
    <dgm:cxn modelId="{CA69FB2C-F960-4AFB-B83B-B8851B63FD87}" type="presOf" srcId="{B0EB2F15-AC0B-4C58-80AC-7888D9A2A11E}" destId="{78904C65-4B2E-4FE3-A990-FA9A93C28ACD}" srcOrd="1" destOrd="0" presId="urn:microsoft.com/office/officeart/2005/8/layout/orgChart1"/>
    <dgm:cxn modelId="{ED33CE2D-9728-4DD3-9FCC-344D28A48ADE}" type="presOf" srcId="{00E5F5CE-89EA-4040-9530-A258EED1B3A7}" destId="{897DC43A-B513-439D-B6F9-6C11B69E6BA2}" srcOrd="0" destOrd="0" presId="urn:microsoft.com/office/officeart/2005/8/layout/orgChart1"/>
    <dgm:cxn modelId="{5023192F-D487-4AB9-82DF-E2604865431D}" type="presOf" srcId="{BC5A4D38-1BC4-4969-8F40-E9000D1C47BC}" destId="{7F34DA4C-3664-4695-8F70-25BE0987BBC0}" srcOrd="1" destOrd="0" presId="urn:microsoft.com/office/officeart/2005/8/layout/orgChart1"/>
    <dgm:cxn modelId="{DC0C942F-F0B1-422B-8C3E-8B7639EDE3A2}" type="presOf" srcId="{6FFB1A3D-ABA8-4596-89CC-6E1F9E351D63}" destId="{A7F3C2D8-9F04-4E36-80F9-C03ABE3798A6}" srcOrd="0" destOrd="0" presId="urn:microsoft.com/office/officeart/2005/8/layout/orgChart1"/>
    <dgm:cxn modelId="{3442A82F-B7D4-4448-B810-C05B971544FE}" srcId="{2E9A3386-9E8D-4207-B994-8A1D349AD004}" destId="{541BF253-3B01-49A0-B7B5-97BAD5DF12F5}" srcOrd="9" destOrd="0" parTransId="{72D8A7FE-B3FB-4F98-8AB7-89D338C59384}" sibTransId="{0EC9CFDE-0A64-42C0-B327-78D4381C35EB}"/>
    <dgm:cxn modelId="{BFA45D32-61A3-4849-817F-D9D929726D66}" srcId="{E16E622C-56CF-4F23-A080-5BC1DD754A36}" destId="{4DBFC68C-70C0-4069-8E0E-A65C996FC3B2}" srcOrd="5" destOrd="0" parTransId="{F60C6C18-18D9-4498-91CB-C33ECDD9F5A7}" sibTransId="{1D9EC174-BBFC-4F5B-ACA0-7BD4558AC26D}"/>
    <dgm:cxn modelId="{CE8DCB32-8FC9-4BF9-92A5-66D9FB048C61}" type="presOf" srcId="{5909B667-EDF3-4156-9064-6DBB299BDF05}" destId="{C74143D4-686C-440A-98F9-DA0D451B8E18}" srcOrd="1" destOrd="0" presId="urn:microsoft.com/office/officeart/2005/8/layout/orgChart1"/>
    <dgm:cxn modelId="{8D7C2034-A861-4D48-8ABE-27B6123E7B87}" type="presOf" srcId="{F98DCCF3-E7A9-40A8-B9C0-20EEE7DE2642}" destId="{9EF085BD-ABA8-4235-A2AC-F7C484C3ED93}" srcOrd="1" destOrd="0" presId="urn:microsoft.com/office/officeart/2005/8/layout/orgChart1"/>
    <dgm:cxn modelId="{72E85935-B46B-4C73-BF5E-65D462A71AF5}" type="presOf" srcId="{2E9A3386-9E8D-4207-B994-8A1D349AD004}" destId="{05BA9CF9-D03A-4248-9C18-61A3B7D14EE6}" srcOrd="0" destOrd="0" presId="urn:microsoft.com/office/officeart/2005/8/layout/orgChart1"/>
    <dgm:cxn modelId="{1C019035-A587-4680-9EEA-9F410CC0E19B}" type="presOf" srcId="{E16E622C-56CF-4F23-A080-5BC1DD754A36}" destId="{DEC60842-F388-4FBB-835A-2BC630B23CC7}" srcOrd="0" destOrd="0" presId="urn:microsoft.com/office/officeart/2005/8/layout/orgChart1"/>
    <dgm:cxn modelId="{6F00FC35-0D5C-459A-85CC-1F99781ECFD0}" type="presOf" srcId="{FEA6AE94-792B-4EC5-95E1-4A8466895A2F}" destId="{373A2269-E046-4087-9C8A-4A117E896E9C}" srcOrd="0" destOrd="0" presId="urn:microsoft.com/office/officeart/2005/8/layout/orgChart1"/>
    <dgm:cxn modelId="{C888B737-2238-4053-A647-59DCAC7643AB}" srcId="{7809535A-371B-4AC6-A3FA-0620EE198825}" destId="{0C71CC73-08CA-4E9D-B0A4-1F7CA47212A2}" srcOrd="0" destOrd="0" parTransId="{A13CA3B4-FC48-4DAC-8B0A-DC638058C645}" sibTransId="{0A4A924D-8D77-4B37-B25E-AB5670F2B2DA}"/>
    <dgm:cxn modelId="{822CD237-DA64-4E46-AA3E-ACFC61711954}" srcId="{7809535A-371B-4AC6-A3FA-0620EE198825}" destId="{99FAA1AD-4B04-41A6-8989-4681B2AA41E9}" srcOrd="2" destOrd="0" parTransId="{F57E12C4-9E16-46E5-B5B2-CEE2D5EBD09D}" sibTransId="{68C25FCD-CE42-42A0-8935-165C88EA7303}"/>
    <dgm:cxn modelId="{C91E0139-D2AE-4BD1-856F-3668565B91F8}" type="presOf" srcId="{93B7F41D-4E48-48FD-83A1-4433EB7D4C16}" destId="{70B4B96F-8B16-42AC-ABED-DFFCE3E9737B}" srcOrd="0" destOrd="0" presId="urn:microsoft.com/office/officeart/2005/8/layout/orgChart1"/>
    <dgm:cxn modelId="{54DA6D3A-A74D-4A41-96E3-C9F1817C655B}" type="presOf" srcId="{7A6F2AD4-5D2E-47A8-819C-5394365F6D41}" destId="{F5DE84C9-D8E5-4187-A7AC-72BFBCACC8F3}" srcOrd="0" destOrd="0" presId="urn:microsoft.com/office/officeart/2005/8/layout/orgChart1"/>
    <dgm:cxn modelId="{A841C43A-E061-41EE-B814-34549E1B8DA3}" type="presOf" srcId="{06D5B97E-78DE-4567-8CB1-4492F5556129}" destId="{B133EEC0-A068-455A-B940-085093FB77F3}" srcOrd="0" destOrd="0" presId="urn:microsoft.com/office/officeart/2005/8/layout/orgChart1"/>
    <dgm:cxn modelId="{5B336D3B-1FEE-4BCF-A15B-2B713156D88A}" type="presOf" srcId="{7C2266D9-A1D3-4947-A699-8F19542A7BE8}" destId="{780AF092-3B87-47BB-9B95-EDF706F1B4F9}" srcOrd="1" destOrd="0" presId="urn:microsoft.com/office/officeart/2005/8/layout/orgChart1"/>
    <dgm:cxn modelId="{BBD6113D-35FF-41FB-A79F-80977D254C1D}" type="presOf" srcId="{69C35622-070F-430D-B43C-4DB66E81EA85}" destId="{CBA4F154-3C9C-4A23-9DD6-E4EE8F9D712D}" srcOrd="1" destOrd="0" presId="urn:microsoft.com/office/officeart/2005/8/layout/orgChart1"/>
    <dgm:cxn modelId="{68576C3E-F47C-4A8D-AA91-4EF1E00C2A3E}" type="presOf" srcId="{EB95D0E1-1D8F-4F69-8FAB-E1C03C8E3A72}" destId="{7DA04107-625D-452D-9830-091A664D799A}" srcOrd="1" destOrd="0" presId="urn:microsoft.com/office/officeart/2005/8/layout/orgChart1"/>
    <dgm:cxn modelId="{5888D93E-9534-4A3D-957F-09C0290C5A84}" type="presOf" srcId="{8C64D91C-9189-41B7-828B-DEDB8F0EC165}" destId="{F15CBBF9-8925-4F6E-B30D-60716AB9281C}" srcOrd="1" destOrd="0" presId="urn:microsoft.com/office/officeart/2005/8/layout/orgChart1"/>
    <dgm:cxn modelId="{51A46640-16A8-4BBF-BE3A-40ED18559FCC}" type="presOf" srcId="{541BF253-3B01-49A0-B7B5-97BAD5DF12F5}" destId="{DF7526F4-BDE8-4DB0-A346-289AA22DDEED}" srcOrd="1" destOrd="0" presId="urn:microsoft.com/office/officeart/2005/8/layout/orgChart1"/>
    <dgm:cxn modelId="{D3216A5C-773D-4DB2-AE3A-D85688E6B172}" srcId="{2E9A3386-9E8D-4207-B994-8A1D349AD004}" destId="{483E695F-B88B-4007-AA2B-B28905E845D0}" srcOrd="1" destOrd="0" parTransId="{174A53E0-E1EA-4982-BFA3-51DB9BF1261A}" sibTransId="{ADE21EFB-5C88-4485-BB1C-49A5998831AD}"/>
    <dgm:cxn modelId="{B82BBA5E-FAE2-434B-B0C0-19946D671DB9}" type="presOf" srcId="{C7340574-CE4F-4E38-8CBB-D145F3260BD9}" destId="{C3E35767-51AB-4D36-9AFB-163C339080A8}" srcOrd="1" destOrd="0" presId="urn:microsoft.com/office/officeart/2005/8/layout/orgChart1"/>
    <dgm:cxn modelId="{21ADDE5E-490B-41C8-9978-4AE3C7CEE89B}" type="presOf" srcId="{597AB087-B1A0-4F68-B9C2-7779E0B70C6B}" destId="{FD7D150C-6165-4CE0-BF02-8885D6498FA9}" srcOrd="0" destOrd="0" presId="urn:microsoft.com/office/officeart/2005/8/layout/orgChart1"/>
    <dgm:cxn modelId="{A336025F-880A-4E95-8651-23DFBF586FA2}" type="presOf" srcId="{65026452-44AB-457D-8E49-44C94278D4FC}" destId="{B3AB3979-0B44-4426-8923-4AF358A26B50}" srcOrd="0" destOrd="0" presId="urn:microsoft.com/office/officeart/2005/8/layout/orgChart1"/>
    <dgm:cxn modelId="{3CCA7A5F-5171-4EDE-81C9-103F58B7A21B}" type="presOf" srcId="{69CF9F37-99BF-4B32-9080-20F89E242F86}" destId="{41C2C59F-891E-484D-8F0D-9AAAA9082AA9}" srcOrd="0" destOrd="0" presId="urn:microsoft.com/office/officeart/2005/8/layout/orgChart1"/>
    <dgm:cxn modelId="{D173D160-40FB-44D3-BFC5-EF219292313D}" srcId="{660E3BE6-B1CC-44F6-8B69-884F27F886EF}" destId="{16B2F7A6-8912-49AD-B8A6-002EFDDAB7FD}" srcOrd="0" destOrd="0" parTransId="{ACAA3540-13C8-45A6-A6FB-64E393F383A8}" sibTransId="{2CD30B8F-96A9-47E6-ADE6-3FAE50ABF3F8}"/>
    <dgm:cxn modelId="{3DBA5C61-C398-462E-9540-6CA677A663E5}" srcId="{FEA6AE94-792B-4EC5-95E1-4A8466895A2F}" destId="{7A6F2AD4-5D2E-47A8-819C-5394365F6D41}" srcOrd="0" destOrd="0" parTransId="{91E8B9A2-3F2E-48DF-B7DA-92B0D6DEBFAC}" sibTransId="{774B6D36-CDCD-4245-8C94-B6B27024336B}"/>
    <dgm:cxn modelId="{6BEF4161-EB75-49AE-BB3B-D662007EB080}" srcId="{2E9A3386-9E8D-4207-B994-8A1D349AD004}" destId="{7C2266D9-A1D3-4947-A699-8F19542A7BE8}" srcOrd="8" destOrd="0" parTransId="{05491C0A-4F15-48DF-BA5D-D1ADB13D231A}" sibTransId="{0DABC146-AF31-497F-A174-7DC0BF0016B5}"/>
    <dgm:cxn modelId="{F85E4661-C886-4B64-A973-48B8A163D57A}" type="presOf" srcId="{660E3BE6-B1CC-44F6-8B69-884F27F886EF}" destId="{B4ACD7D0-73B8-40FF-BB4E-B346A5EA79E6}" srcOrd="0" destOrd="0" presId="urn:microsoft.com/office/officeart/2005/8/layout/orgChart1"/>
    <dgm:cxn modelId="{25597041-7DA9-477C-964E-6079CCAFB6E5}" srcId="{660E3BE6-B1CC-44F6-8B69-884F27F886EF}" destId="{A5734465-CE97-41E3-A5BD-8940489D8D8E}" srcOrd="1" destOrd="0" parTransId="{736305E9-31E5-4F76-BED7-4E8410E3C950}" sibTransId="{3C6E7DE5-6C6E-42C9-8B5C-0DD58906ECBC}"/>
    <dgm:cxn modelId="{31665961-160F-42F6-A023-1E78B67508BC}" type="presOf" srcId="{EB95D0E1-1D8F-4F69-8FAB-E1C03C8E3A72}" destId="{E8CD64DC-D6EF-4FFA-9037-0FD1211118A2}" srcOrd="0" destOrd="0" presId="urn:microsoft.com/office/officeart/2005/8/layout/orgChart1"/>
    <dgm:cxn modelId="{28806E42-B069-4C96-B005-12D5670F32BC}" type="presOf" srcId="{14CDB8A9-1AB7-4E6F-B57D-99BDB08C0CAA}" destId="{BF71FB88-63A1-4F76-9F80-3069C3028951}" srcOrd="0" destOrd="0" presId="urn:microsoft.com/office/officeart/2005/8/layout/orgChart1"/>
    <dgm:cxn modelId="{DBA3A342-3371-4A50-8635-2BD07AD19CE6}" type="presOf" srcId="{E16E622C-56CF-4F23-A080-5BC1DD754A36}" destId="{CA80CB50-3F7E-4E54-92E4-6151BAA38964}" srcOrd="1" destOrd="0" presId="urn:microsoft.com/office/officeart/2005/8/layout/orgChart1"/>
    <dgm:cxn modelId="{24F1A662-542E-475E-9595-5CA9CB4AF1D7}" type="presOf" srcId="{6580995C-F998-4021-8AE7-842DD3292BC4}" destId="{079BE9C8-8D11-4B84-8C10-62BD68CEF98C}" srcOrd="0" destOrd="0" presId="urn:microsoft.com/office/officeart/2005/8/layout/orgChart1"/>
    <dgm:cxn modelId="{57A55C43-D55B-4046-B6B0-A8D313740080}" type="presOf" srcId="{102D2A5A-E7FA-4ECF-B05C-F99EAB77002D}" destId="{82874E74-BCE5-4481-8C59-160C486A6F12}" srcOrd="0" destOrd="0" presId="urn:microsoft.com/office/officeart/2005/8/layout/orgChart1"/>
    <dgm:cxn modelId="{F3004463-6527-4353-B682-9C0DEC8C27BD}" type="presOf" srcId="{16B2F7A6-8912-49AD-B8A6-002EFDDAB7FD}" destId="{8D8213AB-4859-4C2C-AF1D-09E71FC69EA7}" srcOrd="1" destOrd="0" presId="urn:microsoft.com/office/officeart/2005/8/layout/orgChart1"/>
    <dgm:cxn modelId="{803C7763-37CF-4A78-9C45-B51943035085}" type="presOf" srcId="{7D04AC19-1F67-4BB5-B536-A32BB8BC3D2A}" destId="{B0701A07-7F64-4B61-B0F0-FC80A5D6B384}" srcOrd="1" destOrd="0" presId="urn:microsoft.com/office/officeart/2005/8/layout/orgChart1"/>
    <dgm:cxn modelId="{37B3E443-93F6-4A9D-8878-2DD41635405A}" srcId="{E16E622C-56CF-4F23-A080-5BC1DD754A36}" destId="{FB729427-4F42-4E0D-9AC4-074D1A56124C}" srcOrd="6" destOrd="0" parTransId="{6E320477-A019-4275-BADD-32E9828F6215}" sibTransId="{548D6DC7-B11F-4A1B-B0F0-A4046DEB4281}"/>
    <dgm:cxn modelId="{DF905C44-19CA-4255-9B08-804B037912BE}" srcId="{7A6F2AD4-5D2E-47A8-819C-5394365F6D41}" destId="{660E3BE6-B1CC-44F6-8B69-884F27F886EF}" srcOrd="3" destOrd="0" parTransId="{C7D89FA2-C79D-4A07-ABD3-6251C4E15739}" sibTransId="{38AE13FD-6D70-48A0-8B63-25F4184A3100}"/>
    <dgm:cxn modelId="{0E43A064-8C39-4CAD-8311-77712880D612}" srcId="{00E5F5CE-89EA-4040-9530-A258EED1B3A7}" destId="{7AFA6BCB-7DB0-4CD7-A8BE-0089D2E86999}" srcOrd="3" destOrd="0" parTransId="{FD977FED-82E5-42CE-B063-69BBEE55B83C}" sibTransId="{32A8B1BC-E300-4103-936B-474C42B02DC8}"/>
    <dgm:cxn modelId="{71A90E45-118A-4A6F-85D4-9F6067029CDC}" type="presOf" srcId="{60296DAA-1C8F-47C2-953C-7134E71488CB}" destId="{6E8EA253-81E0-43D6-859B-7AB502EA6C1B}" srcOrd="1" destOrd="0" presId="urn:microsoft.com/office/officeart/2005/8/layout/orgChart1"/>
    <dgm:cxn modelId="{71845D45-2695-416A-AE59-28E5E5E6C566}" type="presOf" srcId="{9BDC2514-0143-4B4E-AD73-9CDAC11D6D74}" destId="{787AA96A-3E7B-47C6-8C9B-720A376BEFF1}" srcOrd="0" destOrd="0" presId="urn:microsoft.com/office/officeart/2005/8/layout/orgChart1"/>
    <dgm:cxn modelId="{CBA2C645-4EAF-49E4-A373-C427F36B7F22}" type="presOf" srcId="{1AD0E0BC-1227-4EF4-8BF6-9CC0AAEBE4D6}" destId="{CCDCC758-0046-4A61-9117-6E9827272C3F}" srcOrd="0" destOrd="0" presId="urn:microsoft.com/office/officeart/2005/8/layout/orgChart1"/>
    <dgm:cxn modelId="{52CDFA46-574A-49EC-93CF-BB2B5281570D}" srcId="{7A6F2AD4-5D2E-47A8-819C-5394365F6D41}" destId="{0C9E41F4-F0B0-4208-9E28-ECFD800D4A34}" srcOrd="8" destOrd="0" parTransId="{A740B39B-0021-42FB-A4EC-B26AB557C9BF}" sibTransId="{E32E3D9C-FA5C-43A8-83DB-714F82D4ADFD}"/>
    <dgm:cxn modelId="{78FC0967-CE12-4413-B2D0-3EA7E23F2E0E}" type="presOf" srcId="{AF19A9A4-3335-4E21-BD66-C3E2F6457F51}" destId="{ECCE2595-35F3-4C65-A8FD-2D88A8237704}" srcOrd="1" destOrd="0" presId="urn:microsoft.com/office/officeart/2005/8/layout/orgChart1"/>
    <dgm:cxn modelId="{F85A2667-441F-47F5-B0B9-1CDF03134401}" type="presOf" srcId="{78F0DE28-5E58-4C7F-B095-F129FB41AB54}" destId="{C6EA9314-ED55-45B8-A1ED-2ABFB69B3BA2}" srcOrd="0" destOrd="0" presId="urn:microsoft.com/office/officeart/2005/8/layout/orgChart1"/>
    <dgm:cxn modelId="{8E629B67-EC2F-48E7-A436-AF197645D0E4}" srcId="{7A6F2AD4-5D2E-47A8-819C-5394365F6D41}" destId="{38C9C738-10D0-4B1D-835F-7F69935EBD72}" srcOrd="5" destOrd="0" parTransId="{103A80A5-F8AD-4468-9DB1-DE591D459CE2}" sibTransId="{8D58D9D5-82DE-47C1-9B09-A86603CC250A}"/>
    <dgm:cxn modelId="{4DADA768-7EC4-49F1-B452-BF19EE2462EC}" type="presOf" srcId="{7601A35E-E155-486E-B1CD-82772156085C}" destId="{577152B9-BA32-4DC9-AD88-33D954D8D165}" srcOrd="0" destOrd="0" presId="urn:microsoft.com/office/officeart/2005/8/layout/orgChart1"/>
    <dgm:cxn modelId="{6FF7D948-C4B4-4AED-9315-9999E4DD9D65}" type="presOf" srcId="{B60A904E-422F-49F2-AB39-E1278E3A69D4}" destId="{77D0C5E6-13D2-4C32-9109-49C780E742B7}" srcOrd="0" destOrd="0" presId="urn:microsoft.com/office/officeart/2005/8/layout/orgChart1"/>
    <dgm:cxn modelId="{6C677C69-84FE-4181-9DDD-75BA8BA25E4D}" type="presOf" srcId="{8C64D91C-9189-41B7-828B-DEDB8F0EC165}" destId="{30DB2936-FDE0-4C64-9E84-6EC71C2379C6}" srcOrd="0" destOrd="0" presId="urn:microsoft.com/office/officeart/2005/8/layout/orgChart1"/>
    <dgm:cxn modelId="{8198DA4A-CCDE-49BA-A168-44B46B933D72}" srcId="{38C9C738-10D0-4B1D-835F-7F69935EBD72}" destId="{5909B667-EDF3-4156-9064-6DBB299BDF05}" srcOrd="4" destOrd="0" parTransId="{90B4EF03-DF11-413F-93BB-8904F7288FB2}" sibTransId="{C1429A64-D486-4CAF-8224-C53020FB5D32}"/>
    <dgm:cxn modelId="{ED3E7E6D-E95A-4026-A0F7-CABCA1DAC521}" srcId="{2E9A3386-9E8D-4207-B994-8A1D349AD004}" destId="{F98DCCF3-E7A9-40A8-B9C0-20EEE7DE2642}" srcOrd="3" destOrd="0" parTransId="{9BB8D607-19B6-4CB3-8C8D-B109301A280B}" sibTransId="{B81C552A-250F-47D9-88D3-C7285BA4E60B}"/>
    <dgm:cxn modelId="{547BD06E-B210-4976-B794-35DC0169C463}" srcId="{2E9A3386-9E8D-4207-B994-8A1D349AD004}" destId="{85CE9A15-6567-4F76-BCFD-C9E22DB31A29}" srcOrd="2" destOrd="0" parTransId="{23272736-B022-4B09-BAB4-F0F521E1C638}" sibTransId="{967ADF3E-0756-497D-9A64-6B678A5D36E6}"/>
    <dgm:cxn modelId="{C9DA1951-AD33-4C0F-9DF6-EC375E77F93F}" type="presOf" srcId="{7C2266D9-A1D3-4947-A699-8F19542A7BE8}" destId="{64119781-36A9-412A-9BDB-00D06E7CB2FC}" srcOrd="0" destOrd="0" presId="urn:microsoft.com/office/officeart/2005/8/layout/orgChart1"/>
    <dgm:cxn modelId="{835AE472-37C3-4D49-AE03-66EEAFAE962A}" type="presOf" srcId="{99FAA1AD-4B04-41A6-8989-4681B2AA41E9}" destId="{7039C5EC-11D0-433F-9587-3F9353DE42F3}" srcOrd="1" destOrd="0" presId="urn:microsoft.com/office/officeart/2005/8/layout/orgChart1"/>
    <dgm:cxn modelId="{1C422F53-66A3-44E1-8067-F687DC8F3769}" type="presOf" srcId="{16474CCD-8CC0-4DB7-BEF5-4CDC5365C970}" destId="{3E5A6B85-84CB-4A5C-A801-2C4F550E9567}" srcOrd="0" destOrd="0" presId="urn:microsoft.com/office/officeart/2005/8/layout/orgChart1"/>
    <dgm:cxn modelId="{16ED3973-7E2F-43CB-9454-9E378C9D0BEA}" srcId="{06D5B97E-78DE-4567-8CB1-4492F5556129}" destId="{959161B1-DD5C-426F-8FD9-3E3E0084D15F}" srcOrd="1" destOrd="0" parTransId="{BB3FB157-88EC-4E20-9552-1EA513961964}" sibTransId="{F002115A-0250-4E4A-8983-B4C42169BF89}"/>
    <dgm:cxn modelId="{C25F7B74-424D-4FE4-A6C4-E3D0381BF9D3}" type="presOf" srcId="{0DD7520D-F554-4356-9FB7-977D942AC18A}" destId="{B9EBE119-A1FF-4D55-8267-87D0D2336DBB}" srcOrd="1" destOrd="0" presId="urn:microsoft.com/office/officeart/2005/8/layout/orgChart1"/>
    <dgm:cxn modelId="{AC98C054-11FC-4FBB-B2D8-E33E0005419D}" type="presOf" srcId="{00E5F5CE-89EA-4040-9530-A258EED1B3A7}" destId="{A16BD6A3-E82C-46C3-BBDB-91C3808C27A3}" srcOrd="1" destOrd="0" presId="urn:microsoft.com/office/officeart/2005/8/layout/orgChart1"/>
    <dgm:cxn modelId="{93A14175-119B-469C-AC2E-E44963C6992C}" srcId="{E16E622C-56CF-4F23-A080-5BC1DD754A36}" destId="{14CDB8A9-1AB7-4E6F-B57D-99BDB08C0CAA}" srcOrd="3" destOrd="0" parTransId="{970191B5-5AC4-45B8-9494-6466F0B1C96B}" sibTransId="{5B9DC01C-5149-48D0-B108-919202BB42DA}"/>
    <dgm:cxn modelId="{0E274375-02D6-442C-A74D-26A7A829CC64}" type="presOf" srcId="{2D903230-26AD-4701-B074-A7985AAC7E02}" destId="{38ACE957-7C6B-43BB-B710-A58F59F5DEDA}" srcOrd="0" destOrd="0" presId="urn:microsoft.com/office/officeart/2005/8/layout/orgChart1"/>
    <dgm:cxn modelId="{6D0F7275-D795-40E8-9AA4-1A134EE9803F}" type="presOf" srcId="{5F44CFC6-EE99-4D42-985D-454D078AF241}" destId="{92E38E82-7C04-4EC0-BEC8-7A65C0163F4C}" srcOrd="0" destOrd="0" presId="urn:microsoft.com/office/officeart/2005/8/layout/orgChart1"/>
    <dgm:cxn modelId="{B7FB6B56-2119-45DD-BE6E-E88033FA9188}" type="presOf" srcId="{37869896-9509-4AAA-A581-718860E8BD22}" destId="{4BE10D42-CFA5-4D4A-9A21-E7F1A307CA4F}" srcOrd="0" destOrd="0" presId="urn:microsoft.com/office/officeart/2005/8/layout/orgChart1"/>
    <dgm:cxn modelId="{B329D976-C9BE-448D-8700-87A668058B36}" srcId="{06D5B97E-78DE-4567-8CB1-4492F5556129}" destId="{8C64D91C-9189-41B7-828B-DEDB8F0EC165}" srcOrd="0" destOrd="0" parTransId="{65026452-44AB-457D-8E49-44C94278D4FC}" sibTransId="{A9D929D3-E72C-4B3E-86DB-601AA0912081}"/>
    <dgm:cxn modelId="{0985FC76-5FAC-49C0-88C7-BD2D3CFA5CBB}" srcId="{7809535A-371B-4AC6-A3FA-0620EE198825}" destId="{246FE3C7-00D1-4EA6-8993-F5EEFD0590F2}" srcOrd="1" destOrd="0" parTransId="{9BDC2514-0143-4B4E-AD73-9CDAC11D6D74}" sibTransId="{DD5E87A3-AFE4-410D-A050-00D5622FA64C}"/>
    <dgm:cxn modelId="{C1D7BA57-DEE5-4016-A8B0-D14378C39EA9}" type="presOf" srcId="{BB3FB157-88EC-4E20-9552-1EA513961964}" destId="{5A2E4F93-57A3-4FEB-A352-C1F2141008DB}" srcOrd="0" destOrd="0" presId="urn:microsoft.com/office/officeart/2005/8/layout/orgChart1"/>
    <dgm:cxn modelId="{9987BF57-2F2E-4FD9-AEF7-D5C38DBCFF8F}" type="presOf" srcId="{85CE9A15-6567-4F76-BCFD-C9E22DB31A29}" destId="{54E3FA60-5C84-4833-ACD9-CDAE4A3EFC76}" srcOrd="1" destOrd="0" presId="urn:microsoft.com/office/officeart/2005/8/layout/orgChart1"/>
    <dgm:cxn modelId="{CF4E2159-67AF-41CC-929F-5042BAA976FB}" srcId="{2E9A3386-9E8D-4207-B994-8A1D349AD004}" destId="{C7340574-CE4F-4E38-8CBB-D145F3260BD9}" srcOrd="4" destOrd="0" parTransId="{93B7F41D-4E48-48FD-83A1-4433EB7D4C16}" sibTransId="{67BDC669-3B8C-4F6E-B1BF-1EBE5FBDE3DC}"/>
    <dgm:cxn modelId="{8A178B59-4FEB-4967-9955-40EA518D451B}" type="presOf" srcId="{E027787A-9B40-44E6-A185-3FA23E9B16D4}" destId="{22E4E52E-6664-427C-9C65-E4EDF93C6A99}" srcOrd="0" destOrd="0" presId="urn:microsoft.com/office/officeart/2005/8/layout/orgChart1"/>
    <dgm:cxn modelId="{2E3C9A79-CAA5-4918-B984-29B28CA486F7}" type="presOf" srcId="{6BF7F573-41C1-47F6-AE4A-FA9FFEAB5B53}" destId="{B9E94D36-CC7B-4A81-BE5F-D500A69F21C1}" srcOrd="0" destOrd="0" presId="urn:microsoft.com/office/officeart/2005/8/layout/orgChart1"/>
    <dgm:cxn modelId="{6F8FA479-8EAC-4F0C-B4E6-C44EADEF5E64}" type="presOf" srcId="{0C71CC73-08CA-4E9D-B0A4-1F7CA47212A2}" destId="{4C9FECA8-99F9-40FB-B6C3-471FFD4C1DE8}" srcOrd="1" destOrd="0" presId="urn:microsoft.com/office/officeart/2005/8/layout/orgChart1"/>
    <dgm:cxn modelId="{6C8FBC5A-F136-4400-AFDB-925F68AE387A}" type="presOf" srcId="{A740B39B-0021-42FB-A4EC-B26AB557C9BF}" destId="{580241D3-592D-4197-8F9E-9BD4909743D5}" srcOrd="0" destOrd="0" presId="urn:microsoft.com/office/officeart/2005/8/layout/orgChart1"/>
    <dgm:cxn modelId="{7E2E197B-C0D9-4943-8B50-95679F67C929}" type="presOf" srcId="{F5B693BD-119A-45E5-93F4-B5C8FE395267}" destId="{022097E0-9437-4DA8-BE2C-5DD176283DE1}" srcOrd="0" destOrd="0" presId="urn:microsoft.com/office/officeart/2005/8/layout/orgChart1"/>
    <dgm:cxn modelId="{D66F2A7B-116D-4FB3-B352-2282032446A7}" type="presOf" srcId="{736305E9-31E5-4F76-BED7-4E8410E3C950}" destId="{FA2F3FCC-E1DA-4A85-9DCA-34D8DE9D329B}" srcOrd="0" destOrd="0" presId="urn:microsoft.com/office/officeart/2005/8/layout/orgChart1"/>
    <dgm:cxn modelId="{A3E4DE7C-1087-4DA6-9AA5-ACE1A2136679}" srcId="{7A6F2AD4-5D2E-47A8-819C-5394365F6D41}" destId="{06D5B97E-78DE-4567-8CB1-4492F5556129}" srcOrd="10" destOrd="0" parTransId="{9E7C19F3-B8BB-4EE9-9C2E-22FE0CF7BDD3}" sibTransId="{83E7AA4F-2F18-4E03-9ACA-E2DB2227D31D}"/>
    <dgm:cxn modelId="{8C6B367D-F4B7-4D5D-BFB6-77AB8BFFC5B0}" type="presOf" srcId="{88D281FC-8712-46D2-92EF-A82A07C4D150}" destId="{F8C2E478-BA06-402C-A365-8F3431CB5A90}" srcOrd="0" destOrd="0" presId="urn:microsoft.com/office/officeart/2005/8/layout/orgChart1"/>
    <dgm:cxn modelId="{FB10607E-FDFE-4DF8-BF09-4D584007E969}" type="presOf" srcId="{69C35622-070F-430D-B43C-4DB66E81EA85}" destId="{8587FE10-62EC-4E8F-9739-789E40556CE7}" srcOrd="0" destOrd="0" presId="urn:microsoft.com/office/officeart/2005/8/layout/orgChart1"/>
    <dgm:cxn modelId="{7EABA07F-AF44-464B-BFB8-046AC0C20A09}" srcId="{E16E622C-56CF-4F23-A080-5BC1DD754A36}" destId="{AB1EF771-794E-44AA-B555-17B13C0E614E}" srcOrd="4" destOrd="0" parTransId="{33743C05-D148-4174-8095-FF0DCC9427E6}" sibTransId="{42C3695A-44C7-46FA-9F48-7E7A810BFB26}"/>
    <dgm:cxn modelId="{46D12C81-1FE8-4EC5-A925-069B7504653D}" type="presOf" srcId="{304D3F78-5730-4C66-BC21-D344E18D2B85}" destId="{8D478EED-5ECE-4BB0-BD07-3C5F6391E992}" srcOrd="0" destOrd="0" presId="urn:microsoft.com/office/officeart/2005/8/layout/orgChart1"/>
    <dgm:cxn modelId="{9B326F83-9AB4-4534-916E-21553CA240CB}" type="presOf" srcId="{FF0FED59-B083-42CF-817E-38C91F510289}" destId="{B7564D3A-5120-4460-A320-0D20283785AB}" srcOrd="0" destOrd="0" presId="urn:microsoft.com/office/officeart/2005/8/layout/orgChart1"/>
    <dgm:cxn modelId="{5293E483-6061-4BDC-8DC2-2F543A794427}" type="presOf" srcId="{F98DCCF3-E7A9-40A8-B9C0-20EEE7DE2642}" destId="{E9AF19D9-E860-4E02-8615-129C6F7875B4}" srcOrd="0" destOrd="0" presId="urn:microsoft.com/office/officeart/2005/8/layout/orgChart1"/>
    <dgm:cxn modelId="{CD6F8C84-2A29-404C-9D66-24A0AFD44CBE}" srcId="{2E9A3386-9E8D-4207-B994-8A1D349AD004}" destId="{102D2A5A-E7FA-4ECF-B05C-F99EAB77002D}" srcOrd="7" destOrd="0" parTransId="{304D3F78-5730-4C66-BC21-D344E18D2B85}" sibTransId="{29C175D9-9FAD-4108-8642-960BD96625E2}"/>
    <dgm:cxn modelId="{336CBD84-A062-479C-934D-592DD0F602C7}" type="presOf" srcId="{C7340574-CE4F-4E38-8CBB-D145F3260BD9}" destId="{A948903F-5157-4E70-9B66-5815B22E1A7D}" srcOrd="0" destOrd="0" presId="urn:microsoft.com/office/officeart/2005/8/layout/orgChart1"/>
    <dgm:cxn modelId="{EE792086-5511-4231-B3A9-81A84F0B4986}" type="presOf" srcId="{A5734465-CE97-41E3-A5BD-8940489D8D8E}" destId="{6D3B3D05-A9AF-44D2-89DA-C3DFC01108BD}" srcOrd="0" destOrd="0" presId="urn:microsoft.com/office/officeart/2005/8/layout/orgChart1"/>
    <dgm:cxn modelId="{F8789386-EE0C-4557-AE6B-5C1B51669CA7}" type="presOf" srcId="{483E695F-B88B-4007-AA2B-B28905E845D0}" destId="{D47A551E-6758-4EAA-AF66-3E10E785281A}" srcOrd="0" destOrd="0" presId="urn:microsoft.com/office/officeart/2005/8/layout/orgChart1"/>
    <dgm:cxn modelId="{7E9F7688-6C29-4A4E-92C5-CA727F023356}" type="presOf" srcId="{FD977FED-82E5-42CE-B063-69BBEE55B83C}" destId="{4F3390AE-4722-4F39-8710-EFB7A7BF78AB}" srcOrd="0" destOrd="0" presId="urn:microsoft.com/office/officeart/2005/8/layout/orgChart1"/>
    <dgm:cxn modelId="{453EB389-501D-4A1A-B8AC-C286EB3F0EAD}" type="presOf" srcId="{31136F8C-6AEF-46C3-B5E8-1EF8D907F239}" destId="{22273839-DAED-4383-A406-49CF3CB8FA98}" srcOrd="0" destOrd="0" presId="urn:microsoft.com/office/officeart/2005/8/layout/orgChart1"/>
    <dgm:cxn modelId="{0CE4108C-9916-421A-BD4B-28E935C8AC55}" type="presOf" srcId="{C7D89FA2-C79D-4A07-ABD3-6251C4E15739}" destId="{2E805143-988F-4F2C-84C7-4D01B94BD755}" srcOrd="0" destOrd="0" presId="urn:microsoft.com/office/officeart/2005/8/layout/orgChart1"/>
    <dgm:cxn modelId="{DCF3558D-5BB7-4EA9-A057-1E4B96EE545C}" type="presOf" srcId="{483E695F-B88B-4007-AA2B-B28905E845D0}" destId="{5C941EF9-2D68-492B-A9B8-BF75CF964F0F}" srcOrd="1" destOrd="0" presId="urn:microsoft.com/office/officeart/2005/8/layout/orgChart1"/>
    <dgm:cxn modelId="{4AC8538E-38E2-489A-B2DF-1927EF94E554}" type="presOf" srcId="{0C9E41F4-F0B0-4208-9E28-ECFD800D4A34}" destId="{3B93DB6F-CCFF-4D27-AED0-32DCDE88C369}" srcOrd="1" destOrd="0" presId="urn:microsoft.com/office/officeart/2005/8/layout/orgChart1"/>
    <dgm:cxn modelId="{DB35AA8E-380B-48A1-9ADA-3EC34CC6AF0A}" type="presOf" srcId="{4DBFC68C-70C0-4069-8E0E-A65C996FC3B2}" destId="{50864B4F-E644-481C-8B2A-B0ECCE6EB5C7}" srcOrd="0" destOrd="0" presId="urn:microsoft.com/office/officeart/2005/8/layout/orgChart1"/>
    <dgm:cxn modelId="{D482EA8E-8FBB-403F-BF8F-03075A73993C}" type="presOf" srcId="{FB0407CF-1DB7-40F4-AAA6-6B74047670F3}" destId="{9A125499-7AC5-4F0A-AF35-A1E0F0E4A643}" srcOrd="0" destOrd="0" presId="urn:microsoft.com/office/officeart/2005/8/layout/orgChart1"/>
    <dgm:cxn modelId="{0322068F-E5FA-40C1-B1E1-20B70834953D}" type="presOf" srcId="{90B4EF03-DF11-413F-93BB-8904F7288FB2}" destId="{28484AD3-CE3A-45FD-8604-5FB38B234876}" srcOrd="0" destOrd="0" presId="urn:microsoft.com/office/officeart/2005/8/layout/orgChart1"/>
    <dgm:cxn modelId="{C6687C8F-F826-4681-B7A8-A2B3A3BCF820}" type="presOf" srcId="{7AFA6BCB-7DB0-4CD7-A8BE-0089D2E86999}" destId="{EE3C2758-1796-4735-9567-1236E3E2548B}" srcOrd="0" destOrd="0" presId="urn:microsoft.com/office/officeart/2005/8/layout/orgChart1"/>
    <dgm:cxn modelId="{DBB5BD92-2AB4-4F23-8947-E82DF839836A}" type="presOf" srcId="{0C71CC73-08CA-4E9D-B0A4-1F7CA47212A2}" destId="{6B303DEE-BB34-46A7-92BA-83E9330CE9B4}" srcOrd="0" destOrd="0" presId="urn:microsoft.com/office/officeart/2005/8/layout/orgChart1"/>
    <dgm:cxn modelId="{6DCDD897-348A-4D71-924E-E1B6C4DE58AB}" type="presOf" srcId="{38C9C738-10D0-4B1D-835F-7F69935EBD72}" destId="{2F09B4F0-32EA-4EC4-A510-9D9EDCEAA378}" srcOrd="1" destOrd="0" presId="urn:microsoft.com/office/officeart/2005/8/layout/orgChart1"/>
    <dgm:cxn modelId="{F517FB97-9215-42E0-8C55-6A7B82268541}" srcId="{38C9C738-10D0-4B1D-835F-7F69935EBD72}" destId="{478139AC-338E-47DB-9DC8-D0F5490B62A6}" srcOrd="2" destOrd="0" parTransId="{FB0407CF-1DB7-40F4-AAA6-6B74047670F3}" sibTransId="{4263CB37-265C-46B6-B762-03D58EA334C0}"/>
    <dgm:cxn modelId="{CD92F099-10E0-451C-B2E3-EBBFCEC756E9}" type="presOf" srcId="{ACAA3540-13C8-45A6-A6FB-64E393F383A8}" destId="{E37D7317-A165-4EDE-A750-C3F2482C6972}" srcOrd="0" destOrd="0" presId="urn:microsoft.com/office/officeart/2005/8/layout/orgChart1"/>
    <dgm:cxn modelId="{B595899C-A39F-49E7-AC63-84D94F99E3EA}" type="presOf" srcId="{628FA665-9F26-462B-9367-FFEAF8F94CBB}" destId="{F25243AE-1D2B-4C67-8B76-94271117BC6A}" srcOrd="0" destOrd="0" presId="urn:microsoft.com/office/officeart/2005/8/layout/orgChart1"/>
    <dgm:cxn modelId="{34A7139D-A540-4076-905B-7515B14E8E55}" type="presOf" srcId="{24378665-707D-410D-BC73-FC5FC4B1367E}" destId="{F526A78E-913C-4B89-AA5C-C48C6A266CE9}" srcOrd="1" destOrd="0" presId="urn:microsoft.com/office/officeart/2005/8/layout/orgChart1"/>
    <dgm:cxn modelId="{4A8D009F-15D6-4711-98A8-A02125B85F08}" type="presOf" srcId="{D2F581CB-C539-45AE-8A38-0ABD34A339A0}" destId="{EE7F3FE1-4956-4B14-A005-1B548896A623}" srcOrd="0" destOrd="0" presId="urn:microsoft.com/office/officeart/2005/8/layout/orgChart1"/>
    <dgm:cxn modelId="{5A756D9F-25A2-46D1-BA45-015B25D1CC7D}" type="presOf" srcId="{48582017-2D0A-4097-BA25-86D0A922C4E3}" destId="{01FC5F03-708B-41A5-BCE1-026E19A0906D}" srcOrd="0" destOrd="0" presId="urn:microsoft.com/office/officeart/2005/8/layout/orgChart1"/>
    <dgm:cxn modelId="{1103AF9F-9C5C-4F2B-8312-F55CCD39CE2B}" type="presOf" srcId="{FF0FED59-B083-42CF-817E-38C91F510289}" destId="{73C9401A-4E75-46CC-A124-F0292FF69277}" srcOrd="1" destOrd="0" presId="urn:microsoft.com/office/officeart/2005/8/layout/orgChart1"/>
    <dgm:cxn modelId="{5B79EA9F-B69D-4C1B-AACE-ADF0BD723FE3}" srcId="{7A6F2AD4-5D2E-47A8-819C-5394365F6D41}" destId="{0DD7520D-F554-4356-9FB7-977D942AC18A}" srcOrd="0" destOrd="0" parTransId="{37869896-9509-4AAA-A581-718860E8BD22}" sibTransId="{F26C4A95-7E44-41D8-84E1-8D02F16D87B6}"/>
    <dgm:cxn modelId="{5E4F24A2-D46B-45DB-AE71-B995777B6EA3}" type="presOf" srcId="{246FE3C7-00D1-4EA6-8993-F5EEFD0590F2}" destId="{30B94926-E3A7-40F3-B0E6-B3D8871B9FA2}" srcOrd="1" destOrd="0" presId="urn:microsoft.com/office/officeart/2005/8/layout/orgChart1"/>
    <dgm:cxn modelId="{07EEC0A2-A1D8-4E6C-944F-452B74326FD7}" type="presOf" srcId="{A13CA3B4-FC48-4DAC-8B0A-DC638058C645}" destId="{593EEEB3-E2C6-433B-BA57-6807802AD3C3}" srcOrd="0" destOrd="0" presId="urn:microsoft.com/office/officeart/2005/8/layout/orgChart1"/>
    <dgm:cxn modelId="{8481D2A3-765B-47FD-98A7-BDDC35432423}" srcId="{E16E622C-56CF-4F23-A080-5BC1DD754A36}" destId="{628FA665-9F26-462B-9367-FFEAF8F94CBB}" srcOrd="1" destOrd="0" parTransId="{78F0DE28-5E58-4C7F-B095-F129FB41AB54}" sibTransId="{7183AAFE-52B8-4A54-A06C-0325B814F0D7}"/>
    <dgm:cxn modelId="{076059A4-BD0B-4F15-9ADF-CFABC2A94609}" type="presOf" srcId="{3580AC03-2F32-43BC-BAD8-E915F6523C84}" destId="{E0FEECDA-E227-4857-8AF7-F289E3B6C35E}" srcOrd="0" destOrd="0" presId="urn:microsoft.com/office/officeart/2005/8/layout/orgChart1"/>
    <dgm:cxn modelId="{A7DF79A4-ADEB-4543-9D92-EF54BFA37A8F}" type="presOf" srcId="{FB729427-4F42-4E0D-9AC4-074D1A56124C}" destId="{9FC1E465-0238-47FD-B8C9-8584EA44DD56}" srcOrd="0" destOrd="0" presId="urn:microsoft.com/office/officeart/2005/8/layout/orgChart1"/>
    <dgm:cxn modelId="{911879A5-6F66-46C4-89B1-F1EB9A5153C5}" type="presOf" srcId="{71A0C83D-33B4-4D0A-B59A-EE12301A64B0}" destId="{6A0865F3-D9F2-42C4-A966-FA5AFFE28ABF}" srcOrd="1" destOrd="0" presId="urn:microsoft.com/office/officeart/2005/8/layout/orgChart1"/>
    <dgm:cxn modelId="{F2D4C9A7-91B5-42E0-A919-D2F1F3E1B8FC}" type="presOf" srcId="{478139AC-338E-47DB-9DC8-D0F5490B62A6}" destId="{0AE2027E-13C2-4F90-897E-A3D3D17250C1}" srcOrd="1" destOrd="0" presId="urn:microsoft.com/office/officeart/2005/8/layout/orgChart1"/>
    <dgm:cxn modelId="{88D1EFA8-C074-4A12-8CAA-478D4C03A112}" type="presOf" srcId="{959161B1-DD5C-426F-8FD9-3E3E0084D15F}" destId="{98A9388B-D230-4D95-9502-99D12581C785}" srcOrd="1" destOrd="0" presId="urn:microsoft.com/office/officeart/2005/8/layout/orgChart1"/>
    <dgm:cxn modelId="{3E306DAA-ED8A-4DDD-B02E-772997472922}" type="presOf" srcId="{0DD7520D-F554-4356-9FB7-977D942AC18A}" destId="{AAAEF301-FC86-4685-AA23-6E4EB90247A8}" srcOrd="0" destOrd="0" presId="urn:microsoft.com/office/officeart/2005/8/layout/orgChart1"/>
    <dgm:cxn modelId="{C05412AB-4C2E-494C-B0EA-724DBE23C3A5}" type="presOf" srcId="{FB729427-4F42-4E0D-9AC4-074D1A56124C}" destId="{9B70D1FA-9ED3-4E36-ABC2-483B5884C4A3}" srcOrd="1" destOrd="0" presId="urn:microsoft.com/office/officeart/2005/8/layout/orgChart1"/>
    <dgm:cxn modelId="{6925A0AB-9D9E-4A1C-AA07-E5B3B0A097B7}" type="presOf" srcId="{71A0C83D-33B4-4D0A-B59A-EE12301A64B0}" destId="{AC18736C-AD4E-4996-9CC0-C230FCC00C81}" srcOrd="0" destOrd="0" presId="urn:microsoft.com/office/officeart/2005/8/layout/orgChart1"/>
    <dgm:cxn modelId="{5DFB02AC-B167-4C9C-8D96-61D4C48B0925}" type="presOf" srcId="{B0EB2F15-AC0B-4C58-80AC-7888D9A2A11E}" destId="{20CE5D94-5984-495A-860F-44A5F439B145}" srcOrd="0" destOrd="0" presId="urn:microsoft.com/office/officeart/2005/8/layout/orgChart1"/>
    <dgm:cxn modelId="{167F4CB2-76C2-4FD2-BEB2-9049205C7CB0}" type="presOf" srcId="{102D2A5A-E7FA-4ECF-B05C-F99EAB77002D}" destId="{B805631F-963E-42EA-883A-61FE864742BC}" srcOrd="1" destOrd="0" presId="urn:microsoft.com/office/officeart/2005/8/layout/orgChart1"/>
    <dgm:cxn modelId="{0F11D9B7-32B8-4041-86BA-2A3641075E57}" srcId="{7A6F2AD4-5D2E-47A8-819C-5394365F6D41}" destId="{00E5F5CE-89EA-4040-9530-A258EED1B3A7}" srcOrd="4" destOrd="0" parTransId="{31136F8C-6AEF-46C3-B5E8-1EF8D907F239}" sibTransId="{716EEBFD-35E1-4391-BDF5-E755860BB97A}"/>
    <dgm:cxn modelId="{9B8738BA-8265-47F1-8FB9-B36E36818D1A}" srcId="{38C9C738-10D0-4B1D-835F-7F69935EBD72}" destId="{E027787A-9B40-44E6-A185-3FA23E9B16D4}" srcOrd="3" destOrd="0" parTransId="{CD1477CF-D493-4F38-9109-91F55D5E113A}" sibTransId="{0BE0FCB3-6BD2-4026-8568-661A7675FB5C}"/>
    <dgm:cxn modelId="{BB854CBA-0D53-4814-9B7D-8401216BFC65}" type="presOf" srcId="{16B2F7A6-8912-49AD-B8A6-002EFDDAB7FD}" destId="{F4AE7401-A1EE-4233-B0A0-B1950F30C8CC}" srcOrd="0" destOrd="0" presId="urn:microsoft.com/office/officeart/2005/8/layout/orgChart1"/>
    <dgm:cxn modelId="{C6049ABB-4391-45F1-8B07-785F902D7CA8}" srcId="{00E5F5CE-89EA-4040-9530-A258EED1B3A7}" destId="{7D04AC19-1F67-4BB5-B536-A32BB8BC3D2A}" srcOrd="0" destOrd="0" parTransId="{16474CCD-8CC0-4DB7-BEF5-4CDC5365C970}" sibTransId="{A67BBB4D-F7D4-4770-8C59-F701C439C500}"/>
    <dgm:cxn modelId="{43A33ABD-35E4-4DCB-B851-ADDDFC4CD56F}" type="presOf" srcId="{959161B1-DD5C-426F-8FD9-3E3E0084D15F}" destId="{BE9D8400-F6A3-4F77-912B-DB3572C40738}" srcOrd="0" destOrd="0" presId="urn:microsoft.com/office/officeart/2005/8/layout/orgChart1"/>
    <dgm:cxn modelId="{470CB4BD-84CC-4A11-B153-5AC2334EC596}" type="presOf" srcId="{C7F7F772-A61C-44F5-B6C3-039863E114DF}" destId="{11D25319-5FFA-4D8A-BFD9-092FE4BA8EDB}" srcOrd="0" destOrd="0" presId="urn:microsoft.com/office/officeart/2005/8/layout/orgChart1"/>
    <dgm:cxn modelId="{3CFA10BE-57FB-4FC8-A012-ECEC4EAD5915}" type="presOf" srcId="{4AD19218-435E-4B10-812F-106113DB8663}" destId="{A4D02019-3EAE-4F0A-B30D-2901E837D246}" srcOrd="0" destOrd="0" presId="urn:microsoft.com/office/officeart/2005/8/layout/orgChart1"/>
    <dgm:cxn modelId="{0169A2BE-A644-46D5-AB77-00043CE3535E}" type="presOf" srcId="{3C781D7E-DAA7-42B3-ACE1-DF6CE6F4F22F}" destId="{9DB70725-0C65-4C56-882C-A0EB7D60D864}" srcOrd="1" destOrd="0" presId="urn:microsoft.com/office/officeart/2005/8/layout/orgChart1"/>
    <dgm:cxn modelId="{130DE4C1-E136-4A44-A381-A3E147B8D718}" type="presOf" srcId="{AB1EF771-794E-44AA-B555-17B13C0E614E}" destId="{AFE9E7FE-9FFA-49ED-A695-65E9CF5C3B89}" srcOrd="0" destOrd="0" presId="urn:microsoft.com/office/officeart/2005/8/layout/orgChart1"/>
    <dgm:cxn modelId="{F4B5B2C2-286C-4882-B83D-BDE6F1DBE347}" srcId="{E16E622C-56CF-4F23-A080-5BC1DD754A36}" destId="{B60A904E-422F-49F2-AB39-E1278E3A69D4}" srcOrd="8" destOrd="0" parTransId="{6BF7F573-41C1-47F6-AE4A-FA9FFEAB5B53}" sibTransId="{4942B779-9D31-4000-A4E6-5EC3D9206628}"/>
    <dgm:cxn modelId="{9C37B0C3-0056-4406-A733-534F5CA610AD}" srcId="{06D5B97E-78DE-4567-8CB1-4492F5556129}" destId="{EB6FA8C3-1798-4B0F-B12F-CFCB27AF436C}" srcOrd="2" destOrd="0" parTransId="{6FFB1A3D-ABA8-4596-89CC-6E1F9E351D63}" sibTransId="{2703B18F-264A-4876-9DA5-C8228986E127}"/>
    <dgm:cxn modelId="{455B34C6-C702-4466-8CEB-8EAB9F05E7F2}" type="presOf" srcId="{33743C05-D148-4174-8095-FF0DCC9427E6}" destId="{757C84DD-207B-4026-A0B7-3767E13935B4}" srcOrd="0" destOrd="0" presId="urn:microsoft.com/office/officeart/2005/8/layout/orgChart1"/>
    <dgm:cxn modelId="{9220A8CA-9025-4C78-8334-AE324D55C2F2}" type="presOf" srcId="{C312A77C-A6BF-4FAB-B1EE-99EBDB439182}" destId="{833379D8-365A-4F50-AA02-6826BAA96EEE}" srcOrd="0" destOrd="0" presId="urn:microsoft.com/office/officeart/2005/8/layout/orgChart1"/>
    <dgm:cxn modelId="{365E76CC-13A1-4E4A-8D7E-167501BDAD53}" srcId="{2E9A3386-9E8D-4207-B994-8A1D349AD004}" destId="{1AD0E0BC-1227-4EF4-8BF6-9CC0AAEBE4D6}" srcOrd="6" destOrd="0" parTransId="{CC7DE27C-B116-48E7-84A3-10C76D3E3C4C}" sibTransId="{DC2762AA-4B63-4462-A94E-016ABF6C3480}"/>
    <dgm:cxn modelId="{337B1CCD-0031-4754-AF82-783AFA4BCA7C}" type="presOf" srcId="{AF19A9A4-3335-4E21-BD66-C3E2F6457F51}" destId="{EB796D26-A88C-4B4A-ABF9-5D199F43CE96}" srcOrd="0" destOrd="0" presId="urn:microsoft.com/office/officeart/2005/8/layout/orgChart1"/>
    <dgm:cxn modelId="{BCCF3ECD-E21B-4BAF-BFC5-AB82998670ED}" type="presOf" srcId="{3580AC03-2F32-43BC-BAD8-E915F6523C84}" destId="{970845E5-5AA1-470C-A618-C0FA716E003B}" srcOrd="1" destOrd="0" presId="urn:microsoft.com/office/officeart/2005/8/layout/orgChart1"/>
    <dgm:cxn modelId="{69EF80CF-4FC0-4AA8-B690-7B75E7DEFBA5}" type="presOf" srcId="{F0452654-D846-494D-8FC5-D1C846A55044}" destId="{25B610E0-E3A9-4637-AA51-0E619B5F91AE}" srcOrd="0" destOrd="0" presId="urn:microsoft.com/office/officeart/2005/8/layout/orgChart1"/>
    <dgm:cxn modelId="{E4489FCF-513F-4353-A6A1-1E84572265A4}" type="presOf" srcId="{7D04AC19-1F67-4BB5-B536-A32BB8BC3D2A}" destId="{F73B7258-AF40-4CFA-8368-B4A8DFF8DFC5}" srcOrd="0" destOrd="0" presId="urn:microsoft.com/office/officeart/2005/8/layout/orgChart1"/>
    <dgm:cxn modelId="{6FA903D1-AB36-41D5-8CB3-6AE6956951F4}" type="presOf" srcId="{3DC1C701-FE8B-447A-AF23-D3B5D205B88C}" destId="{C10DD96E-C472-4FBE-934C-43A6985E7323}" srcOrd="0" destOrd="0" presId="urn:microsoft.com/office/officeart/2005/8/layout/orgChart1"/>
    <dgm:cxn modelId="{F663E4D1-BEC7-4412-BFB6-3C2529EAB3DB}" type="presOf" srcId="{7809535A-371B-4AC6-A3FA-0620EE198825}" destId="{89B34B0C-FDBC-453D-BA06-619E30230558}" srcOrd="1" destOrd="0" presId="urn:microsoft.com/office/officeart/2005/8/layout/orgChart1"/>
    <dgm:cxn modelId="{9EB495D2-4ABD-482B-9CFD-832F01E041D9}" type="presOf" srcId="{EB6FA8C3-1798-4B0F-B12F-CFCB27AF436C}" destId="{943C90E0-46D8-4DBF-A9BD-C4C18E949A81}" srcOrd="0" destOrd="0" presId="urn:microsoft.com/office/officeart/2005/8/layout/orgChart1"/>
    <dgm:cxn modelId="{C642E8D5-E44F-464C-81FD-ABAD6ADA0271}" type="presOf" srcId="{BC5A4D38-1BC4-4969-8F40-E9000D1C47BC}" destId="{7553505D-627D-4FEE-821A-F8817A14E031}" srcOrd="0" destOrd="0" presId="urn:microsoft.com/office/officeart/2005/8/layout/orgChart1"/>
    <dgm:cxn modelId="{83C332D7-1AC7-47C7-9C94-4DA07AC04835}" type="presOf" srcId="{60296DAA-1C8F-47C2-953C-7134E71488CB}" destId="{1E9A6824-6CAF-4A34-8128-2B8FB8922072}" srcOrd="0" destOrd="0" presId="urn:microsoft.com/office/officeart/2005/8/layout/orgChart1"/>
    <dgm:cxn modelId="{B415A8D7-77D1-4400-9DBC-8979F2313458}" srcId="{E16E622C-56CF-4F23-A080-5BC1DD754A36}" destId="{71A0C83D-33B4-4D0A-B59A-EE12301A64B0}" srcOrd="0" destOrd="0" parTransId="{4AD19218-435E-4B10-812F-106113DB8663}" sibTransId="{A0318F1C-3FCA-4F91-B7B7-03D17780871C}"/>
    <dgm:cxn modelId="{EA016DDD-2728-4C2A-9120-627F86AC6CC0}" srcId="{7A6F2AD4-5D2E-47A8-819C-5394365F6D41}" destId="{3580AC03-2F32-43BC-BAD8-E915F6523C84}" srcOrd="2" destOrd="0" parTransId="{7601A35E-E155-486E-B1CD-82772156085C}" sibTransId="{86B36E2B-D38C-4EFC-A019-AE001F9292F4}"/>
    <dgm:cxn modelId="{7754BADD-7D44-4DCF-8FFD-345978BA205F}" srcId="{7A6F2AD4-5D2E-47A8-819C-5394365F6D41}" destId="{7809535A-371B-4AC6-A3FA-0620EE198825}" srcOrd="6" destOrd="0" parTransId="{21BD6196-82A5-41F5-92DF-707A24B04B15}" sibTransId="{46D6064E-BBDE-421E-B46F-42B96C6B6C98}"/>
    <dgm:cxn modelId="{5F02E3DE-5105-4138-B303-613FEEA25C67}" type="presOf" srcId="{9BB8D607-19B6-4CB3-8C8D-B109301A280B}" destId="{92A72DEA-116F-4166-A38B-4DBDB3DEDF92}" srcOrd="0" destOrd="0" presId="urn:microsoft.com/office/officeart/2005/8/layout/orgChart1"/>
    <dgm:cxn modelId="{461F5EDF-F3E4-469A-A57C-1FA8F0FD3106}" type="presOf" srcId="{13389ED0-03E7-4D86-AB42-8028DD13AD7A}" destId="{07E7B47D-BFD5-4430-80C7-526BB97C304C}" srcOrd="0" destOrd="0" presId="urn:microsoft.com/office/officeart/2005/8/layout/orgChart1"/>
    <dgm:cxn modelId="{41AC6EDF-2458-4767-9C68-22076FA88837}" type="presOf" srcId="{EB6FA8C3-1798-4B0F-B12F-CFCB27AF436C}" destId="{53DCF7D0-D782-4415-ADEE-6563DC02F58A}" srcOrd="1" destOrd="0" presId="urn:microsoft.com/office/officeart/2005/8/layout/orgChart1"/>
    <dgm:cxn modelId="{5AEDBDE0-856A-4D2A-8166-CD6F8F12BB88}" type="presOf" srcId="{F57E12C4-9E16-46E5-B5B2-CEE2D5EBD09D}" destId="{421B25BA-3C47-438E-8E08-B1AB7828EA66}" srcOrd="0" destOrd="0" presId="urn:microsoft.com/office/officeart/2005/8/layout/orgChart1"/>
    <dgm:cxn modelId="{547782E3-FCB4-4FED-BF70-4DCDD1DEDA68}" type="presOf" srcId="{0C9E41F4-F0B0-4208-9E28-ECFD800D4A34}" destId="{84B43FE1-0358-4DEB-96AE-AFA203FC80B0}" srcOrd="0" destOrd="0" presId="urn:microsoft.com/office/officeart/2005/8/layout/orgChart1"/>
    <dgm:cxn modelId="{D59787E4-2195-4335-A9F8-3B554613460D}" type="presOf" srcId="{4DBFC68C-70C0-4069-8E0E-A65C996FC3B2}" destId="{FFD22959-7496-45A1-BFE9-1A20483ADECF}" srcOrd="1" destOrd="0" presId="urn:microsoft.com/office/officeart/2005/8/layout/orgChart1"/>
    <dgm:cxn modelId="{0C465FE6-8C2B-46D6-A9BA-43C1E430AAF8}" type="presOf" srcId="{21BD6196-82A5-41F5-92DF-707A24B04B15}" destId="{CB6AF9CC-E0DD-48ED-A3A0-879D315CB6BE}" srcOrd="0" destOrd="0" presId="urn:microsoft.com/office/officeart/2005/8/layout/orgChart1"/>
    <dgm:cxn modelId="{6AB992E7-14C8-4F6B-B966-203EEE7C19A1}" type="presOf" srcId="{1AD0E0BC-1227-4EF4-8BF6-9CC0AAEBE4D6}" destId="{27224654-3C1D-4CCE-A4F5-0A4147255823}" srcOrd="1" destOrd="0" presId="urn:microsoft.com/office/officeart/2005/8/layout/orgChart1"/>
    <dgm:cxn modelId="{869AADE7-33BC-439C-8B8E-D50820DE70AD}" type="presOf" srcId="{CC7DE27C-B116-48E7-84A3-10C76D3E3C4C}" destId="{BC6F6793-7B81-4F7D-958F-534028491C21}" srcOrd="0" destOrd="0" presId="urn:microsoft.com/office/officeart/2005/8/layout/orgChart1"/>
    <dgm:cxn modelId="{733214E9-E12E-42FD-B3AC-2A4493503A70}" type="presOf" srcId="{38C9C738-10D0-4B1D-835F-7F69935EBD72}" destId="{C6BE2EAC-7F7C-41A6-A549-50188A798350}" srcOrd="0" destOrd="0" presId="urn:microsoft.com/office/officeart/2005/8/layout/orgChart1"/>
    <dgm:cxn modelId="{2A7607EB-90FE-4930-8E5F-4FC1CCF92AA3}" type="presOf" srcId="{478139AC-338E-47DB-9DC8-D0F5490B62A6}" destId="{596824FE-DB96-4D61-84D0-CD5E86F583B6}" srcOrd="0" destOrd="0" presId="urn:microsoft.com/office/officeart/2005/8/layout/orgChart1"/>
    <dgm:cxn modelId="{61898DEB-F728-461A-A557-649C54E5E355}" type="presOf" srcId="{2E9A3386-9E8D-4207-B994-8A1D349AD004}" destId="{40FBE706-DA34-4D08-BBF5-792F69C08DA7}" srcOrd="1" destOrd="0" presId="urn:microsoft.com/office/officeart/2005/8/layout/orgChart1"/>
    <dgm:cxn modelId="{1E1D5DEC-15EB-4554-A39F-C04C6833E9DF}" type="presOf" srcId="{5909B667-EDF3-4156-9064-6DBB299BDF05}" destId="{3E0890E9-8301-4EA9-8389-75F60A521E6E}" srcOrd="0" destOrd="0" presId="urn:microsoft.com/office/officeart/2005/8/layout/orgChart1"/>
    <dgm:cxn modelId="{814FC7ED-BC95-4404-99CA-BB289A3D6F3B}" type="presOf" srcId="{CA78BA26-C76F-4D1C-8381-09FFFEA39C21}" destId="{A78B89C2-3C0C-4AD6-98A8-EAAE3FC32872}" srcOrd="0" destOrd="0" presId="urn:microsoft.com/office/officeart/2005/8/layout/orgChart1"/>
    <dgm:cxn modelId="{7E82EEED-25D4-4384-8024-43F8686364C7}" srcId="{00E5F5CE-89EA-4040-9530-A258EED1B3A7}" destId="{B0EB2F15-AC0B-4C58-80AC-7888D9A2A11E}" srcOrd="4" destOrd="0" parTransId="{5F44CFC6-EE99-4D42-985D-454D078AF241}" sibTransId="{3227F035-B013-4676-AE7F-04B8EEBC41D3}"/>
    <dgm:cxn modelId="{AB88ACEE-CC51-4F53-803B-A6053E9B2796}" type="presOf" srcId="{CD1477CF-D493-4F38-9109-91F55D5E113A}" destId="{099FBC4D-8A4F-4FFA-BF2E-6484575414AD}" srcOrd="0" destOrd="0" presId="urn:microsoft.com/office/officeart/2005/8/layout/orgChart1"/>
    <dgm:cxn modelId="{EAD403F3-B14E-4539-953A-41D238D723E5}" srcId="{7A6F2AD4-5D2E-47A8-819C-5394365F6D41}" destId="{FF0FED59-B083-42CF-817E-38C91F510289}" srcOrd="9" destOrd="0" parTransId="{6580995C-F998-4021-8AE7-842DD3292BC4}" sibTransId="{8A0978C8-3045-4B17-8A98-5FDEC554DC12}"/>
    <dgm:cxn modelId="{543262F5-B084-40FF-953C-C4942A367816}" type="presOf" srcId="{628FA665-9F26-462B-9367-FFEAF8F94CBB}" destId="{D2A49935-E688-4F18-BA3C-5F4EC7E20478}" srcOrd="1" destOrd="0" presId="urn:microsoft.com/office/officeart/2005/8/layout/orgChart1"/>
    <dgm:cxn modelId="{62F4AEF5-D3CF-4699-BF25-0747F1A10E1E}" srcId="{00E5F5CE-89EA-4040-9530-A258EED1B3A7}" destId="{60296DAA-1C8F-47C2-953C-7134E71488CB}" srcOrd="2" destOrd="0" parTransId="{2D903230-26AD-4701-B074-A7985AAC7E02}" sibTransId="{AFC6CDF3-4E50-4782-B780-5CB1078251DC}"/>
    <dgm:cxn modelId="{F42148F7-B062-4850-BF66-E178D0FA5C64}" srcId="{2E9A3386-9E8D-4207-B994-8A1D349AD004}" destId="{3C781D7E-DAA7-42B3-ACE1-DF6CE6F4F22F}" srcOrd="0" destOrd="0" parTransId="{F5B693BD-119A-45E5-93F4-B5C8FE395267}" sibTransId="{321DE72C-922D-414B-85A3-080F00360EA2}"/>
    <dgm:cxn modelId="{2F16C7F7-45BC-4009-BB1B-243C15AED1E8}" type="presOf" srcId="{24378665-707D-410D-BC73-FC5FC4B1367E}" destId="{0574C320-C8A9-4D79-B17F-852ADC7BEA3D}" srcOrd="0" destOrd="0" presId="urn:microsoft.com/office/officeart/2005/8/layout/orgChart1"/>
    <dgm:cxn modelId="{3AB4C7F7-76F5-44A1-9B83-4A710D567389}" type="presOf" srcId="{7A6F2AD4-5D2E-47A8-819C-5394365F6D41}" destId="{68D7B1C5-785F-4DC3-8404-01A8072F33F0}" srcOrd="1" destOrd="0" presId="urn:microsoft.com/office/officeart/2005/8/layout/orgChart1"/>
    <dgm:cxn modelId="{371B36FC-0717-456A-BCF5-B74173BEBCBF}" type="presOf" srcId="{CA78BA26-C76F-4D1C-8381-09FFFEA39C21}" destId="{25597B5D-037E-4BDD-B0CA-E2175B8D5F6D}" srcOrd="1" destOrd="0" presId="urn:microsoft.com/office/officeart/2005/8/layout/orgChart1"/>
    <dgm:cxn modelId="{66027ABA-8E3E-4ADD-9D4A-F98CABD7AA0E}" type="presParOf" srcId="{373A2269-E046-4087-9C8A-4A117E896E9C}" destId="{6E488608-9135-4F6A-9DDD-171498662AFD}" srcOrd="0" destOrd="0" presId="urn:microsoft.com/office/officeart/2005/8/layout/orgChart1"/>
    <dgm:cxn modelId="{8AE16F87-D069-48CA-B807-6C507FF57719}" type="presParOf" srcId="{6E488608-9135-4F6A-9DDD-171498662AFD}" destId="{B8173163-CD8D-45B4-B0B2-A012257B354A}" srcOrd="0" destOrd="0" presId="urn:microsoft.com/office/officeart/2005/8/layout/orgChart1"/>
    <dgm:cxn modelId="{2AFE2775-20FF-427A-B8E3-0A777A3409C3}" type="presParOf" srcId="{B8173163-CD8D-45B4-B0B2-A012257B354A}" destId="{F5DE84C9-D8E5-4187-A7AC-72BFBCACC8F3}" srcOrd="0" destOrd="0" presId="urn:microsoft.com/office/officeart/2005/8/layout/orgChart1"/>
    <dgm:cxn modelId="{0E41E273-E4F4-47A4-A8C6-0239AAE02618}" type="presParOf" srcId="{B8173163-CD8D-45B4-B0B2-A012257B354A}" destId="{68D7B1C5-785F-4DC3-8404-01A8072F33F0}" srcOrd="1" destOrd="0" presId="urn:microsoft.com/office/officeart/2005/8/layout/orgChart1"/>
    <dgm:cxn modelId="{A7EE600B-7847-4B86-B728-6739C85ECDD0}" type="presParOf" srcId="{6E488608-9135-4F6A-9DDD-171498662AFD}" destId="{4FA6D658-DE86-4C46-8412-A6FDD68EF12D}" srcOrd="1" destOrd="0" presId="urn:microsoft.com/office/officeart/2005/8/layout/orgChart1"/>
    <dgm:cxn modelId="{418D3EF9-CDBE-4E83-A0CA-B6B8F514EA57}" type="presParOf" srcId="{4FA6D658-DE86-4C46-8412-A6FDD68EF12D}" destId="{11D25319-5FFA-4D8A-BFD9-092FE4BA8EDB}" srcOrd="0" destOrd="0" presId="urn:microsoft.com/office/officeart/2005/8/layout/orgChart1"/>
    <dgm:cxn modelId="{6C6F92DD-09AF-4852-B9FB-A5037B9F9613}" type="presParOf" srcId="{4FA6D658-DE86-4C46-8412-A6FDD68EF12D}" destId="{B6DCA4ED-EE4F-4E80-8990-01F2EF9859C3}" srcOrd="1" destOrd="0" presId="urn:microsoft.com/office/officeart/2005/8/layout/orgChart1"/>
    <dgm:cxn modelId="{B1D84174-89F3-4ED1-907E-51EB8999837E}" type="presParOf" srcId="{B6DCA4ED-EE4F-4E80-8990-01F2EF9859C3}" destId="{08BA0026-0C7A-4CC7-A44A-11B9AA2E296E}" srcOrd="0" destOrd="0" presId="urn:microsoft.com/office/officeart/2005/8/layout/orgChart1"/>
    <dgm:cxn modelId="{AA3CEA33-6DC1-4AAD-804F-226FCE3DB24B}" type="presParOf" srcId="{08BA0026-0C7A-4CC7-A44A-11B9AA2E296E}" destId="{DEC60842-F388-4FBB-835A-2BC630B23CC7}" srcOrd="0" destOrd="0" presId="urn:microsoft.com/office/officeart/2005/8/layout/orgChart1"/>
    <dgm:cxn modelId="{D9E61740-6610-49FA-8209-78484F70CCA3}" type="presParOf" srcId="{08BA0026-0C7A-4CC7-A44A-11B9AA2E296E}" destId="{CA80CB50-3F7E-4E54-92E4-6151BAA38964}" srcOrd="1" destOrd="0" presId="urn:microsoft.com/office/officeart/2005/8/layout/orgChart1"/>
    <dgm:cxn modelId="{A7FD6420-FB91-4C32-8576-434DE4D69981}" type="presParOf" srcId="{B6DCA4ED-EE4F-4E80-8990-01F2EF9859C3}" destId="{AB9E9B49-5E80-48F5-AE2A-A4F03992AB5D}" srcOrd="1" destOrd="0" presId="urn:microsoft.com/office/officeart/2005/8/layout/orgChart1"/>
    <dgm:cxn modelId="{64B2C827-D7A3-4EA6-8A7F-4558BC998D32}" type="presParOf" srcId="{AB9E9B49-5E80-48F5-AE2A-A4F03992AB5D}" destId="{A4D02019-3EAE-4F0A-B30D-2901E837D246}" srcOrd="0" destOrd="0" presId="urn:microsoft.com/office/officeart/2005/8/layout/orgChart1"/>
    <dgm:cxn modelId="{E7333F8C-7858-4DBB-97B2-CA6551855883}" type="presParOf" srcId="{AB9E9B49-5E80-48F5-AE2A-A4F03992AB5D}" destId="{63BE2A10-8127-42B8-8081-1EF7279E23D8}" srcOrd="1" destOrd="0" presId="urn:microsoft.com/office/officeart/2005/8/layout/orgChart1"/>
    <dgm:cxn modelId="{9167DDA8-89CF-4C24-B44A-6097BE1242FF}" type="presParOf" srcId="{63BE2A10-8127-42B8-8081-1EF7279E23D8}" destId="{483C20D5-0517-48D7-85E4-57AFB2768D7E}" srcOrd="0" destOrd="0" presId="urn:microsoft.com/office/officeart/2005/8/layout/orgChart1"/>
    <dgm:cxn modelId="{E3169CBF-4157-4E1E-9929-F93734B1A254}" type="presParOf" srcId="{483C20D5-0517-48D7-85E4-57AFB2768D7E}" destId="{AC18736C-AD4E-4996-9CC0-C230FCC00C81}" srcOrd="0" destOrd="0" presId="urn:microsoft.com/office/officeart/2005/8/layout/orgChart1"/>
    <dgm:cxn modelId="{01AB1966-890C-4A48-9604-113059C8187A}" type="presParOf" srcId="{483C20D5-0517-48D7-85E4-57AFB2768D7E}" destId="{6A0865F3-D9F2-42C4-A966-FA5AFFE28ABF}" srcOrd="1" destOrd="0" presId="urn:microsoft.com/office/officeart/2005/8/layout/orgChart1"/>
    <dgm:cxn modelId="{F9577B2C-45F9-42F4-97B1-0E451EE63D70}" type="presParOf" srcId="{63BE2A10-8127-42B8-8081-1EF7279E23D8}" destId="{D278A0B7-E965-4F7A-B455-9F605B9BD7B4}" srcOrd="1" destOrd="0" presId="urn:microsoft.com/office/officeart/2005/8/layout/orgChart1"/>
    <dgm:cxn modelId="{8DBBDD30-DB4A-4D4C-BF50-2AFEE84CF10D}" type="presParOf" srcId="{63BE2A10-8127-42B8-8081-1EF7279E23D8}" destId="{C818F027-E8E1-46ED-8173-BFBFFA8F9B58}" srcOrd="2" destOrd="0" presId="urn:microsoft.com/office/officeart/2005/8/layout/orgChart1"/>
    <dgm:cxn modelId="{2E79C118-1263-49F8-9B9F-01DCA1CFAB72}" type="presParOf" srcId="{AB9E9B49-5E80-48F5-AE2A-A4F03992AB5D}" destId="{C6EA9314-ED55-45B8-A1ED-2ABFB69B3BA2}" srcOrd="2" destOrd="0" presId="urn:microsoft.com/office/officeart/2005/8/layout/orgChart1"/>
    <dgm:cxn modelId="{7FB88426-E3BC-433A-9FAF-DFEB11082DB5}" type="presParOf" srcId="{AB9E9B49-5E80-48F5-AE2A-A4F03992AB5D}" destId="{B61335F0-A69F-48BF-ADED-672AF41B2A45}" srcOrd="3" destOrd="0" presId="urn:microsoft.com/office/officeart/2005/8/layout/orgChart1"/>
    <dgm:cxn modelId="{D2F7EBBE-B0A2-460C-B8DA-E63F54C83518}" type="presParOf" srcId="{B61335F0-A69F-48BF-ADED-672AF41B2A45}" destId="{618011C0-AD09-4771-BC21-33D5A8E4C813}" srcOrd="0" destOrd="0" presId="urn:microsoft.com/office/officeart/2005/8/layout/orgChart1"/>
    <dgm:cxn modelId="{CB11A17D-D389-4191-8806-524FD8AFD023}" type="presParOf" srcId="{618011C0-AD09-4771-BC21-33D5A8E4C813}" destId="{F25243AE-1D2B-4C67-8B76-94271117BC6A}" srcOrd="0" destOrd="0" presId="urn:microsoft.com/office/officeart/2005/8/layout/orgChart1"/>
    <dgm:cxn modelId="{62415ED0-C660-45F0-BA03-2F96FC9CC476}" type="presParOf" srcId="{618011C0-AD09-4771-BC21-33D5A8E4C813}" destId="{D2A49935-E688-4F18-BA3C-5F4EC7E20478}" srcOrd="1" destOrd="0" presId="urn:microsoft.com/office/officeart/2005/8/layout/orgChart1"/>
    <dgm:cxn modelId="{DD49EE21-05F0-4C22-B3A1-D5F0AD2AB69F}" type="presParOf" srcId="{B61335F0-A69F-48BF-ADED-672AF41B2A45}" destId="{893F23BC-DCA4-4AD4-87CE-64AA4B06B9E2}" srcOrd="1" destOrd="0" presId="urn:microsoft.com/office/officeart/2005/8/layout/orgChart1"/>
    <dgm:cxn modelId="{DCB94E7E-8F71-4E18-9EEE-8426312EC259}" type="presParOf" srcId="{B61335F0-A69F-48BF-ADED-672AF41B2A45}" destId="{89F6F04A-230A-45B5-946F-9C406AAF3F8D}" srcOrd="2" destOrd="0" presId="urn:microsoft.com/office/officeart/2005/8/layout/orgChart1"/>
    <dgm:cxn modelId="{6ED534A9-0680-48B4-9E1A-01381A7AD187}" type="presParOf" srcId="{AB9E9B49-5E80-48F5-AE2A-A4F03992AB5D}" destId="{6D0D81D6-59CD-460D-B80E-3A3D7BD0FCEB}" srcOrd="4" destOrd="0" presId="urn:microsoft.com/office/officeart/2005/8/layout/orgChart1"/>
    <dgm:cxn modelId="{9E26A9D3-504C-4303-B630-C6741DD103D5}" type="presParOf" srcId="{AB9E9B49-5E80-48F5-AE2A-A4F03992AB5D}" destId="{24ABF6D4-4807-401C-935C-29B24EBB1009}" srcOrd="5" destOrd="0" presId="urn:microsoft.com/office/officeart/2005/8/layout/orgChart1"/>
    <dgm:cxn modelId="{F1C2DD84-8743-4735-BE54-2E4B73302253}" type="presParOf" srcId="{24ABF6D4-4807-401C-935C-29B24EBB1009}" destId="{F3ECC5BC-9230-410F-BE51-DA81E21BB0ED}" srcOrd="0" destOrd="0" presId="urn:microsoft.com/office/officeart/2005/8/layout/orgChart1"/>
    <dgm:cxn modelId="{50799201-9C3C-468D-A8B4-AD7561D498D4}" type="presParOf" srcId="{F3ECC5BC-9230-410F-BE51-DA81E21BB0ED}" destId="{0574C320-C8A9-4D79-B17F-852ADC7BEA3D}" srcOrd="0" destOrd="0" presId="urn:microsoft.com/office/officeart/2005/8/layout/orgChart1"/>
    <dgm:cxn modelId="{32669750-B7EC-43F2-B270-294E0662EEA9}" type="presParOf" srcId="{F3ECC5BC-9230-410F-BE51-DA81E21BB0ED}" destId="{F526A78E-913C-4B89-AA5C-C48C6A266CE9}" srcOrd="1" destOrd="0" presId="urn:microsoft.com/office/officeart/2005/8/layout/orgChart1"/>
    <dgm:cxn modelId="{422C690F-AD02-4BBA-A796-BA341DBE7333}" type="presParOf" srcId="{24ABF6D4-4807-401C-935C-29B24EBB1009}" destId="{C1E8DBC4-C9B0-43E6-B2E8-6D9116879C1A}" srcOrd="1" destOrd="0" presId="urn:microsoft.com/office/officeart/2005/8/layout/orgChart1"/>
    <dgm:cxn modelId="{2CB3332C-A4E3-46EA-9078-BF4EE5DCFF6A}" type="presParOf" srcId="{24ABF6D4-4807-401C-935C-29B24EBB1009}" destId="{5BBF21D6-3369-435C-AB7D-221B5687B1BB}" srcOrd="2" destOrd="0" presId="urn:microsoft.com/office/officeart/2005/8/layout/orgChart1"/>
    <dgm:cxn modelId="{16955AA0-2274-468C-81BA-601266FB665C}" type="presParOf" srcId="{AB9E9B49-5E80-48F5-AE2A-A4F03992AB5D}" destId="{21B00E32-2F9A-43E0-A70A-CDC9D7CE22AC}" srcOrd="6" destOrd="0" presId="urn:microsoft.com/office/officeart/2005/8/layout/orgChart1"/>
    <dgm:cxn modelId="{C265EE63-C0F4-426F-BD62-2C8D9CB449DD}" type="presParOf" srcId="{AB9E9B49-5E80-48F5-AE2A-A4F03992AB5D}" destId="{6A3919D1-E0CA-4707-B2F9-5A5535D76FA9}" srcOrd="7" destOrd="0" presId="urn:microsoft.com/office/officeart/2005/8/layout/orgChart1"/>
    <dgm:cxn modelId="{1E8B09C7-03D2-42CF-A301-580984C0D623}" type="presParOf" srcId="{6A3919D1-E0CA-4707-B2F9-5A5535D76FA9}" destId="{F1D8B4E4-4522-40D4-9ED5-52CAE3CBAAD9}" srcOrd="0" destOrd="0" presId="urn:microsoft.com/office/officeart/2005/8/layout/orgChart1"/>
    <dgm:cxn modelId="{2DE3A4C0-191D-4155-BAB7-779EE3A0DD92}" type="presParOf" srcId="{F1D8B4E4-4522-40D4-9ED5-52CAE3CBAAD9}" destId="{BF71FB88-63A1-4F76-9F80-3069C3028951}" srcOrd="0" destOrd="0" presId="urn:microsoft.com/office/officeart/2005/8/layout/orgChart1"/>
    <dgm:cxn modelId="{5FB7FF9E-A501-47D3-AC83-66896E13FD8E}" type="presParOf" srcId="{F1D8B4E4-4522-40D4-9ED5-52CAE3CBAAD9}" destId="{E85E10FD-19A2-472A-86D1-40CB66D3D137}" srcOrd="1" destOrd="0" presId="urn:microsoft.com/office/officeart/2005/8/layout/orgChart1"/>
    <dgm:cxn modelId="{B976D3D0-6268-4DC6-B384-5CDEC11C73AA}" type="presParOf" srcId="{6A3919D1-E0CA-4707-B2F9-5A5535D76FA9}" destId="{D51CD635-B228-4F5F-8566-6080B08D1E14}" srcOrd="1" destOrd="0" presId="urn:microsoft.com/office/officeart/2005/8/layout/orgChart1"/>
    <dgm:cxn modelId="{E2D43DAF-1B82-49A2-BBD2-80EC678CE5D4}" type="presParOf" srcId="{6A3919D1-E0CA-4707-B2F9-5A5535D76FA9}" destId="{8C31C200-CA05-4D9D-8CB9-84615C3A1A56}" srcOrd="2" destOrd="0" presId="urn:microsoft.com/office/officeart/2005/8/layout/orgChart1"/>
    <dgm:cxn modelId="{4C2AB29E-A293-4AB9-83BE-EC735C5C5299}" type="presParOf" srcId="{B6DCA4ED-EE4F-4E80-8990-01F2EF9859C3}" destId="{AF22A013-E0A6-4EF5-A4DB-70AFC2F6881E}" srcOrd="2" destOrd="0" presId="urn:microsoft.com/office/officeart/2005/8/layout/orgChart1"/>
    <dgm:cxn modelId="{9F9BE228-B1D5-4EA7-BB8C-C5FA085B0E5E}" type="presParOf" srcId="{AF22A013-E0A6-4EF5-A4DB-70AFC2F6881E}" destId="{757C84DD-207B-4026-A0B7-3767E13935B4}" srcOrd="0" destOrd="0" presId="urn:microsoft.com/office/officeart/2005/8/layout/orgChart1"/>
    <dgm:cxn modelId="{5DEFB22C-30BE-4A35-B4ED-5D90299E8061}" type="presParOf" srcId="{AF22A013-E0A6-4EF5-A4DB-70AFC2F6881E}" destId="{5234CBC8-5FF3-4D5B-B913-E32432015F12}" srcOrd="1" destOrd="0" presId="urn:microsoft.com/office/officeart/2005/8/layout/orgChart1"/>
    <dgm:cxn modelId="{B9D0FF3D-33F1-4D69-B7A1-89F6939FAAFF}" type="presParOf" srcId="{5234CBC8-5FF3-4D5B-B913-E32432015F12}" destId="{9B297C8F-16A5-4B19-8DDF-92E43B198393}" srcOrd="0" destOrd="0" presId="urn:microsoft.com/office/officeart/2005/8/layout/orgChart1"/>
    <dgm:cxn modelId="{C232C62F-9456-4876-9FB0-86A4B1436179}" type="presParOf" srcId="{9B297C8F-16A5-4B19-8DDF-92E43B198393}" destId="{AFE9E7FE-9FFA-49ED-A695-65E9CF5C3B89}" srcOrd="0" destOrd="0" presId="urn:microsoft.com/office/officeart/2005/8/layout/orgChart1"/>
    <dgm:cxn modelId="{A1AABF39-29C8-448E-BE38-DAA1399EB198}" type="presParOf" srcId="{9B297C8F-16A5-4B19-8DDF-92E43B198393}" destId="{90E67394-2D2E-48D8-8038-AB81678D0591}" srcOrd="1" destOrd="0" presId="urn:microsoft.com/office/officeart/2005/8/layout/orgChart1"/>
    <dgm:cxn modelId="{76ED4966-834A-4ABB-84D1-B7552B715CBD}" type="presParOf" srcId="{5234CBC8-5FF3-4D5B-B913-E32432015F12}" destId="{94CFDFBE-F3C8-4FDF-B453-E28596062EC1}" srcOrd="1" destOrd="0" presId="urn:microsoft.com/office/officeart/2005/8/layout/orgChart1"/>
    <dgm:cxn modelId="{A547098F-A207-40EC-9BE2-FAA1B8F6DAD1}" type="presParOf" srcId="{5234CBC8-5FF3-4D5B-B913-E32432015F12}" destId="{1DC57CE8-FCB2-4865-A05D-4C8554B7C5E0}" srcOrd="2" destOrd="0" presId="urn:microsoft.com/office/officeart/2005/8/layout/orgChart1"/>
    <dgm:cxn modelId="{0AFA7F4A-63A6-426D-ABAA-B2A0D71DF4FC}" type="presParOf" srcId="{AF22A013-E0A6-4EF5-A4DB-70AFC2F6881E}" destId="{D367994D-4A7E-4241-8E8A-C253BF5E6D16}" srcOrd="2" destOrd="0" presId="urn:microsoft.com/office/officeart/2005/8/layout/orgChart1"/>
    <dgm:cxn modelId="{8EC38F87-1BDF-42A6-AE29-42430B1C367A}" type="presParOf" srcId="{AF22A013-E0A6-4EF5-A4DB-70AFC2F6881E}" destId="{BC0A3DEC-2B00-4E4D-BD81-F7BC99DFDEA3}" srcOrd="3" destOrd="0" presId="urn:microsoft.com/office/officeart/2005/8/layout/orgChart1"/>
    <dgm:cxn modelId="{F0DBA18F-22DE-4B6D-9EA4-F9C65FA91274}" type="presParOf" srcId="{BC0A3DEC-2B00-4E4D-BD81-F7BC99DFDEA3}" destId="{A0809FC4-9EE3-4C72-8EE6-34BB59DF764D}" srcOrd="0" destOrd="0" presId="urn:microsoft.com/office/officeart/2005/8/layout/orgChart1"/>
    <dgm:cxn modelId="{4AF92747-8152-4414-81FE-B6A2FDFC6843}" type="presParOf" srcId="{A0809FC4-9EE3-4C72-8EE6-34BB59DF764D}" destId="{50864B4F-E644-481C-8B2A-B0ECCE6EB5C7}" srcOrd="0" destOrd="0" presId="urn:microsoft.com/office/officeart/2005/8/layout/orgChart1"/>
    <dgm:cxn modelId="{F630C0D1-85B2-4526-89F4-E4BE82D5F32C}" type="presParOf" srcId="{A0809FC4-9EE3-4C72-8EE6-34BB59DF764D}" destId="{FFD22959-7496-45A1-BFE9-1A20483ADECF}" srcOrd="1" destOrd="0" presId="urn:microsoft.com/office/officeart/2005/8/layout/orgChart1"/>
    <dgm:cxn modelId="{655F7F47-9B0E-4CAE-8D71-04F52B95E983}" type="presParOf" srcId="{BC0A3DEC-2B00-4E4D-BD81-F7BC99DFDEA3}" destId="{A107F6F3-14A6-4AD1-8CFB-6680ABE8331E}" srcOrd="1" destOrd="0" presId="urn:microsoft.com/office/officeart/2005/8/layout/orgChart1"/>
    <dgm:cxn modelId="{CE02ED6F-0128-401E-B6A6-2E8E1454C69E}" type="presParOf" srcId="{BC0A3DEC-2B00-4E4D-BD81-F7BC99DFDEA3}" destId="{BDBE1530-8397-4E67-ABE3-EF54431789B7}" srcOrd="2" destOrd="0" presId="urn:microsoft.com/office/officeart/2005/8/layout/orgChart1"/>
    <dgm:cxn modelId="{0A2DFE36-35AB-42EC-A853-88F0AB12DE92}" type="presParOf" srcId="{AF22A013-E0A6-4EF5-A4DB-70AFC2F6881E}" destId="{2D3CD562-0F17-4833-A03A-9332DA468F30}" srcOrd="4" destOrd="0" presId="urn:microsoft.com/office/officeart/2005/8/layout/orgChart1"/>
    <dgm:cxn modelId="{32E92716-96BD-41AA-B1E7-32FCB96252B0}" type="presParOf" srcId="{AF22A013-E0A6-4EF5-A4DB-70AFC2F6881E}" destId="{ECC55423-D164-4A6A-AD2C-D25D01E0BFF9}" srcOrd="5" destOrd="0" presId="urn:microsoft.com/office/officeart/2005/8/layout/orgChart1"/>
    <dgm:cxn modelId="{3A6D10A7-223C-47BA-929E-D79EA1C72B3A}" type="presParOf" srcId="{ECC55423-D164-4A6A-AD2C-D25D01E0BFF9}" destId="{FE411F03-6609-4AC0-BCC0-E1B35D300527}" srcOrd="0" destOrd="0" presId="urn:microsoft.com/office/officeart/2005/8/layout/orgChart1"/>
    <dgm:cxn modelId="{B04DA8A6-BD73-4F8C-8A90-DF359AB1A703}" type="presParOf" srcId="{FE411F03-6609-4AC0-BCC0-E1B35D300527}" destId="{9FC1E465-0238-47FD-B8C9-8584EA44DD56}" srcOrd="0" destOrd="0" presId="urn:microsoft.com/office/officeart/2005/8/layout/orgChart1"/>
    <dgm:cxn modelId="{B882DED1-EEA1-426E-A6F6-219411A9200F}" type="presParOf" srcId="{FE411F03-6609-4AC0-BCC0-E1B35D300527}" destId="{9B70D1FA-9ED3-4E36-ABC2-483B5884C4A3}" srcOrd="1" destOrd="0" presId="urn:microsoft.com/office/officeart/2005/8/layout/orgChart1"/>
    <dgm:cxn modelId="{6D8444BC-E3D4-46B0-8A9B-05C4F2817ADA}" type="presParOf" srcId="{ECC55423-D164-4A6A-AD2C-D25D01E0BFF9}" destId="{E22C6369-9B1C-4CE4-BCC0-714763AF043F}" srcOrd="1" destOrd="0" presId="urn:microsoft.com/office/officeart/2005/8/layout/orgChart1"/>
    <dgm:cxn modelId="{71C1B2D4-3968-4B49-A3CE-AF1C4E3AB1C7}" type="presParOf" srcId="{ECC55423-D164-4A6A-AD2C-D25D01E0BFF9}" destId="{9CB636D0-BD5C-425E-B586-EDBB1FE6A127}" srcOrd="2" destOrd="0" presId="urn:microsoft.com/office/officeart/2005/8/layout/orgChart1"/>
    <dgm:cxn modelId="{E57AC8F0-B408-45EA-BC8F-C7AB57E8D8A1}" type="presParOf" srcId="{AF22A013-E0A6-4EF5-A4DB-70AFC2F6881E}" destId="{29FF510A-3100-42A3-B9F4-EDE145A97951}" srcOrd="6" destOrd="0" presId="urn:microsoft.com/office/officeart/2005/8/layout/orgChart1"/>
    <dgm:cxn modelId="{12BC27B8-F2C8-4457-ABCD-1050D4E7C287}" type="presParOf" srcId="{AF22A013-E0A6-4EF5-A4DB-70AFC2F6881E}" destId="{F0E297F1-9A8F-456C-8EEA-153156E0B0B6}" srcOrd="7" destOrd="0" presId="urn:microsoft.com/office/officeart/2005/8/layout/orgChart1"/>
    <dgm:cxn modelId="{3BDD0E7B-37B0-4953-8CE0-A6B36BF18B86}" type="presParOf" srcId="{F0E297F1-9A8F-456C-8EEA-153156E0B0B6}" destId="{86E6AC2B-A4E5-4A7C-B298-AC4031238466}" srcOrd="0" destOrd="0" presId="urn:microsoft.com/office/officeart/2005/8/layout/orgChart1"/>
    <dgm:cxn modelId="{43373FF5-D4B0-4C32-BF0F-84F1185BFCD5}" type="presParOf" srcId="{86E6AC2B-A4E5-4A7C-B298-AC4031238466}" destId="{7553505D-627D-4FEE-821A-F8817A14E031}" srcOrd="0" destOrd="0" presId="urn:microsoft.com/office/officeart/2005/8/layout/orgChart1"/>
    <dgm:cxn modelId="{ABE42834-2449-4495-BAF4-57B0CE4CA775}" type="presParOf" srcId="{86E6AC2B-A4E5-4A7C-B298-AC4031238466}" destId="{7F34DA4C-3664-4695-8F70-25BE0987BBC0}" srcOrd="1" destOrd="0" presId="urn:microsoft.com/office/officeart/2005/8/layout/orgChart1"/>
    <dgm:cxn modelId="{AD2F4A70-EA9F-4601-8893-4D06D8179D07}" type="presParOf" srcId="{F0E297F1-9A8F-456C-8EEA-153156E0B0B6}" destId="{24349AF4-7A4C-4D98-80EF-8820E8B6FFBC}" srcOrd="1" destOrd="0" presId="urn:microsoft.com/office/officeart/2005/8/layout/orgChart1"/>
    <dgm:cxn modelId="{8AD95F92-3D33-4A19-99AB-E57B8A0245EE}" type="presParOf" srcId="{F0E297F1-9A8F-456C-8EEA-153156E0B0B6}" destId="{E4CC1B96-C6C2-4E0D-B17C-1101A87B5C24}" srcOrd="2" destOrd="0" presId="urn:microsoft.com/office/officeart/2005/8/layout/orgChart1"/>
    <dgm:cxn modelId="{99C1C0A3-175F-4E02-B57D-A68698EE1E35}" type="presParOf" srcId="{AF22A013-E0A6-4EF5-A4DB-70AFC2F6881E}" destId="{B9E94D36-CC7B-4A81-BE5F-D500A69F21C1}" srcOrd="8" destOrd="0" presId="urn:microsoft.com/office/officeart/2005/8/layout/orgChart1"/>
    <dgm:cxn modelId="{B106379D-06FC-40A7-B943-20C7E79CC1C4}" type="presParOf" srcId="{AF22A013-E0A6-4EF5-A4DB-70AFC2F6881E}" destId="{D951632E-53CE-406F-A5D9-408DF2703B52}" srcOrd="9" destOrd="0" presId="urn:microsoft.com/office/officeart/2005/8/layout/orgChart1"/>
    <dgm:cxn modelId="{767DD0B8-F338-4761-95C7-164BC0A01769}" type="presParOf" srcId="{D951632E-53CE-406F-A5D9-408DF2703B52}" destId="{4C0BA4CF-0BB0-488B-874B-A0704FDF3F5E}" srcOrd="0" destOrd="0" presId="urn:microsoft.com/office/officeart/2005/8/layout/orgChart1"/>
    <dgm:cxn modelId="{84816B49-45E5-44C4-A3AF-96AF9EF557D3}" type="presParOf" srcId="{4C0BA4CF-0BB0-488B-874B-A0704FDF3F5E}" destId="{77D0C5E6-13D2-4C32-9109-49C780E742B7}" srcOrd="0" destOrd="0" presId="urn:microsoft.com/office/officeart/2005/8/layout/orgChart1"/>
    <dgm:cxn modelId="{A4A6D080-8F09-4616-A08F-E207CF9BCFD1}" type="presParOf" srcId="{4C0BA4CF-0BB0-488B-874B-A0704FDF3F5E}" destId="{55C5243C-77A7-461C-97C8-16C1B541ABF5}" srcOrd="1" destOrd="0" presId="urn:microsoft.com/office/officeart/2005/8/layout/orgChart1"/>
    <dgm:cxn modelId="{8819C412-2540-4EE8-B524-859097672EF3}" type="presParOf" srcId="{D951632E-53CE-406F-A5D9-408DF2703B52}" destId="{328ED09F-6FCE-4301-98C0-F169D01DF3EE}" srcOrd="1" destOrd="0" presId="urn:microsoft.com/office/officeart/2005/8/layout/orgChart1"/>
    <dgm:cxn modelId="{C260BB4B-063A-4122-A1EB-ACBF11DE2CB9}" type="presParOf" srcId="{D951632E-53CE-406F-A5D9-408DF2703B52}" destId="{585B0411-8A5F-41DB-B27D-7018EBBF5EE5}" srcOrd="2" destOrd="0" presId="urn:microsoft.com/office/officeart/2005/8/layout/orgChart1"/>
    <dgm:cxn modelId="{F99A9414-32AF-4D61-89CA-5EFF49DBAF0F}" type="presParOf" srcId="{4FA6D658-DE86-4C46-8412-A6FDD68EF12D}" destId="{577152B9-BA32-4DC9-AD88-33D954D8D165}" srcOrd="2" destOrd="0" presId="urn:microsoft.com/office/officeart/2005/8/layout/orgChart1"/>
    <dgm:cxn modelId="{EA882A95-CD2E-493A-8F3C-175B5B331508}" type="presParOf" srcId="{4FA6D658-DE86-4C46-8412-A6FDD68EF12D}" destId="{B311E552-397D-473D-AD03-2E840D33BEB7}" srcOrd="3" destOrd="0" presId="urn:microsoft.com/office/officeart/2005/8/layout/orgChart1"/>
    <dgm:cxn modelId="{A275BB7B-E18B-4003-B470-9064ACA174B3}" type="presParOf" srcId="{B311E552-397D-473D-AD03-2E840D33BEB7}" destId="{7DD75213-FD90-492F-8B1E-0F9BF51A933C}" srcOrd="0" destOrd="0" presId="urn:microsoft.com/office/officeart/2005/8/layout/orgChart1"/>
    <dgm:cxn modelId="{F5276D71-875C-4711-B05D-AD74EA23D633}" type="presParOf" srcId="{7DD75213-FD90-492F-8B1E-0F9BF51A933C}" destId="{E0FEECDA-E227-4857-8AF7-F289E3B6C35E}" srcOrd="0" destOrd="0" presId="urn:microsoft.com/office/officeart/2005/8/layout/orgChart1"/>
    <dgm:cxn modelId="{CF3255AD-EDB5-4944-B5CE-FF4CACAECAF7}" type="presParOf" srcId="{7DD75213-FD90-492F-8B1E-0F9BF51A933C}" destId="{970845E5-5AA1-470C-A618-C0FA716E003B}" srcOrd="1" destOrd="0" presId="urn:microsoft.com/office/officeart/2005/8/layout/orgChart1"/>
    <dgm:cxn modelId="{9F2DAC9F-88F1-4C9B-A52A-F75317D6309B}" type="presParOf" srcId="{B311E552-397D-473D-AD03-2E840D33BEB7}" destId="{104CEE9D-5743-4413-A249-4B2694F2C08F}" srcOrd="1" destOrd="0" presId="urn:microsoft.com/office/officeart/2005/8/layout/orgChart1"/>
    <dgm:cxn modelId="{A51E880B-4649-4A3E-BED8-ED1006483FD8}" type="presParOf" srcId="{B311E552-397D-473D-AD03-2E840D33BEB7}" destId="{ADCBB8EE-0CAE-4BB6-A180-7DB4872384D2}" srcOrd="2" destOrd="0" presId="urn:microsoft.com/office/officeart/2005/8/layout/orgChart1"/>
    <dgm:cxn modelId="{5C73E2E4-9F6E-4157-9AB1-A75378EAC625}" type="presParOf" srcId="{4FA6D658-DE86-4C46-8412-A6FDD68EF12D}" destId="{2E805143-988F-4F2C-84C7-4D01B94BD755}" srcOrd="4" destOrd="0" presId="urn:microsoft.com/office/officeart/2005/8/layout/orgChart1"/>
    <dgm:cxn modelId="{EF8B40DF-6F8C-408E-BEE8-ECA34E74F7EA}" type="presParOf" srcId="{4FA6D658-DE86-4C46-8412-A6FDD68EF12D}" destId="{9668E500-E2C2-47CC-8747-8525D530CEAD}" srcOrd="5" destOrd="0" presId="urn:microsoft.com/office/officeart/2005/8/layout/orgChart1"/>
    <dgm:cxn modelId="{3A8145D7-9D13-4F17-931C-7886C82F16B3}" type="presParOf" srcId="{9668E500-E2C2-47CC-8747-8525D530CEAD}" destId="{0511B799-1EF4-4640-83FB-5C90EDF222F2}" srcOrd="0" destOrd="0" presId="urn:microsoft.com/office/officeart/2005/8/layout/orgChart1"/>
    <dgm:cxn modelId="{51A56320-F7A2-4DAD-AB96-EE6748A3D3BD}" type="presParOf" srcId="{0511B799-1EF4-4640-83FB-5C90EDF222F2}" destId="{B4ACD7D0-73B8-40FF-BB4E-B346A5EA79E6}" srcOrd="0" destOrd="0" presId="urn:microsoft.com/office/officeart/2005/8/layout/orgChart1"/>
    <dgm:cxn modelId="{DFBE177C-9B41-4880-92D6-B88EB094441C}" type="presParOf" srcId="{0511B799-1EF4-4640-83FB-5C90EDF222F2}" destId="{4F3CEC31-B24B-473C-9D3C-58EF64CC9F41}" srcOrd="1" destOrd="0" presId="urn:microsoft.com/office/officeart/2005/8/layout/orgChart1"/>
    <dgm:cxn modelId="{3803CF78-52C4-4A59-8677-04E2BA6A2113}" type="presParOf" srcId="{9668E500-E2C2-47CC-8747-8525D530CEAD}" destId="{EA77C4F9-643E-4029-8E0F-6F5B4B422A78}" srcOrd="1" destOrd="0" presId="urn:microsoft.com/office/officeart/2005/8/layout/orgChart1"/>
    <dgm:cxn modelId="{F77BF789-7853-40E0-AD23-9F3B0F3E33B5}" type="presParOf" srcId="{EA77C4F9-643E-4029-8E0F-6F5B4B422A78}" destId="{E37D7317-A165-4EDE-A750-C3F2482C6972}" srcOrd="0" destOrd="0" presId="urn:microsoft.com/office/officeart/2005/8/layout/orgChart1"/>
    <dgm:cxn modelId="{049F2CA4-0E60-4178-8563-AE9B7B091728}" type="presParOf" srcId="{EA77C4F9-643E-4029-8E0F-6F5B4B422A78}" destId="{D0DF23A4-686B-41AE-B85F-F5EA91380A78}" srcOrd="1" destOrd="0" presId="urn:microsoft.com/office/officeart/2005/8/layout/orgChart1"/>
    <dgm:cxn modelId="{CB0D6253-6640-4848-BE88-AD83A01022BB}" type="presParOf" srcId="{D0DF23A4-686B-41AE-B85F-F5EA91380A78}" destId="{7595F9C2-2225-4729-A59B-A764196783EA}" srcOrd="0" destOrd="0" presId="urn:microsoft.com/office/officeart/2005/8/layout/orgChart1"/>
    <dgm:cxn modelId="{F02018F4-744A-447D-8548-691A1966CFB9}" type="presParOf" srcId="{7595F9C2-2225-4729-A59B-A764196783EA}" destId="{F4AE7401-A1EE-4233-B0A0-B1950F30C8CC}" srcOrd="0" destOrd="0" presId="urn:microsoft.com/office/officeart/2005/8/layout/orgChart1"/>
    <dgm:cxn modelId="{F4DC418C-EA91-4C28-A4F0-2058D5A65EAD}" type="presParOf" srcId="{7595F9C2-2225-4729-A59B-A764196783EA}" destId="{8D8213AB-4859-4C2C-AF1D-09E71FC69EA7}" srcOrd="1" destOrd="0" presId="urn:microsoft.com/office/officeart/2005/8/layout/orgChart1"/>
    <dgm:cxn modelId="{ED787D92-EBA6-416C-9F99-8EDACE23710E}" type="presParOf" srcId="{D0DF23A4-686B-41AE-B85F-F5EA91380A78}" destId="{15FBE0D0-81EC-4D90-923C-63D8FE233EDC}" srcOrd="1" destOrd="0" presId="urn:microsoft.com/office/officeart/2005/8/layout/orgChart1"/>
    <dgm:cxn modelId="{4252515E-0A16-49A8-8CEC-1E0B1F672432}" type="presParOf" srcId="{D0DF23A4-686B-41AE-B85F-F5EA91380A78}" destId="{82956EBF-44FE-4119-A758-34E893820062}" srcOrd="2" destOrd="0" presId="urn:microsoft.com/office/officeart/2005/8/layout/orgChart1"/>
    <dgm:cxn modelId="{CE6BD057-2BFF-4153-B936-AC32AE5DC55A}" type="presParOf" srcId="{EA77C4F9-643E-4029-8E0F-6F5B4B422A78}" destId="{FA2F3FCC-E1DA-4A85-9DCA-34D8DE9D329B}" srcOrd="2" destOrd="0" presId="urn:microsoft.com/office/officeart/2005/8/layout/orgChart1"/>
    <dgm:cxn modelId="{897D32F8-0D1B-40D7-B45B-F628BE4C4870}" type="presParOf" srcId="{EA77C4F9-643E-4029-8E0F-6F5B4B422A78}" destId="{A261ACEE-4759-42B5-8E87-335AE6FD45DF}" srcOrd="3" destOrd="0" presId="urn:microsoft.com/office/officeart/2005/8/layout/orgChart1"/>
    <dgm:cxn modelId="{CB75E17B-8D0E-46B1-9E41-EF641ABD82C4}" type="presParOf" srcId="{A261ACEE-4759-42B5-8E87-335AE6FD45DF}" destId="{82D6F512-8280-470E-BA29-5A1D3E8A4B80}" srcOrd="0" destOrd="0" presId="urn:microsoft.com/office/officeart/2005/8/layout/orgChart1"/>
    <dgm:cxn modelId="{D28F08A8-FC04-4DB7-9626-8D89924284D0}" type="presParOf" srcId="{82D6F512-8280-470E-BA29-5A1D3E8A4B80}" destId="{6D3B3D05-A9AF-44D2-89DA-C3DFC01108BD}" srcOrd="0" destOrd="0" presId="urn:microsoft.com/office/officeart/2005/8/layout/orgChart1"/>
    <dgm:cxn modelId="{AA8EA792-71C9-43E0-9CA5-1A0A3902B9F2}" type="presParOf" srcId="{82D6F512-8280-470E-BA29-5A1D3E8A4B80}" destId="{B9395D9B-3FCD-44C6-8628-DD95030547CD}" srcOrd="1" destOrd="0" presId="urn:microsoft.com/office/officeart/2005/8/layout/orgChart1"/>
    <dgm:cxn modelId="{E80D88A9-37FE-4534-9F65-8A5CF89FA369}" type="presParOf" srcId="{A261ACEE-4759-42B5-8E87-335AE6FD45DF}" destId="{A7D76D8D-195E-47A8-A663-0F2FD9B4B940}" srcOrd="1" destOrd="0" presId="urn:microsoft.com/office/officeart/2005/8/layout/orgChart1"/>
    <dgm:cxn modelId="{94992BEA-1D6D-4C6D-8920-8F80964D9633}" type="presParOf" srcId="{A261ACEE-4759-42B5-8E87-335AE6FD45DF}" destId="{00087B84-DF5A-4ED5-B5D4-022485A14398}" srcOrd="2" destOrd="0" presId="urn:microsoft.com/office/officeart/2005/8/layout/orgChart1"/>
    <dgm:cxn modelId="{2FFEFEDB-FD3C-476A-9FC2-B85066797BDE}" type="presParOf" srcId="{9668E500-E2C2-47CC-8747-8525D530CEAD}" destId="{3FF6CB70-D324-4C26-8AD6-6F985A55BD2E}" srcOrd="2" destOrd="0" presId="urn:microsoft.com/office/officeart/2005/8/layout/orgChart1"/>
    <dgm:cxn modelId="{00E00C31-5B8F-45AC-9C22-E045F0C38A90}" type="presParOf" srcId="{4FA6D658-DE86-4C46-8412-A6FDD68EF12D}" destId="{22273839-DAED-4383-A406-49CF3CB8FA98}" srcOrd="6" destOrd="0" presId="urn:microsoft.com/office/officeart/2005/8/layout/orgChart1"/>
    <dgm:cxn modelId="{7A136514-3777-4C43-96B5-ED346EE07E42}" type="presParOf" srcId="{4FA6D658-DE86-4C46-8412-A6FDD68EF12D}" destId="{CE22A95D-8CD3-4511-AB6E-8DA58E338D51}" srcOrd="7" destOrd="0" presId="urn:microsoft.com/office/officeart/2005/8/layout/orgChart1"/>
    <dgm:cxn modelId="{85E6863E-DB76-41A0-9D36-D9EF34BF6829}" type="presParOf" srcId="{CE22A95D-8CD3-4511-AB6E-8DA58E338D51}" destId="{B7B54ECA-958B-4E9F-A6AA-FCF012111DD3}" srcOrd="0" destOrd="0" presId="urn:microsoft.com/office/officeart/2005/8/layout/orgChart1"/>
    <dgm:cxn modelId="{20CDA561-B15A-4596-B795-7C2996BABA6C}" type="presParOf" srcId="{B7B54ECA-958B-4E9F-A6AA-FCF012111DD3}" destId="{897DC43A-B513-439D-B6F9-6C11B69E6BA2}" srcOrd="0" destOrd="0" presId="urn:microsoft.com/office/officeart/2005/8/layout/orgChart1"/>
    <dgm:cxn modelId="{9620B7B4-13A8-4A2C-89FB-297FF27AD66A}" type="presParOf" srcId="{B7B54ECA-958B-4E9F-A6AA-FCF012111DD3}" destId="{A16BD6A3-E82C-46C3-BBDB-91C3808C27A3}" srcOrd="1" destOrd="0" presId="urn:microsoft.com/office/officeart/2005/8/layout/orgChart1"/>
    <dgm:cxn modelId="{1CC96C8C-AF1C-4013-91B4-A804EFBF4E41}" type="presParOf" srcId="{CE22A95D-8CD3-4511-AB6E-8DA58E338D51}" destId="{3B6A6CE6-CB56-41F8-9CDE-A4FF2BD74FA9}" srcOrd="1" destOrd="0" presId="urn:microsoft.com/office/officeart/2005/8/layout/orgChart1"/>
    <dgm:cxn modelId="{1FE8E3BF-64EE-41A5-93D0-7F782E4A22A0}" type="presParOf" srcId="{3B6A6CE6-CB56-41F8-9CDE-A4FF2BD74FA9}" destId="{3E5A6B85-84CB-4A5C-A801-2C4F550E9567}" srcOrd="0" destOrd="0" presId="urn:microsoft.com/office/officeart/2005/8/layout/orgChart1"/>
    <dgm:cxn modelId="{EF848BC2-3A81-4C38-A172-C883927BB8D9}" type="presParOf" srcId="{3B6A6CE6-CB56-41F8-9CDE-A4FF2BD74FA9}" destId="{B606E503-23F9-4E93-95A4-475C3F14EB10}" srcOrd="1" destOrd="0" presId="urn:microsoft.com/office/officeart/2005/8/layout/orgChart1"/>
    <dgm:cxn modelId="{CE85E8A0-CD20-4D3D-864C-0A1BA83A274D}" type="presParOf" srcId="{B606E503-23F9-4E93-95A4-475C3F14EB10}" destId="{06B53A16-0AB3-4662-B262-1864E65A90D5}" srcOrd="0" destOrd="0" presId="urn:microsoft.com/office/officeart/2005/8/layout/orgChart1"/>
    <dgm:cxn modelId="{4D9A6E3C-A61A-47A2-A43A-C6379124E5A0}" type="presParOf" srcId="{06B53A16-0AB3-4662-B262-1864E65A90D5}" destId="{F73B7258-AF40-4CFA-8368-B4A8DFF8DFC5}" srcOrd="0" destOrd="0" presId="urn:microsoft.com/office/officeart/2005/8/layout/orgChart1"/>
    <dgm:cxn modelId="{2B7CE698-6D1B-4AEC-941E-2B3A3BE921F1}" type="presParOf" srcId="{06B53A16-0AB3-4662-B262-1864E65A90D5}" destId="{B0701A07-7F64-4B61-B0F0-FC80A5D6B384}" srcOrd="1" destOrd="0" presId="urn:microsoft.com/office/officeart/2005/8/layout/orgChart1"/>
    <dgm:cxn modelId="{F64BD741-BDE2-41E3-BAB2-BBA1CC3B12EB}" type="presParOf" srcId="{B606E503-23F9-4E93-95A4-475C3F14EB10}" destId="{C5EF4282-7BCD-4172-8F13-78F34C2BD3E6}" srcOrd="1" destOrd="0" presId="urn:microsoft.com/office/officeart/2005/8/layout/orgChart1"/>
    <dgm:cxn modelId="{DEF309C8-03A2-40C9-AC13-4A71197E265D}" type="presParOf" srcId="{B606E503-23F9-4E93-95A4-475C3F14EB10}" destId="{1422983B-1C33-409B-8737-19C2273130DF}" srcOrd="2" destOrd="0" presId="urn:microsoft.com/office/officeart/2005/8/layout/orgChart1"/>
    <dgm:cxn modelId="{4A2E70BF-CED5-49C8-AFFB-AC030F411C65}" type="presParOf" srcId="{3B6A6CE6-CB56-41F8-9CDE-A4FF2BD74FA9}" destId="{07E7B47D-BFD5-4430-80C7-526BB97C304C}" srcOrd="2" destOrd="0" presId="urn:microsoft.com/office/officeart/2005/8/layout/orgChart1"/>
    <dgm:cxn modelId="{1F3B4922-833B-49BA-B6F4-1E461B552D2A}" type="presParOf" srcId="{3B6A6CE6-CB56-41F8-9CDE-A4FF2BD74FA9}" destId="{47BBC394-BCAF-4699-B8BC-A12CE973AECA}" srcOrd="3" destOrd="0" presId="urn:microsoft.com/office/officeart/2005/8/layout/orgChart1"/>
    <dgm:cxn modelId="{7C4CB6DA-2C3F-41D1-957C-7E8AE943818B}" type="presParOf" srcId="{47BBC394-BCAF-4699-B8BC-A12CE973AECA}" destId="{3508B12C-23E1-4151-A1B4-76D666EB2D50}" srcOrd="0" destOrd="0" presId="urn:microsoft.com/office/officeart/2005/8/layout/orgChart1"/>
    <dgm:cxn modelId="{034132ED-24F8-4447-AD30-69FC5470C25F}" type="presParOf" srcId="{3508B12C-23E1-4151-A1B4-76D666EB2D50}" destId="{01FC5F03-708B-41A5-BCE1-026E19A0906D}" srcOrd="0" destOrd="0" presId="urn:microsoft.com/office/officeart/2005/8/layout/orgChart1"/>
    <dgm:cxn modelId="{90FEB652-0658-442D-8616-5DF80CF06273}" type="presParOf" srcId="{3508B12C-23E1-4151-A1B4-76D666EB2D50}" destId="{21EB7B94-10C4-40C6-BC66-31144ABFDB7A}" srcOrd="1" destOrd="0" presId="urn:microsoft.com/office/officeart/2005/8/layout/orgChart1"/>
    <dgm:cxn modelId="{1425BDFB-DE09-482C-823D-DCF5952C9E9C}" type="presParOf" srcId="{47BBC394-BCAF-4699-B8BC-A12CE973AECA}" destId="{D9B94955-9ADB-46AF-B694-3C8125769E96}" srcOrd="1" destOrd="0" presId="urn:microsoft.com/office/officeart/2005/8/layout/orgChart1"/>
    <dgm:cxn modelId="{C37625A7-1BF2-4D5E-B077-0FB292ADBBAA}" type="presParOf" srcId="{47BBC394-BCAF-4699-B8BC-A12CE973AECA}" destId="{D81CEAB7-0866-4158-994E-2C67DAB0D076}" srcOrd="2" destOrd="0" presId="urn:microsoft.com/office/officeart/2005/8/layout/orgChart1"/>
    <dgm:cxn modelId="{C127F1A8-4C15-4235-A620-1B6E53BAC569}" type="presParOf" srcId="{3B6A6CE6-CB56-41F8-9CDE-A4FF2BD74FA9}" destId="{38ACE957-7C6B-43BB-B710-A58F59F5DEDA}" srcOrd="4" destOrd="0" presId="urn:microsoft.com/office/officeart/2005/8/layout/orgChart1"/>
    <dgm:cxn modelId="{79458956-3460-46B5-AF8B-AAEE34A2A4DD}" type="presParOf" srcId="{3B6A6CE6-CB56-41F8-9CDE-A4FF2BD74FA9}" destId="{559ED6C2-E2E1-4715-83FD-06E58E0F4EC8}" srcOrd="5" destOrd="0" presId="urn:microsoft.com/office/officeart/2005/8/layout/orgChart1"/>
    <dgm:cxn modelId="{72F38815-E1CF-429E-A097-F17F5858E4BE}" type="presParOf" srcId="{559ED6C2-E2E1-4715-83FD-06E58E0F4EC8}" destId="{A921A5C2-4BD4-4CFF-85FC-548C5F23A7F3}" srcOrd="0" destOrd="0" presId="urn:microsoft.com/office/officeart/2005/8/layout/orgChart1"/>
    <dgm:cxn modelId="{88C2225D-C25B-43C5-9726-511CDDA1A605}" type="presParOf" srcId="{A921A5C2-4BD4-4CFF-85FC-548C5F23A7F3}" destId="{1E9A6824-6CAF-4A34-8128-2B8FB8922072}" srcOrd="0" destOrd="0" presId="urn:microsoft.com/office/officeart/2005/8/layout/orgChart1"/>
    <dgm:cxn modelId="{497803C1-EB8B-4516-9D54-58757588778B}" type="presParOf" srcId="{A921A5C2-4BD4-4CFF-85FC-548C5F23A7F3}" destId="{6E8EA253-81E0-43D6-859B-7AB502EA6C1B}" srcOrd="1" destOrd="0" presId="urn:microsoft.com/office/officeart/2005/8/layout/orgChart1"/>
    <dgm:cxn modelId="{B098BFD9-AE54-486E-93E8-440CD6406F91}" type="presParOf" srcId="{559ED6C2-E2E1-4715-83FD-06E58E0F4EC8}" destId="{CD335D24-1097-408B-B8C5-40C95881F217}" srcOrd="1" destOrd="0" presId="urn:microsoft.com/office/officeart/2005/8/layout/orgChart1"/>
    <dgm:cxn modelId="{0FC2B690-8EBF-4CF9-9D5A-B440921C5928}" type="presParOf" srcId="{559ED6C2-E2E1-4715-83FD-06E58E0F4EC8}" destId="{CF1FFA35-2A77-4A57-AF45-1371A5501B55}" srcOrd="2" destOrd="0" presId="urn:microsoft.com/office/officeart/2005/8/layout/orgChart1"/>
    <dgm:cxn modelId="{7A4488FC-FAE3-49DC-AC67-C0DA2636372F}" type="presParOf" srcId="{3B6A6CE6-CB56-41F8-9CDE-A4FF2BD74FA9}" destId="{4F3390AE-4722-4F39-8710-EFB7A7BF78AB}" srcOrd="6" destOrd="0" presId="urn:microsoft.com/office/officeart/2005/8/layout/orgChart1"/>
    <dgm:cxn modelId="{E1324497-F09B-4F5C-AD22-25C936F16F4E}" type="presParOf" srcId="{3B6A6CE6-CB56-41F8-9CDE-A4FF2BD74FA9}" destId="{C603A488-26CB-452E-A1C7-B3F354DC6F8A}" srcOrd="7" destOrd="0" presId="urn:microsoft.com/office/officeart/2005/8/layout/orgChart1"/>
    <dgm:cxn modelId="{A1D5A4C1-5884-4134-8292-06CCF0F41666}" type="presParOf" srcId="{C603A488-26CB-452E-A1C7-B3F354DC6F8A}" destId="{5408F4DF-D1E6-48F8-A879-129756510361}" srcOrd="0" destOrd="0" presId="urn:microsoft.com/office/officeart/2005/8/layout/orgChart1"/>
    <dgm:cxn modelId="{0C945756-213F-4882-AFD5-1BA546146127}" type="presParOf" srcId="{5408F4DF-D1E6-48F8-A879-129756510361}" destId="{EE3C2758-1796-4735-9567-1236E3E2548B}" srcOrd="0" destOrd="0" presId="urn:microsoft.com/office/officeart/2005/8/layout/orgChart1"/>
    <dgm:cxn modelId="{CF7D663C-E0F1-447D-877C-04B109A65FED}" type="presParOf" srcId="{5408F4DF-D1E6-48F8-A879-129756510361}" destId="{36B80D27-099F-49DD-B5C0-05830F0C7AD1}" srcOrd="1" destOrd="0" presId="urn:microsoft.com/office/officeart/2005/8/layout/orgChart1"/>
    <dgm:cxn modelId="{AFD4FF25-73F8-44ED-9644-8361AF9E23E7}" type="presParOf" srcId="{C603A488-26CB-452E-A1C7-B3F354DC6F8A}" destId="{4667D65E-AB63-4F26-BA6A-D948ECB844FD}" srcOrd="1" destOrd="0" presId="urn:microsoft.com/office/officeart/2005/8/layout/orgChart1"/>
    <dgm:cxn modelId="{FCE58686-2CA5-4172-9EFA-85477EB08F63}" type="presParOf" srcId="{C603A488-26CB-452E-A1C7-B3F354DC6F8A}" destId="{B369A498-82C8-4665-AC90-0FED39896790}" srcOrd="2" destOrd="0" presId="urn:microsoft.com/office/officeart/2005/8/layout/orgChart1"/>
    <dgm:cxn modelId="{34AA6E25-01D9-4740-A4CE-2214EBDE591C}" type="presParOf" srcId="{3B6A6CE6-CB56-41F8-9CDE-A4FF2BD74FA9}" destId="{92E38E82-7C04-4EC0-BEC8-7A65C0163F4C}" srcOrd="8" destOrd="0" presId="urn:microsoft.com/office/officeart/2005/8/layout/orgChart1"/>
    <dgm:cxn modelId="{70AEDD9C-9886-468D-849B-BC7079D8A49E}" type="presParOf" srcId="{3B6A6CE6-CB56-41F8-9CDE-A4FF2BD74FA9}" destId="{ED26F748-52B6-4BC4-8F54-041265391A77}" srcOrd="9" destOrd="0" presId="urn:microsoft.com/office/officeart/2005/8/layout/orgChart1"/>
    <dgm:cxn modelId="{555A4AB6-CA8D-4F3E-A809-24C83A60A0EA}" type="presParOf" srcId="{ED26F748-52B6-4BC4-8F54-041265391A77}" destId="{DE9E4A19-CAE9-47E1-98DC-5177A17AA0A2}" srcOrd="0" destOrd="0" presId="urn:microsoft.com/office/officeart/2005/8/layout/orgChart1"/>
    <dgm:cxn modelId="{05F3E065-3646-4945-B8E2-F64C63498132}" type="presParOf" srcId="{DE9E4A19-CAE9-47E1-98DC-5177A17AA0A2}" destId="{20CE5D94-5984-495A-860F-44A5F439B145}" srcOrd="0" destOrd="0" presId="urn:microsoft.com/office/officeart/2005/8/layout/orgChart1"/>
    <dgm:cxn modelId="{716A3E28-4462-4342-A07E-DC955D7783A9}" type="presParOf" srcId="{DE9E4A19-CAE9-47E1-98DC-5177A17AA0A2}" destId="{78904C65-4B2E-4FE3-A990-FA9A93C28ACD}" srcOrd="1" destOrd="0" presId="urn:microsoft.com/office/officeart/2005/8/layout/orgChart1"/>
    <dgm:cxn modelId="{7FBBC698-5609-44D9-A327-BD9CC561641E}" type="presParOf" srcId="{ED26F748-52B6-4BC4-8F54-041265391A77}" destId="{F5964348-2387-4CC7-8E14-A13ADAA163F9}" srcOrd="1" destOrd="0" presId="urn:microsoft.com/office/officeart/2005/8/layout/orgChart1"/>
    <dgm:cxn modelId="{1F3549D0-2587-4494-A01A-CC58691F855E}" type="presParOf" srcId="{ED26F748-52B6-4BC4-8F54-041265391A77}" destId="{BB160052-175E-4FE4-A87E-8D47042606BC}" srcOrd="2" destOrd="0" presId="urn:microsoft.com/office/officeart/2005/8/layout/orgChart1"/>
    <dgm:cxn modelId="{A466D3DC-50D2-4A70-A735-2988D630B4BB}" type="presParOf" srcId="{CE22A95D-8CD3-4511-AB6E-8DA58E338D51}" destId="{277A0731-F2E9-4E1A-A4F1-F888746617CD}" srcOrd="2" destOrd="0" presId="urn:microsoft.com/office/officeart/2005/8/layout/orgChart1"/>
    <dgm:cxn modelId="{7C6056E6-F1D2-4159-815D-9AEC60727890}" type="presParOf" srcId="{4FA6D658-DE86-4C46-8412-A6FDD68EF12D}" destId="{3C3D9D40-67BA-4A87-AEF1-7CDA4E58B5CD}" srcOrd="8" destOrd="0" presId="urn:microsoft.com/office/officeart/2005/8/layout/orgChart1"/>
    <dgm:cxn modelId="{FD33BD97-8692-4388-9CED-B5C1994C2EBC}" type="presParOf" srcId="{4FA6D658-DE86-4C46-8412-A6FDD68EF12D}" destId="{5404B5C0-9EE5-4BAA-8341-0D5F2C3BCC2F}" srcOrd="9" destOrd="0" presId="urn:microsoft.com/office/officeart/2005/8/layout/orgChart1"/>
    <dgm:cxn modelId="{FF48ED5F-7F16-4104-AD03-40E7FB9F631D}" type="presParOf" srcId="{5404B5C0-9EE5-4BAA-8341-0D5F2C3BCC2F}" destId="{F53D1943-C223-481F-A085-DC72E1D6F324}" srcOrd="0" destOrd="0" presId="urn:microsoft.com/office/officeart/2005/8/layout/orgChart1"/>
    <dgm:cxn modelId="{65403120-5C6A-44FB-84D2-853783951692}" type="presParOf" srcId="{F53D1943-C223-481F-A085-DC72E1D6F324}" destId="{C6BE2EAC-7F7C-41A6-A549-50188A798350}" srcOrd="0" destOrd="0" presId="urn:microsoft.com/office/officeart/2005/8/layout/orgChart1"/>
    <dgm:cxn modelId="{D08AECDF-ED5F-4ED6-839D-0167C9BA8A62}" type="presParOf" srcId="{F53D1943-C223-481F-A085-DC72E1D6F324}" destId="{2F09B4F0-32EA-4EC4-A510-9D9EDCEAA378}" srcOrd="1" destOrd="0" presId="urn:microsoft.com/office/officeart/2005/8/layout/orgChart1"/>
    <dgm:cxn modelId="{EE854736-BB54-4CE2-B068-ACDE6181D1F6}" type="presParOf" srcId="{5404B5C0-9EE5-4BAA-8341-0D5F2C3BCC2F}" destId="{46A0CCD3-1151-49A3-BEB2-4D89A5D31989}" srcOrd="1" destOrd="0" presId="urn:microsoft.com/office/officeart/2005/8/layout/orgChart1"/>
    <dgm:cxn modelId="{EE5F5802-11E6-403E-B10D-B016A9174DF3}" type="presParOf" srcId="{46A0CCD3-1151-49A3-BEB2-4D89A5D31989}" destId="{25B610E0-E3A9-4637-AA51-0E619B5F91AE}" srcOrd="0" destOrd="0" presId="urn:microsoft.com/office/officeart/2005/8/layout/orgChart1"/>
    <dgm:cxn modelId="{4D626409-E0B4-479B-B2E0-B84EC65A7297}" type="presParOf" srcId="{46A0CCD3-1151-49A3-BEB2-4D89A5D31989}" destId="{DFC09A1B-43AE-48C4-811D-A574353CA3CC}" srcOrd="1" destOrd="0" presId="urn:microsoft.com/office/officeart/2005/8/layout/orgChart1"/>
    <dgm:cxn modelId="{83A05C42-4601-4088-B000-0BE8B9686E0F}" type="presParOf" srcId="{DFC09A1B-43AE-48C4-811D-A574353CA3CC}" destId="{71B65B82-9E81-4D34-91C4-B9D733BB2283}" srcOrd="0" destOrd="0" presId="urn:microsoft.com/office/officeart/2005/8/layout/orgChart1"/>
    <dgm:cxn modelId="{7A107985-3362-4CDB-A310-BBD3364430B9}" type="presParOf" srcId="{71B65B82-9E81-4D34-91C4-B9D733BB2283}" destId="{A78B89C2-3C0C-4AD6-98A8-EAAE3FC32872}" srcOrd="0" destOrd="0" presId="urn:microsoft.com/office/officeart/2005/8/layout/orgChart1"/>
    <dgm:cxn modelId="{5B17B3E7-0EF6-41D1-B9EE-ECBDEF30D61C}" type="presParOf" srcId="{71B65B82-9E81-4D34-91C4-B9D733BB2283}" destId="{25597B5D-037E-4BDD-B0CA-E2175B8D5F6D}" srcOrd="1" destOrd="0" presId="urn:microsoft.com/office/officeart/2005/8/layout/orgChart1"/>
    <dgm:cxn modelId="{448025C5-3895-4CF6-8B64-A250F2AB9B94}" type="presParOf" srcId="{DFC09A1B-43AE-48C4-811D-A574353CA3CC}" destId="{A7F7D85A-BB5C-4F64-B515-506C262CCB24}" srcOrd="1" destOrd="0" presId="urn:microsoft.com/office/officeart/2005/8/layout/orgChart1"/>
    <dgm:cxn modelId="{965DD257-1473-4C3F-A3CD-01A152C17FEF}" type="presParOf" srcId="{DFC09A1B-43AE-48C4-811D-A574353CA3CC}" destId="{D5F43B31-6039-4638-A5AD-BF7AD99BD719}" srcOrd="2" destOrd="0" presId="urn:microsoft.com/office/officeart/2005/8/layout/orgChart1"/>
    <dgm:cxn modelId="{E4EDE95B-7C2A-4921-962D-AD24AA6AB42B}" type="presParOf" srcId="{46A0CCD3-1151-49A3-BEB2-4D89A5D31989}" destId="{F8C2E478-BA06-402C-A365-8F3431CB5A90}" srcOrd="2" destOrd="0" presId="urn:microsoft.com/office/officeart/2005/8/layout/orgChart1"/>
    <dgm:cxn modelId="{3E11E728-15FE-4223-94B2-31C8E6F7F824}" type="presParOf" srcId="{46A0CCD3-1151-49A3-BEB2-4D89A5D31989}" destId="{B957CBEF-5038-446E-BFB2-42C589856DE8}" srcOrd="3" destOrd="0" presId="urn:microsoft.com/office/officeart/2005/8/layout/orgChart1"/>
    <dgm:cxn modelId="{7A74D7A9-7C4F-4DFB-AF4C-6E6A5D02080D}" type="presParOf" srcId="{B957CBEF-5038-446E-BFB2-42C589856DE8}" destId="{2F11854E-BFE6-4986-A4C9-6369D73EFF03}" srcOrd="0" destOrd="0" presId="urn:microsoft.com/office/officeart/2005/8/layout/orgChart1"/>
    <dgm:cxn modelId="{B658338F-9022-4C2A-9694-8B72C93A90E6}" type="presParOf" srcId="{2F11854E-BFE6-4986-A4C9-6369D73EFF03}" destId="{E8CD64DC-D6EF-4FFA-9037-0FD1211118A2}" srcOrd="0" destOrd="0" presId="urn:microsoft.com/office/officeart/2005/8/layout/orgChart1"/>
    <dgm:cxn modelId="{7317A732-153E-4C1F-9C8A-C3404D397D4C}" type="presParOf" srcId="{2F11854E-BFE6-4986-A4C9-6369D73EFF03}" destId="{7DA04107-625D-452D-9830-091A664D799A}" srcOrd="1" destOrd="0" presId="urn:microsoft.com/office/officeart/2005/8/layout/orgChart1"/>
    <dgm:cxn modelId="{B6D8C289-B1D9-4E36-B233-5CB954B92181}" type="presParOf" srcId="{B957CBEF-5038-446E-BFB2-42C589856DE8}" destId="{BBD3C229-A3AF-44C5-8988-368DF028749C}" srcOrd="1" destOrd="0" presId="urn:microsoft.com/office/officeart/2005/8/layout/orgChart1"/>
    <dgm:cxn modelId="{1A8C8B2A-CF3C-4571-A644-78731256EF5F}" type="presParOf" srcId="{B957CBEF-5038-446E-BFB2-42C589856DE8}" destId="{765695BB-2811-49B5-8647-0151F503609C}" srcOrd="2" destOrd="0" presId="urn:microsoft.com/office/officeart/2005/8/layout/orgChart1"/>
    <dgm:cxn modelId="{F4295418-32D4-4589-B10E-499B864D96DA}" type="presParOf" srcId="{46A0CCD3-1151-49A3-BEB2-4D89A5D31989}" destId="{9A125499-7AC5-4F0A-AF35-A1E0F0E4A643}" srcOrd="4" destOrd="0" presId="urn:microsoft.com/office/officeart/2005/8/layout/orgChart1"/>
    <dgm:cxn modelId="{81275B3A-F237-48B4-B049-A8D4F84CAD26}" type="presParOf" srcId="{46A0CCD3-1151-49A3-BEB2-4D89A5D31989}" destId="{2BA08A45-2DEA-4CD6-880A-6B21D0FCF94B}" srcOrd="5" destOrd="0" presId="urn:microsoft.com/office/officeart/2005/8/layout/orgChart1"/>
    <dgm:cxn modelId="{79C9276B-85AF-43D6-B64E-2268A4B94623}" type="presParOf" srcId="{2BA08A45-2DEA-4CD6-880A-6B21D0FCF94B}" destId="{AA5A2F1B-9713-4544-A323-7D6F051271B0}" srcOrd="0" destOrd="0" presId="urn:microsoft.com/office/officeart/2005/8/layout/orgChart1"/>
    <dgm:cxn modelId="{5C4131AF-B69F-4C87-9978-70F0E8E15D0F}" type="presParOf" srcId="{AA5A2F1B-9713-4544-A323-7D6F051271B0}" destId="{596824FE-DB96-4D61-84D0-CD5E86F583B6}" srcOrd="0" destOrd="0" presId="urn:microsoft.com/office/officeart/2005/8/layout/orgChart1"/>
    <dgm:cxn modelId="{9C4AEB46-F9BC-480B-9755-F4E36FF02FFC}" type="presParOf" srcId="{AA5A2F1B-9713-4544-A323-7D6F051271B0}" destId="{0AE2027E-13C2-4F90-897E-A3D3D17250C1}" srcOrd="1" destOrd="0" presId="urn:microsoft.com/office/officeart/2005/8/layout/orgChart1"/>
    <dgm:cxn modelId="{B70FAD07-34C6-4CEB-932C-0950D9522CA6}" type="presParOf" srcId="{2BA08A45-2DEA-4CD6-880A-6B21D0FCF94B}" destId="{015237AE-E0FA-4401-95B0-0E675EBB6325}" srcOrd="1" destOrd="0" presId="urn:microsoft.com/office/officeart/2005/8/layout/orgChart1"/>
    <dgm:cxn modelId="{5B7368A5-5451-409A-AA9B-0995657C6F70}" type="presParOf" srcId="{2BA08A45-2DEA-4CD6-880A-6B21D0FCF94B}" destId="{04D515C8-AAA6-4259-9B56-4B0DC5139162}" srcOrd="2" destOrd="0" presId="urn:microsoft.com/office/officeart/2005/8/layout/orgChart1"/>
    <dgm:cxn modelId="{1F5AD05E-8C40-4106-8B18-831F5EF10EA9}" type="presParOf" srcId="{46A0CCD3-1151-49A3-BEB2-4D89A5D31989}" destId="{099FBC4D-8A4F-4FFA-BF2E-6484575414AD}" srcOrd="6" destOrd="0" presId="urn:microsoft.com/office/officeart/2005/8/layout/orgChart1"/>
    <dgm:cxn modelId="{768AF479-4EC2-4436-BDB9-BAF85A83D954}" type="presParOf" srcId="{46A0CCD3-1151-49A3-BEB2-4D89A5D31989}" destId="{941B029C-F9B8-45BE-93BE-834ACBE76D77}" srcOrd="7" destOrd="0" presId="urn:microsoft.com/office/officeart/2005/8/layout/orgChart1"/>
    <dgm:cxn modelId="{15E3F696-8104-4183-8882-EABCC16EAF6A}" type="presParOf" srcId="{941B029C-F9B8-45BE-93BE-834ACBE76D77}" destId="{F9252B97-1E88-4AA2-88CE-116E0081B9AF}" srcOrd="0" destOrd="0" presId="urn:microsoft.com/office/officeart/2005/8/layout/orgChart1"/>
    <dgm:cxn modelId="{50398B42-5815-4326-A5A7-52E620ED3D03}" type="presParOf" srcId="{F9252B97-1E88-4AA2-88CE-116E0081B9AF}" destId="{22E4E52E-6664-427C-9C65-E4EDF93C6A99}" srcOrd="0" destOrd="0" presId="urn:microsoft.com/office/officeart/2005/8/layout/orgChart1"/>
    <dgm:cxn modelId="{B98A3FDC-9366-4FAD-B74E-553699B76B4F}" type="presParOf" srcId="{F9252B97-1E88-4AA2-88CE-116E0081B9AF}" destId="{3918B9E3-D868-4E53-B721-2DB8C5C8B7A5}" srcOrd="1" destOrd="0" presId="urn:microsoft.com/office/officeart/2005/8/layout/orgChart1"/>
    <dgm:cxn modelId="{56710D27-BC97-45F9-96C0-FC110FC25701}" type="presParOf" srcId="{941B029C-F9B8-45BE-93BE-834ACBE76D77}" destId="{18B7E054-0430-4867-870E-5CE7311C5DA7}" srcOrd="1" destOrd="0" presId="urn:microsoft.com/office/officeart/2005/8/layout/orgChart1"/>
    <dgm:cxn modelId="{759E5351-1572-44E9-840D-5A0C0AB3C52B}" type="presParOf" srcId="{941B029C-F9B8-45BE-93BE-834ACBE76D77}" destId="{82325842-265C-4434-B4D1-07467489C8FE}" srcOrd="2" destOrd="0" presId="urn:microsoft.com/office/officeart/2005/8/layout/orgChart1"/>
    <dgm:cxn modelId="{FE610C72-AAA4-409C-A0C5-22E1E82FAC6D}" type="presParOf" srcId="{46A0CCD3-1151-49A3-BEB2-4D89A5D31989}" destId="{28484AD3-CE3A-45FD-8604-5FB38B234876}" srcOrd="8" destOrd="0" presId="urn:microsoft.com/office/officeart/2005/8/layout/orgChart1"/>
    <dgm:cxn modelId="{9A4F5F3E-9AD3-4988-B40E-49DBBBF290D1}" type="presParOf" srcId="{46A0CCD3-1151-49A3-BEB2-4D89A5D31989}" destId="{41A30C0C-5445-47A7-8312-41332B9C119C}" srcOrd="9" destOrd="0" presId="urn:microsoft.com/office/officeart/2005/8/layout/orgChart1"/>
    <dgm:cxn modelId="{881EB1BA-03B6-4734-AC75-230CE4BA064E}" type="presParOf" srcId="{41A30C0C-5445-47A7-8312-41332B9C119C}" destId="{74CA56FC-D2A6-4458-8852-B0310C0BB13F}" srcOrd="0" destOrd="0" presId="urn:microsoft.com/office/officeart/2005/8/layout/orgChart1"/>
    <dgm:cxn modelId="{A8CDD823-5F0C-4FC3-9013-A8ACAE49F19D}" type="presParOf" srcId="{74CA56FC-D2A6-4458-8852-B0310C0BB13F}" destId="{3E0890E9-8301-4EA9-8389-75F60A521E6E}" srcOrd="0" destOrd="0" presId="urn:microsoft.com/office/officeart/2005/8/layout/orgChart1"/>
    <dgm:cxn modelId="{DB1CAE9C-2A1F-4907-870E-B78D5609424E}" type="presParOf" srcId="{74CA56FC-D2A6-4458-8852-B0310C0BB13F}" destId="{C74143D4-686C-440A-98F9-DA0D451B8E18}" srcOrd="1" destOrd="0" presId="urn:microsoft.com/office/officeart/2005/8/layout/orgChart1"/>
    <dgm:cxn modelId="{BBA04502-8D71-49D5-B65A-BC66623EDF6F}" type="presParOf" srcId="{41A30C0C-5445-47A7-8312-41332B9C119C}" destId="{0D2F097F-C38A-46C8-A635-54473BBFA540}" srcOrd="1" destOrd="0" presId="urn:microsoft.com/office/officeart/2005/8/layout/orgChart1"/>
    <dgm:cxn modelId="{CDA12A84-E3F0-4376-A74D-E1A04A9DD355}" type="presParOf" srcId="{41A30C0C-5445-47A7-8312-41332B9C119C}" destId="{5DA73BED-2771-4754-9669-073D8E33A84E}" srcOrd="2" destOrd="0" presId="urn:microsoft.com/office/officeart/2005/8/layout/orgChart1"/>
    <dgm:cxn modelId="{85436597-BEDD-4B35-B606-5FD7C5495737}" type="presParOf" srcId="{5404B5C0-9EE5-4BAA-8341-0D5F2C3BCC2F}" destId="{A8CE4E2B-4A32-4B4A-94FC-752D31B1E9FD}" srcOrd="2" destOrd="0" presId="urn:microsoft.com/office/officeart/2005/8/layout/orgChart1"/>
    <dgm:cxn modelId="{B36E2E39-5F80-400A-AAAF-75B094563CE3}" type="presParOf" srcId="{4FA6D658-DE86-4C46-8412-A6FDD68EF12D}" destId="{CB6AF9CC-E0DD-48ED-A3A0-879D315CB6BE}" srcOrd="10" destOrd="0" presId="urn:microsoft.com/office/officeart/2005/8/layout/orgChart1"/>
    <dgm:cxn modelId="{C816594D-10AF-455A-AF41-384B120043C1}" type="presParOf" srcId="{4FA6D658-DE86-4C46-8412-A6FDD68EF12D}" destId="{AFDBD4EC-9301-4CDA-BA87-535FA1C7BB59}" srcOrd="11" destOrd="0" presId="urn:microsoft.com/office/officeart/2005/8/layout/orgChart1"/>
    <dgm:cxn modelId="{77D20021-8F85-4865-BAF0-61F9EF2BB2C9}" type="presParOf" srcId="{AFDBD4EC-9301-4CDA-BA87-535FA1C7BB59}" destId="{EFD7D2CF-1209-4DBE-B0FB-B2EFCFBC08DB}" srcOrd="0" destOrd="0" presId="urn:microsoft.com/office/officeart/2005/8/layout/orgChart1"/>
    <dgm:cxn modelId="{0ED41D92-8432-442E-84D0-0DE6D76D31FD}" type="presParOf" srcId="{EFD7D2CF-1209-4DBE-B0FB-B2EFCFBC08DB}" destId="{98E4C7B8-D09D-417F-94F3-C109DBAF1D2E}" srcOrd="0" destOrd="0" presId="urn:microsoft.com/office/officeart/2005/8/layout/orgChart1"/>
    <dgm:cxn modelId="{819D0598-B0B1-4517-A92D-FDBAB9B3DFD7}" type="presParOf" srcId="{EFD7D2CF-1209-4DBE-B0FB-B2EFCFBC08DB}" destId="{89B34B0C-FDBC-453D-BA06-619E30230558}" srcOrd="1" destOrd="0" presId="urn:microsoft.com/office/officeart/2005/8/layout/orgChart1"/>
    <dgm:cxn modelId="{1F201D43-7FD3-46EF-8CE1-7A28E78B3AE9}" type="presParOf" srcId="{AFDBD4EC-9301-4CDA-BA87-535FA1C7BB59}" destId="{84F70A1E-76F7-46BC-9304-089DCA4AE436}" srcOrd="1" destOrd="0" presId="urn:microsoft.com/office/officeart/2005/8/layout/orgChart1"/>
    <dgm:cxn modelId="{2756F208-66C6-4D02-86A7-5F97443A21FC}" type="presParOf" srcId="{84F70A1E-76F7-46BC-9304-089DCA4AE436}" destId="{593EEEB3-E2C6-433B-BA57-6807802AD3C3}" srcOrd="0" destOrd="0" presId="urn:microsoft.com/office/officeart/2005/8/layout/orgChart1"/>
    <dgm:cxn modelId="{498C40F8-7F11-4E84-946B-502C2253B5E0}" type="presParOf" srcId="{84F70A1E-76F7-46BC-9304-089DCA4AE436}" destId="{C4E41779-BADA-4D38-86E6-8F7FA08FF4A0}" srcOrd="1" destOrd="0" presId="urn:microsoft.com/office/officeart/2005/8/layout/orgChart1"/>
    <dgm:cxn modelId="{5CB987BF-8F3B-4AEF-8369-7D7E042A5C24}" type="presParOf" srcId="{C4E41779-BADA-4D38-86E6-8F7FA08FF4A0}" destId="{7CDD0E5C-15C4-430E-8AF7-B38D8192A6B8}" srcOrd="0" destOrd="0" presId="urn:microsoft.com/office/officeart/2005/8/layout/orgChart1"/>
    <dgm:cxn modelId="{D7A201B2-6EDC-49EF-83DE-4FD3C84C85AB}" type="presParOf" srcId="{7CDD0E5C-15C4-430E-8AF7-B38D8192A6B8}" destId="{6B303DEE-BB34-46A7-92BA-83E9330CE9B4}" srcOrd="0" destOrd="0" presId="urn:microsoft.com/office/officeart/2005/8/layout/orgChart1"/>
    <dgm:cxn modelId="{4DD351F4-348A-4C49-BF83-7D0BE2F6C6A8}" type="presParOf" srcId="{7CDD0E5C-15C4-430E-8AF7-B38D8192A6B8}" destId="{4C9FECA8-99F9-40FB-B6C3-471FFD4C1DE8}" srcOrd="1" destOrd="0" presId="urn:microsoft.com/office/officeart/2005/8/layout/orgChart1"/>
    <dgm:cxn modelId="{60A563C5-4D5A-4188-9E96-16BDA5A6A0A4}" type="presParOf" srcId="{C4E41779-BADA-4D38-86E6-8F7FA08FF4A0}" destId="{6DEA27DB-FC78-46A1-9A0D-803722F913D8}" srcOrd="1" destOrd="0" presId="urn:microsoft.com/office/officeart/2005/8/layout/orgChart1"/>
    <dgm:cxn modelId="{312A3267-E31D-4C8A-A7C3-BD62601F2B9A}" type="presParOf" srcId="{C4E41779-BADA-4D38-86E6-8F7FA08FF4A0}" destId="{79F9E5EB-4E69-428D-9E18-E2569F3BF4AA}" srcOrd="2" destOrd="0" presId="urn:microsoft.com/office/officeart/2005/8/layout/orgChart1"/>
    <dgm:cxn modelId="{419D8998-EFF4-4D03-A9BA-C28D6FC06DE8}" type="presParOf" srcId="{84F70A1E-76F7-46BC-9304-089DCA4AE436}" destId="{787AA96A-3E7B-47C6-8C9B-720A376BEFF1}" srcOrd="2" destOrd="0" presId="urn:microsoft.com/office/officeart/2005/8/layout/orgChart1"/>
    <dgm:cxn modelId="{1C960D07-17E3-4D66-99A3-1E043D96CE0C}" type="presParOf" srcId="{84F70A1E-76F7-46BC-9304-089DCA4AE436}" destId="{08F76047-0F41-45F9-91DC-3E5B58BFA189}" srcOrd="3" destOrd="0" presId="urn:microsoft.com/office/officeart/2005/8/layout/orgChart1"/>
    <dgm:cxn modelId="{5494D797-8B47-420A-A646-8ABA308D39DA}" type="presParOf" srcId="{08F76047-0F41-45F9-91DC-3E5B58BFA189}" destId="{AD53BFD4-8912-4C52-99E8-A92A405CE06E}" srcOrd="0" destOrd="0" presId="urn:microsoft.com/office/officeart/2005/8/layout/orgChart1"/>
    <dgm:cxn modelId="{4D23E9AB-C84A-42F8-BF9C-BDAF08DAFF13}" type="presParOf" srcId="{AD53BFD4-8912-4C52-99E8-A92A405CE06E}" destId="{F7343356-C84D-4E81-B8F9-C3CCFB44A974}" srcOrd="0" destOrd="0" presId="urn:microsoft.com/office/officeart/2005/8/layout/orgChart1"/>
    <dgm:cxn modelId="{4B82CCC7-0FA3-4B98-9633-51FD485C33E5}" type="presParOf" srcId="{AD53BFD4-8912-4C52-99E8-A92A405CE06E}" destId="{30B94926-E3A7-40F3-B0E6-B3D8871B9FA2}" srcOrd="1" destOrd="0" presId="urn:microsoft.com/office/officeart/2005/8/layout/orgChart1"/>
    <dgm:cxn modelId="{EB6887CE-3A20-47F8-8B0D-CAF9798A56C0}" type="presParOf" srcId="{08F76047-0F41-45F9-91DC-3E5B58BFA189}" destId="{B895F737-2E79-419A-A716-5CF8F4B7017D}" srcOrd="1" destOrd="0" presId="urn:microsoft.com/office/officeart/2005/8/layout/orgChart1"/>
    <dgm:cxn modelId="{B5FFCB29-C6C9-4A00-BDFD-8B672EDA6A2A}" type="presParOf" srcId="{08F76047-0F41-45F9-91DC-3E5B58BFA189}" destId="{AA6CD171-05AB-4539-A677-BDD5B10F4A31}" srcOrd="2" destOrd="0" presId="urn:microsoft.com/office/officeart/2005/8/layout/orgChart1"/>
    <dgm:cxn modelId="{C2DBA60C-8AF7-4074-B86E-00B395D42773}" type="presParOf" srcId="{84F70A1E-76F7-46BC-9304-089DCA4AE436}" destId="{421B25BA-3C47-438E-8E08-B1AB7828EA66}" srcOrd="4" destOrd="0" presId="urn:microsoft.com/office/officeart/2005/8/layout/orgChart1"/>
    <dgm:cxn modelId="{1A2E2069-D73B-4AA5-BCB8-C9B1C04EA813}" type="presParOf" srcId="{84F70A1E-76F7-46BC-9304-089DCA4AE436}" destId="{36EC2CF5-5024-4F44-B762-DB2C1B65809C}" srcOrd="5" destOrd="0" presId="urn:microsoft.com/office/officeart/2005/8/layout/orgChart1"/>
    <dgm:cxn modelId="{170301EC-CA00-4DE6-B23D-F02DACB3C6BB}" type="presParOf" srcId="{36EC2CF5-5024-4F44-B762-DB2C1B65809C}" destId="{CB0D8F8A-8A40-45B7-BFA9-49319FCA7AAF}" srcOrd="0" destOrd="0" presId="urn:microsoft.com/office/officeart/2005/8/layout/orgChart1"/>
    <dgm:cxn modelId="{6D795423-C8B1-438A-828D-F3347BE24805}" type="presParOf" srcId="{CB0D8F8A-8A40-45B7-BFA9-49319FCA7AAF}" destId="{1050F1E9-23D6-45D5-8E83-BC8A3251926E}" srcOrd="0" destOrd="0" presId="urn:microsoft.com/office/officeart/2005/8/layout/orgChart1"/>
    <dgm:cxn modelId="{099EE858-F66D-46FE-82A6-35593B8567B6}" type="presParOf" srcId="{CB0D8F8A-8A40-45B7-BFA9-49319FCA7AAF}" destId="{7039C5EC-11D0-433F-9587-3F9353DE42F3}" srcOrd="1" destOrd="0" presId="urn:microsoft.com/office/officeart/2005/8/layout/orgChart1"/>
    <dgm:cxn modelId="{8CB33AE6-B6BE-4F8C-80E5-311E7DD3EB07}" type="presParOf" srcId="{36EC2CF5-5024-4F44-B762-DB2C1B65809C}" destId="{5A9EE62B-C26D-48DF-ABE9-4927F685A439}" srcOrd="1" destOrd="0" presId="urn:microsoft.com/office/officeart/2005/8/layout/orgChart1"/>
    <dgm:cxn modelId="{90F9BC56-4469-4CD6-AA59-2CBFAD7E4351}" type="presParOf" srcId="{36EC2CF5-5024-4F44-B762-DB2C1B65809C}" destId="{115C4BEF-7DEE-4156-9669-9A83676C7480}" srcOrd="2" destOrd="0" presId="urn:microsoft.com/office/officeart/2005/8/layout/orgChart1"/>
    <dgm:cxn modelId="{07EB95A0-E950-4FA5-9F26-F10AA6515A86}" type="presParOf" srcId="{84F70A1E-76F7-46BC-9304-089DCA4AE436}" destId="{833379D8-365A-4F50-AA02-6826BAA96EEE}" srcOrd="6" destOrd="0" presId="urn:microsoft.com/office/officeart/2005/8/layout/orgChart1"/>
    <dgm:cxn modelId="{19709404-67E9-495F-85FF-BEF3DC6A34D9}" type="presParOf" srcId="{84F70A1E-76F7-46BC-9304-089DCA4AE436}" destId="{F2E683DA-A837-44FF-BA91-60E15DF9FC8D}" srcOrd="7" destOrd="0" presId="urn:microsoft.com/office/officeart/2005/8/layout/orgChart1"/>
    <dgm:cxn modelId="{8B2546A5-9F93-4E00-9208-8D0F64133FBD}" type="presParOf" srcId="{F2E683DA-A837-44FF-BA91-60E15DF9FC8D}" destId="{95F1C4D9-BEAE-4A86-AF8B-FDBE66C3C49F}" srcOrd="0" destOrd="0" presId="urn:microsoft.com/office/officeart/2005/8/layout/orgChart1"/>
    <dgm:cxn modelId="{CE4866DB-8F58-49D5-B352-BFD80AC72ECA}" type="presParOf" srcId="{95F1C4D9-BEAE-4A86-AF8B-FDBE66C3C49F}" destId="{FD7D150C-6165-4CE0-BF02-8885D6498FA9}" srcOrd="0" destOrd="0" presId="urn:microsoft.com/office/officeart/2005/8/layout/orgChart1"/>
    <dgm:cxn modelId="{D829D4BB-7BF5-430E-BA06-80FC4B0D09F1}" type="presParOf" srcId="{95F1C4D9-BEAE-4A86-AF8B-FDBE66C3C49F}" destId="{E61C036D-1A55-4F06-8F71-DCB0CA995547}" srcOrd="1" destOrd="0" presId="urn:microsoft.com/office/officeart/2005/8/layout/orgChart1"/>
    <dgm:cxn modelId="{5B72766F-5053-43CF-BEBC-473DCAFE2BF8}" type="presParOf" srcId="{F2E683DA-A837-44FF-BA91-60E15DF9FC8D}" destId="{9C2B742C-DB82-4467-867F-B91093156CC4}" srcOrd="1" destOrd="0" presId="urn:microsoft.com/office/officeart/2005/8/layout/orgChart1"/>
    <dgm:cxn modelId="{5DFD9F7E-3FC5-42F4-AC47-F280E42AC856}" type="presParOf" srcId="{F2E683DA-A837-44FF-BA91-60E15DF9FC8D}" destId="{662EDE5E-A5E5-469D-ACD7-6982D4C3B995}" srcOrd="2" destOrd="0" presId="urn:microsoft.com/office/officeart/2005/8/layout/orgChart1"/>
    <dgm:cxn modelId="{19FC11B8-42A1-4B62-8430-B413FF240EC7}" type="presParOf" srcId="{AFDBD4EC-9301-4CDA-BA87-535FA1C7BB59}" destId="{EC97C686-DF06-4D52-9C66-441FBE8A6D96}" srcOrd="2" destOrd="0" presId="urn:microsoft.com/office/officeart/2005/8/layout/orgChart1"/>
    <dgm:cxn modelId="{7C46BED0-F215-4463-83D6-C24A79148033}" type="presParOf" srcId="{4FA6D658-DE86-4C46-8412-A6FDD68EF12D}" destId="{EE7F3FE1-4956-4B14-A005-1B548896A623}" srcOrd="12" destOrd="0" presId="urn:microsoft.com/office/officeart/2005/8/layout/orgChart1"/>
    <dgm:cxn modelId="{D422E10F-8ADB-43AD-BF26-19C0E6FBBC9E}" type="presParOf" srcId="{4FA6D658-DE86-4C46-8412-A6FDD68EF12D}" destId="{8B0F6A13-0FCD-442A-BFB0-09805C17E491}" srcOrd="13" destOrd="0" presId="urn:microsoft.com/office/officeart/2005/8/layout/orgChart1"/>
    <dgm:cxn modelId="{7F15CA5F-E137-44CE-8068-1A337D011A46}" type="presParOf" srcId="{8B0F6A13-0FCD-442A-BFB0-09805C17E491}" destId="{70A5D49D-9C39-4DBE-93EA-4C59C758A244}" srcOrd="0" destOrd="0" presId="urn:microsoft.com/office/officeart/2005/8/layout/orgChart1"/>
    <dgm:cxn modelId="{BA7F1522-3ABE-4D5A-86BB-BE2668C081B8}" type="presParOf" srcId="{70A5D49D-9C39-4DBE-93EA-4C59C758A244}" destId="{05BA9CF9-D03A-4248-9C18-61A3B7D14EE6}" srcOrd="0" destOrd="0" presId="urn:microsoft.com/office/officeart/2005/8/layout/orgChart1"/>
    <dgm:cxn modelId="{147DFA47-79D2-457B-AF0E-59674EDB95F6}" type="presParOf" srcId="{70A5D49D-9C39-4DBE-93EA-4C59C758A244}" destId="{40FBE706-DA34-4D08-BBF5-792F69C08DA7}" srcOrd="1" destOrd="0" presId="urn:microsoft.com/office/officeart/2005/8/layout/orgChart1"/>
    <dgm:cxn modelId="{52B6C2AD-AD05-4DB6-BD5D-8C64778E820D}" type="presParOf" srcId="{8B0F6A13-0FCD-442A-BFB0-09805C17E491}" destId="{A6A71BBD-5646-47D3-8181-550623709D62}" srcOrd="1" destOrd="0" presId="urn:microsoft.com/office/officeart/2005/8/layout/orgChart1"/>
    <dgm:cxn modelId="{6C040932-6DC0-4EA2-B943-9E79EAE8D952}" type="presParOf" srcId="{8B0F6A13-0FCD-442A-BFB0-09805C17E491}" destId="{AF7D3BF8-C75E-466D-94A8-E1761BE6C427}" srcOrd="2" destOrd="0" presId="urn:microsoft.com/office/officeart/2005/8/layout/orgChart1"/>
    <dgm:cxn modelId="{CCA75B65-9A09-4614-9813-5236A2D276C6}" type="presParOf" srcId="{AF7D3BF8-C75E-466D-94A8-E1761BE6C427}" destId="{022097E0-9437-4DA8-BE2C-5DD176283DE1}" srcOrd="0" destOrd="0" presId="urn:microsoft.com/office/officeart/2005/8/layout/orgChart1"/>
    <dgm:cxn modelId="{A2C7BD5C-06BC-4496-B0BB-5570E7A91A21}" type="presParOf" srcId="{AF7D3BF8-C75E-466D-94A8-E1761BE6C427}" destId="{B21BE172-EAFC-4524-9131-DE8A609C00BC}" srcOrd="1" destOrd="0" presId="urn:microsoft.com/office/officeart/2005/8/layout/orgChart1"/>
    <dgm:cxn modelId="{58D86DAE-8475-47D2-88E6-29F369B85A7A}" type="presParOf" srcId="{B21BE172-EAFC-4524-9131-DE8A609C00BC}" destId="{CF3E37EC-6871-47B8-9F66-C18081E74761}" srcOrd="0" destOrd="0" presId="urn:microsoft.com/office/officeart/2005/8/layout/orgChart1"/>
    <dgm:cxn modelId="{BC193516-F89B-49B2-BC92-B5B7A24D9BDC}" type="presParOf" srcId="{CF3E37EC-6871-47B8-9F66-C18081E74761}" destId="{F5DFB6A4-651B-452E-8724-DFA30DC25429}" srcOrd="0" destOrd="0" presId="urn:microsoft.com/office/officeart/2005/8/layout/orgChart1"/>
    <dgm:cxn modelId="{2BDC38FC-B555-43E4-A107-9EDB1486BADA}" type="presParOf" srcId="{CF3E37EC-6871-47B8-9F66-C18081E74761}" destId="{9DB70725-0C65-4C56-882C-A0EB7D60D864}" srcOrd="1" destOrd="0" presId="urn:microsoft.com/office/officeart/2005/8/layout/orgChart1"/>
    <dgm:cxn modelId="{FE5FDBD9-D393-46CD-BC27-3074ED591E42}" type="presParOf" srcId="{B21BE172-EAFC-4524-9131-DE8A609C00BC}" destId="{005BB85E-F44A-48C8-9D2E-F60676B96ADA}" srcOrd="1" destOrd="0" presId="urn:microsoft.com/office/officeart/2005/8/layout/orgChart1"/>
    <dgm:cxn modelId="{4A2FE7BB-040B-4B36-ABAB-CA1F6900A762}" type="presParOf" srcId="{B21BE172-EAFC-4524-9131-DE8A609C00BC}" destId="{91E567BC-8F70-490A-BF23-7E91EEA71434}" srcOrd="2" destOrd="0" presId="urn:microsoft.com/office/officeart/2005/8/layout/orgChart1"/>
    <dgm:cxn modelId="{823112BA-01B4-4919-82C1-C9CF1770CF5B}" type="presParOf" srcId="{AF7D3BF8-C75E-466D-94A8-E1761BE6C427}" destId="{E43E9CC3-54EA-406E-8A7E-B886C936FFA9}" srcOrd="2" destOrd="0" presId="urn:microsoft.com/office/officeart/2005/8/layout/orgChart1"/>
    <dgm:cxn modelId="{F39F9484-AD93-402F-BF92-F562EDA322C8}" type="presParOf" srcId="{AF7D3BF8-C75E-466D-94A8-E1761BE6C427}" destId="{8127D240-E682-4872-B79A-998E2892D530}" srcOrd="3" destOrd="0" presId="urn:microsoft.com/office/officeart/2005/8/layout/orgChart1"/>
    <dgm:cxn modelId="{6C2FEAD1-4567-40B5-AA1C-9DC8C576D90E}" type="presParOf" srcId="{8127D240-E682-4872-B79A-998E2892D530}" destId="{9C443B41-2239-411C-B16B-480A172E947F}" srcOrd="0" destOrd="0" presId="urn:microsoft.com/office/officeart/2005/8/layout/orgChart1"/>
    <dgm:cxn modelId="{A93B2C7C-546D-4665-8AB2-673E87F0B883}" type="presParOf" srcId="{9C443B41-2239-411C-B16B-480A172E947F}" destId="{D47A551E-6758-4EAA-AF66-3E10E785281A}" srcOrd="0" destOrd="0" presId="urn:microsoft.com/office/officeart/2005/8/layout/orgChart1"/>
    <dgm:cxn modelId="{204A0C7E-E804-4B05-B483-EF8219088119}" type="presParOf" srcId="{9C443B41-2239-411C-B16B-480A172E947F}" destId="{5C941EF9-2D68-492B-A9B8-BF75CF964F0F}" srcOrd="1" destOrd="0" presId="urn:microsoft.com/office/officeart/2005/8/layout/orgChart1"/>
    <dgm:cxn modelId="{4311DAEB-814B-4EC4-99AA-34C2F614A1BF}" type="presParOf" srcId="{8127D240-E682-4872-B79A-998E2892D530}" destId="{E8362607-2BF3-4A02-87B5-77D56BF39BC9}" srcOrd="1" destOrd="0" presId="urn:microsoft.com/office/officeart/2005/8/layout/orgChart1"/>
    <dgm:cxn modelId="{F821530D-30E2-4071-9FA0-E2387F0FFA9C}" type="presParOf" srcId="{8127D240-E682-4872-B79A-998E2892D530}" destId="{79C1DB1D-8052-4194-B13B-4B33DBA8EBE6}" srcOrd="2" destOrd="0" presId="urn:microsoft.com/office/officeart/2005/8/layout/orgChart1"/>
    <dgm:cxn modelId="{050C48C6-D629-474F-B079-7B3B5EC6CBE5}" type="presParOf" srcId="{AF7D3BF8-C75E-466D-94A8-E1761BE6C427}" destId="{276644C6-8232-45CE-9E2C-7EFBF536B15B}" srcOrd="4" destOrd="0" presId="urn:microsoft.com/office/officeart/2005/8/layout/orgChart1"/>
    <dgm:cxn modelId="{40583849-C43F-4C9B-921E-50AD882A7060}" type="presParOf" srcId="{AF7D3BF8-C75E-466D-94A8-E1761BE6C427}" destId="{A9D1194B-7925-412D-889C-FF67C5381176}" srcOrd="5" destOrd="0" presId="urn:microsoft.com/office/officeart/2005/8/layout/orgChart1"/>
    <dgm:cxn modelId="{0E7891B4-80A3-4880-8339-CDD5B1F331F4}" type="presParOf" srcId="{A9D1194B-7925-412D-889C-FF67C5381176}" destId="{00F0ACED-6770-45F2-BE69-39D4A34A860F}" srcOrd="0" destOrd="0" presId="urn:microsoft.com/office/officeart/2005/8/layout/orgChart1"/>
    <dgm:cxn modelId="{6F693978-9314-4995-B035-4214F5F0460D}" type="presParOf" srcId="{00F0ACED-6770-45F2-BE69-39D4A34A860F}" destId="{CDAD3291-B05A-4280-BF8C-7ED68F14C34F}" srcOrd="0" destOrd="0" presId="urn:microsoft.com/office/officeart/2005/8/layout/orgChart1"/>
    <dgm:cxn modelId="{85E7C0CD-CEE2-4C51-BDBB-05B83A96AA90}" type="presParOf" srcId="{00F0ACED-6770-45F2-BE69-39D4A34A860F}" destId="{54E3FA60-5C84-4833-ACD9-CDAE4A3EFC76}" srcOrd="1" destOrd="0" presId="urn:microsoft.com/office/officeart/2005/8/layout/orgChart1"/>
    <dgm:cxn modelId="{5CCF9051-0CF2-43F8-AE64-EC76937158E0}" type="presParOf" srcId="{A9D1194B-7925-412D-889C-FF67C5381176}" destId="{27F6470D-F7D8-433A-A7C9-FCE50D72EDFF}" srcOrd="1" destOrd="0" presId="urn:microsoft.com/office/officeart/2005/8/layout/orgChart1"/>
    <dgm:cxn modelId="{04FF6D80-B0B6-4CA4-AC30-9FDA817813A9}" type="presParOf" srcId="{A9D1194B-7925-412D-889C-FF67C5381176}" destId="{50356F38-AE12-4448-BC99-6BB8108E9428}" srcOrd="2" destOrd="0" presId="urn:microsoft.com/office/officeart/2005/8/layout/orgChart1"/>
    <dgm:cxn modelId="{0D2A6E09-9D6E-4F8B-922D-CFAED5FEDD24}" type="presParOf" srcId="{AF7D3BF8-C75E-466D-94A8-E1761BE6C427}" destId="{92A72DEA-116F-4166-A38B-4DBDB3DEDF92}" srcOrd="6" destOrd="0" presId="urn:microsoft.com/office/officeart/2005/8/layout/orgChart1"/>
    <dgm:cxn modelId="{090C635B-9FF4-481C-A4A8-505CBAE9559B}" type="presParOf" srcId="{AF7D3BF8-C75E-466D-94A8-E1761BE6C427}" destId="{7A69319D-F721-40B3-BAB7-EBCDA4F8B5BB}" srcOrd="7" destOrd="0" presId="urn:microsoft.com/office/officeart/2005/8/layout/orgChart1"/>
    <dgm:cxn modelId="{B10DCB28-C94C-4AC2-A34E-CEBF6B6E346B}" type="presParOf" srcId="{7A69319D-F721-40B3-BAB7-EBCDA4F8B5BB}" destId="{9BF54682-3290-4D47-89AB-40CB15A21FFF}" srcOrd="0" destOrd="0" presId="urn:microsoft.com/office/officeart/2005/8/layout/orgChart1"/>
    <dgm:cxn modelId="{8B794291-24AC-4B77-89C3-58828546E563}" type="presParOf" srcId="{9BF54682-3290-4D47-89AB-40CB15A21FFF}" destId="{E9AF19D9-E860-4E02-8615-129C6F7875B4}" srcOrd="0" destOrd="0" presId="urn:microsoft.com/office/officeart/2005/8/layout/orgChart1"/>
    <dgm:cxn modelId="{BAAC770D-960F-4BB8-A79E-7496A136FFD9}" type="presParOf" srcId="{9BF54682-3290-4D47-89AB-40CB15A21FFF}" destId="{9EF085BD-ABA8-4235-A2AC-F7C484C3ED93}" srcOrd="1" destOrd="0" presId="urn:microsoft.com/office/officeart/2005/8/layout/orgChart1"/>
    <dgm:cxn modelId="{5205CCB1-9D6B-4E5E-A30F-75035DD39685}" type="presParOf" srcId="{7A69319D-F721-40B3-BAB7-EBCDA4F8B5BB}" destId="{98165431-176A-482C-B18D-D358805D3B8B}" srcOrd="1" destOrd="0" presId="urn:microsoft.com/office/officeart/2005/8/layout/orgChart1"/>
    <dgm:cxn modelId="{70301E45-0BA8-425D-973A-4C028D9AC669}" type="presParOf" srcId="{7A69319D-F721-40B3-BAB7-EBCDA4F8B5BB}" destId="{67086452-FA03-4D74-A6DB-3396D43A4114}" srcOrd="2" destOrd="0" presId="urn:microsoft.com/office/officeart/2005/8/layout/orgChart1"/>
    <dgm:cxn modelId="{78BCFC6C-E310-41A4-BFC8-3F81583F909A}" type="presParOf" srcId="{AF7D3BF8-C75E-466D-94A8-E1761BE6C427}" destId="{70B4B96F-8B16-42AC-ABED-DFFCE3E9737B}" srcOrd="8" destOrd="0" presId="urn:microsoft.com/office/officeart/2005/8/layout/orgChart1"/>
    <dgm:cxn modelId="{F460D191-B1CC-4FB9-9518-FA2EEDA77765}" type="presParOf" srcId="{AF7D3BF8-C75E-466D-94A8-E1761BE6C427}" destId="{489E58A6-90ED-4CFF-A48E-60000D67DCB0}" srcOrd="9" destOrd="0" presId="urn:microsoft.com/office/officeart/2005/8/layout/orgChart1"/>
    <dgm:cxn modelId="{6FD04D87-ADD7-46F3-B9A4-6B787D96821B}" type="presParOf" srcId="{489E58A6-90ED-4CFF-A48E-60000D67DCB0}" destId="{F83AA5EC-9739-432D-8EF2-DCDE03F97E0F}" srcOrd="0" destOrd="0" presId="urn:microsoft.com/office/officeart/2005/8/layout/orgChart1"/>
    <dgm:cxn modelId="{D9B1BFA6-8040-4DDC-8CE0-E5B66655C934}" type="presParOf" srcId="{F83AA5EC-9739-432D-8EF2-DCDE03F97E0F}" destId="{A948903F-5157-4E70-9B66-5815B22E1A7D}" srcOrd="0" destOrd="0" presId="urn:microsoft.com/office/officeart/2005/8/layout/orgChart1"/>
    <dgm:cxn modelId="{4EF48C0A-BC97-4774-909F-5297F74E4261}" type="presParOf" srcId="{F83AA5EC-9739-432D-8EF2-DCDE03F97E0F}" destId="{C3E35767-51AB-4D36-9AFB-163C339080A8}" srcOrd="1" destOrd="0" presId="urn:microsoft.com/office/officeart/2005/8/layout/orgChart1"/>
    <dgm:cxn modelId="{87141AFA-4C8D-4771-AFDC-22DEC63BC757}" type="presParOf" srcId="{489E58A6-90ED-4CFF-A48E-60000D67DCB0}" destId="{FB8DA0EA-93E7-414A-9470-00088A42089E}" srcOrd="1" destOrd="0" presId="urn:microsoft.com/office/officeart/2005/8/layout/orgChart1"/>
    <dgm:cxn modelId="{8B171987-088C-4932-BF58-E237BE4CAF2B}" type="presParOf" srcId="{489E58A6-90ED-4CFF-A48E-60000D67DCB0}" destId="{905D65F7-BF28-4F1B-B4B5-C7115745DA09}" srcOrd="2" destOrd="0" presId="urn:microsoft.com/office/officeart/2005/8/layout/orgChart1"/>
    <dgm:cxn modelId="{9E06DA83-CC92-4C28-9197-C51677940EB8}" type="presParOf" srcId="{AF7D3BF8-C75E-466D-94A8-E1761BE6C427}" destId="{41C2C59F-891E-484D-8F0D-9AAAA9082AA9}" srcOrd="10" destOrd="0" presId="urn:microsoft.com/office/officeart/2005/8/layout/orgChart1"/>
    <dgm:cxn modelId="{E72B0E34-F109-47BF-A7E7-E67316C1EE4F}" type="presParOf" srcId="{AF7D3BF8-C75E-466D-94A8-E1761BE6C427}" destId="{B9CF7707-946E-4D04-AB08-9CC9E9047B32}" srcOrd="11" destOrd="0" presId="urn:microsoft.com/office/officeart/2005/8/layout/orgChart1"/>
    <dgm:cxn modelId="{1F5D30F9-035A-4310-9F6B-55E11EC8EE97}" type="presParOf" srcId="{B9CF7707-946E-4D04-AB08-9CC9E9047B32}" destId="{BF2D3702-064C-4C7E-AE3A-51ACCE4A7AA6}" srcOrd="0" destOrd="0" presId="urn:microsoft.com/office/officeart/2005/8/layout/orgChart1"/>
    <dgm:cxn modelId="{372CDFD2-DB86-4804-88C9-5A08F345F20F}" type="presParOf" srcId="{BF2D3702-064C-4C7E-AE3A-51ACCE4A7AA6}" destId="{EB796D26-A88C-4B4A-ABF9-5D199F43CE96}" srcOrd="0" destOrd="0" presId="urn:microsoft.com/office/officeart/2005/8/layout/orgChart1"/>
    <dgm:cxn modelId="{5A6963A7-34B4-4F28-A635-A4A94D574A46}" type="presParOf" srcId="{BF2D3702-064C-4C7E-AE3A-51ACCE4A7AA6}" destId="{ECCE2595-35F3-4C65-A8FD-2D88A8237704}" srcOrd="1" destOrd="0" presId="urn:microsoft.com/office/officeart/2005/8/layout/orgChart1"/>
    <dgm:cxn modelId="{9C767E9A-31E0-45F2-9A1B-B81C1BA2D909}" type="presParOf" srcId="{B9CF7707-946E-4D04-AB08-9CC9E9047B32}" destId="{14FD1029-3FC3-45FA-9C2B-6EA0652956FE}" srcOrd="1" destOrd="0" presId="urn:microsoft.com/office/officeart/2005/8/layout/orgChart1"/>
    <dgm:cxn modelId="{843807A6-A69D-4811-984A-0875DC847D9D}" type="presParOf" srcId="{B9CF7707-946E-4D04-AB08-9CC9E9047B32}" destId="{B13E9F6F-CC30-4297-A836-4FEBD2B6E883}" srcOrd="2" destOrd="0" presId="urn:microsoft.com/office/officeart/2005/8/layout/orgChart1"/>
    <dgm:cxn modelId="{126C5150-50E3-4405-8B25-7F21963560FC}" type="presParOf" srcId="{AF7D3BF8-C75E-466D-94A8-E1761BE6C427}" destId="{BC6F6793-7B81-4F7D-958F-534028491C21}" srcOrd="12" destOrd="0" presId="urn:microsoft.com/office/officeart/2005/8/layout/orgChart1"/>
    <dgm:cxn modelId="{A6075E77-727F-4E8C-A3F0-A567073A1AD9}" type="presParOf" srcId="{AF7D3BF8-C75E-466D-94A8-E1761BE6C427}" destId="{092DB7C5-694A-4A64-A899-AA279CB19150}" srcOrd="13" destOrd="0" presId="urn:microsoft.com/office/officeart/2005/8/layout/orgChart1"/>
    <dgm:cxn modelId="{9841E434-C363-4441-BCFD-F4B7E19C35FB}" type="presParOf" srcId="{092DB7C5-694A-4A64-A899-AA279CB19150}" destId="{E2199929-59D5-4293-ADEE-AA3C5EFCE50C}" srcOrd="0" destOrd="0" presId="urn:microsoft.com/office/officeart/2005/8/layout/orgChart1"/>
    <dgm:cxn modelId="{C64686B4-07B7-4F37-899B-AFD618558B0C}" type="presParOf" srcId="{E2199929-59D5-4293-ADEE-AA3C5EFCE50C}" destId="{CCDCC758-0046-4A61-9117-6E9827272C3F}" srcOrd="0" destOrd="0" presId="urn:microsoft.com/office/officeart/2005/8/layout/orgChart1"/>
    <dgm:cxn modelId="{E0493322-073B-4F4D-A2BD-3F557120DBFC}" type="presParOf" srcId="{E2199929-59D5-4293-ADEE-AA3C5EFCE50C}" destId="{27224654-3C1D-4CCE-A4F5-0A4147255823}" srcOrd="1" destOrd="0" presId="urn:microsoft.com/office/officeart/2005/8/layout/orgChart1"/>
    <dgm:cxn modelId="{E6019F20-380F-46A9-A661-42EBC997414A}" type="presParOf" srcId="{092DB7C5-694A-4A64-A899-AA279CB19150}" destId="{F3D38148-FAC9-4BAF-9E2A-4636077E07E4}" srcOrd="1" destOrd="0" presId="urn:microsoft.com/office/officeart/2005/8/layout/orgChart1"/>
    <dgm:cxn modelId="{CFA128D4-AB0C-4F76-9069-10E45E8CEE23}" type="presParOf" srcId="{092DB7C5-694A-4A64-A899-AA279CB19150}" destId="{6C5CA478-B271-43DB-B0D0-4ACBD4390729}" srcOrd="2" destOrd="0" presId="urn:microsoft.com/office/officeart/2005/8/layout/orgChart1"/>
    <dgm:cxn modelId="{F63DCF6D-0FF2-4574-BA75-F1DC6D90B731}" type="presParOf" srcId="{AF7D3BF8-C75E-466D-94A8-E1761BE6C427}" destId="{8D478EED-5ECE-4BB0-BD07-3C5F6391E992}" srcOrd="14" destOrd="0" presId="urn:microsoft.com/office/officeart/2005/8/layout/orgChart1"/>
    <dgm:cxn modelId="{2CC2F341-5888-437E-8F36-807C9D189DFD}" type="presParOf" srcId="{AF7D3BF8-C75E-466D-94A8-E1761BE6C427}" destId="{09D325F3-D083-4E48-9E11-20C703290F3A}" srcOrd="15" destOrd="0" presId="urn:microsoft.com/office/officeart/2005/8/layout/orgChart1"/>
    <dgm:cxn modelId="{FCB00567-9EC8-4BBE-86D8-564DFF37651F}" type="presParOf" srcId="{09D325F3-D083-4E48-9E11-20C703290F3A}" destId="{0279DE60-9EEE-41C0-A24B-5E75FB67FB5F}" srcOrd="0" destOrd="0" presId="urn:microsoft.com/office/officeart/2005/8/layout/orgChart1"/>
    <dgm:cxn modelId="{F4758178-2463-4114-A435-645366B89E68}" type="presParOf" srcId="{0279DE60-9EEE-41C0-A24B-5E75FB67FB5F}" destId="{82874E74-BCE5-4481-8C59-160C486A6F12}" srcOrd="0" destOrd="0" presId="urn:microsoft.com/office/officeart/2005/8/layout/orgChart1"/>
    <dgm:cxn modelId="{5579949D-D123-4092-AEDE-E23465D51691}" type="presParOf" srcId="{0279DE60-9EEE-41C0-A24B-5E75FB67FB5F}" destId="{B805631F-963E-42EA-883A-61FE864742BC}" srcOrd="1" destOrd="0" presId="urn:microsoft.com/office/officeart/2005/8/layout/orgChart1"/>
    <dgm:cxn modelId="{27BEA907-5F48-4B99-A87B-C1BBAF067A3D}" type="presParOf" srcId="{09D325F3-D083-4E48-9E11-20C703290F3A}" destId="{27AA9E5F-B5B7-454A-ACF1-53547E349161}" srcOrd="1" destOrd="0" presId="urn:microsoft.com/office/officeart/2005/8/layout/orgChart1"/>
    <dgm:cxn modelId="{6B932723-D877-4FAA-85DE-38F483122935}" type="presParOf" srcId="{09D325F3-D083-4E48-9E11-20C703290F3A}" destId="{98B2417B-43D2-4838-9FFB-D4A528E74E5F}" srcOrd="2" destOrd="0" presId="urn:microsoft.com/office/officeart/2005/8/layout/orgChart1"/>
    <dgm:cxn modelId="{D39DDE9B-DF5C-478F-9A5C-553942373917}" type="presParOf" srcId="{AF7D3BF8-C75E-466D-94A8-E1761BE6C427}" destId="{7CC8FEE8-BB29-4800-852A-58129D16CB9D}" srcOrd="16" destOrd="0" presId="urn:microsoft.com/office/officeart/2005/8/layout/orgChart1"/>
    <dgm:cxn modelId="{106D7ED9-E18E-4129-963B-DDD6F471DBFE}" type="presParOf" srcId="{AF7D3BF8-C75E-466D-94A8-E1761BE6C427}" destId="{A4AAE956-0EDF-410B-AB38-D317F793F275}" srcOrd="17" destOrd="0" presId="urn:microsoft.com/office/officeart/2005/8/layout/orgChart1"/>
    <dgm:cxn modelId="{9499DCDC-E6CE-4B6E-BEAE-A3E7ABB625B2}" type="presParOf" srcId="{A4AAE956-0EDF-410B-AB38-D317F793F275}" destId="{4E5DF161-630B-4CD7-82DE-353026F85C3A}" srcOrd="0" destOrd="0" presId="urn:microsoft.com/office/officeart/2005/8/layout/orgChart1"/>
    <dgm:cxn modelId="{70F5D580-9B63-46CA-B682-D85E7497081D}" type="presParOf" srcId="{4E5DF161-630B-4CD7-82DE-353026F85C3A}" destId="{64119781-36A9-412A-9BDB-00D06E7CB2FC}" srcOrd="0" destOrd="0" presId="urn:microsoft.com/office/officeart/2005/8/layout/orgChart1"/>
    <dgm:cxn modelId="{52E4C2B7-9ED3-4C90-846C-2AB85D5914EA}" type="presParOf" srcId="{4E5DF161-630B-4CD7-82DE-353026F85C3A}" destId="{780AF092-3B87-47BB-9B95-EDF706F1B4F9}" srcOrd="1" destOrd="0" presId="urn:microsoft.com/office/officeart/2005/8/layout/orgChart1"/>
    <dgm:cxn modelId="{29070298-7B79-4511-8772-A0C0A05FB247}" type="presParOf" srcId="{A4AAE956-0EDF-410B-AB38-D317F793F275}" destId="{FDC788D6-4B31-4979-BB6A-16AA70A5BD5B}" srcOrd="1" destOrd="0" presId="urn:microsoft.com/office/officeart/2005/8/layout/orgChart1"/>
    <dgm:cxn modelId="{C167B9AF-BC28-48EC-A7F2-7ABA1EB78D1B}" type="presParOf" srcId="{A4AAE956-0EDF-410B-AB38-D317F793F275}" destId="{DB811735-F98D-4354-9492-66D0D273C8D5}" srcOrd="2" destOrd="0" presId="urn:microsoft.com/office/officeart/2005/8/layout/orgChart1"/>
    <dgm:cxn modelId="{F9031416-CBB2-49BD-8BF9-EB77C37E0FC4}" type="presParOf" srcId="{AF7D3BF8-C75E-466D-94A8-E1761BE6C427}" destId="{FA4AEC19-10B8-4804-BE4B-865E2C4E761D}" srcOrd="18" destOrd="0" presId="urn:microsoft.com/office/officeart/2005/8/layout/orgChart1"/>
    <dgm:cxn modelId="{ADA349E8-06CA-4451-AAFE-DDF5CA72B8C9}" type="presParOf" srcId="{AF7D3BF8-C75E-466D-94A8-E1761BE6C427}" destId="{E07C8A9E-F66C-4405-9C10-F5B25393C0F3}" srcOrd="19" destOrd="0" presId="urn:microsoft.com/office/officeart/2005/8/layout/orgChart1"/>
    <dgm:cxn modelId="{95976DD3-1B0E-4116-98B2-BED5687EEB7C}" type="presParOf" srcId="{E07C8A9E-F66C-4405-9C10-F5B25393C0F3}" destId="{9CAC7A2D-6A7D-4A24-BB2D-4A08680137FB}" srcOrd="0" destOrd="0" presId="urn:microsoft.com/office/officeart/2005/8/layout/orgChart1"/>
    <dgm:cxn modelId="{3FE58362-3923-4A6F-B932-67E9CE538466}" type="presParOf" srcId="{9CAC7A2D-6A7D-4A24-BB2D-4A08680137FB}" destId="{7E9A7791-FF86-462F-A409-A3CBA7F147D6}" srcOrd="0" destOrd="0" presId="urn:microsoft.com/office/officeart/2005/8/layout/orgChart1"/>
    <dgm:cxn modelId="{B567AADF-D668-473D-833B-ADB7E00703DF}" type="presParOf" srcId="{9CAC7A2D-6A7D-4A24-BB2D-4A08680137FB}" destId="{DF7526F4-BDE8-4DB0-A346-289AA22DDEED}" srcOrd="1" destOrd="0" presId="urn:microsoft.com/office/officeart/2005/8/layout/orgChart1"/>
    <dgm:cxn modelId="{DC848A89-24D6-4F49-BE80-2AC48932C27B}" type="presParOf" srcId="{E07C8A9E-F66C-4405-9C10-F5B25393C0F3}" destId="{12953AFE-8304-435E-B5FF-A8559A8B2801}" srcOrd="1" destOrd="0" presId="urn:microsoft.com/office/officeart/2005/8/layout/orgChart1"/>
    <dgm:cxn modelId="{3B829D24-6475-41BB-BDBA-21C95F092FF7}" type="presParOf" srcId="{E07C8A9E-F66C-4405-9C10-F5B25393C0F3}" destId="{70D1FB5B-4DE7-4650-BA92-E31C486987C8}" srcOrd="2" destOrd="0" presId="urn:microsoft.com/office/officeart/2005/8/layout/orgChart1"/>
    <dgm:cxn modelId="{E0F1C766-8CE3-45A2-A8DC-EF60168582AD}" type="presParOf" srcId="{AF7D3BF8-C75E-466D-94A8-E1761BE6C427}" destId="{C10DD96E-C472-4FBE-934C-43A6985E7323}" srcOrd="20" destOrd="0" presId="urn:microsoft.com/office/officeart/2005/8/layout/orgChart1"/>
    <dgm:cxn modelId="{99FA8ADD-8841-43BE-91F1-B6E75F3E6895}" type="presParOf" srcId="{AF7D3BF8-C75E-466D-94A8-E1761BE6C427}" destId="{412BF9C9-1C17-4D1A-8683-5151D2ADBBAF}" srcOrd="21" destOrd="0" presId="urn:microsoft.com/office/officeart/2005/8/layout/orgChart1"/>
    <dgm:cxn modelId="{ADDF9D77-D0D2-4B4C-A65B-C0F5722A3881}" type="presParOf" srcId="{412BF9C9-1C17-4D1A-8683-5151D2ADBBAF}" destId="{0083058D-0E7E-40D1-8FA3-4E12AE2DB6F4}" srcOrd="0" destOrd="0" presId="urn:microsoft.com/office/officeart/2005/8/layout/orgChart1"/>
    <dgm:cxn modelId="{3AF1BFDF-F1CA-4DDF-ABED-DC6D7E3C23F9}" type="presParOf" srcId="{0083058D-0E7E-40D1-8FA3-4E12AE2DB6F4}" destId="{8587FE10-62EC-4E8F-9739-789E40556CE7}" srcOrd="0" destOrd="0" presId="urn:microsoft.com/office/officeart/2005/8/layout/orgChart1"/>
    <dgm:cxn modelId="{1EC52F08-0528-4BE6-9BEA-3DE787F3B541}" type="presParOf" srcId="{0083058D-0E7E-40D1-8FA3-4E12AE2DB6F4}" destId="{CBA4F154-3C9C-4A23-9DD6-E4EE8F9D712D}" srcOrd="1" destOrd="0" presId="urn:microsoft.com/office/officeart/2005/8/layout/orgChart1"/>
    <dgm:cxn modelId="{4BE29D1A-340E-49CF-9E5A-249BDF5719EA}" type="presParOf" srcId="{412BF9C9-1C17-4D1A-8683-5151D2ADBBAF}" destId="{207D5EE1-4ECB-46F1-B3C6-0B1B1A47F84B}" srcOrd="1" destOrd="0" presId="urn:microsoft.com/office/officeart/2005/8/layout/orgChart1"/>
    <dgm:cxn modelId="{B07C2FF6-12DE-4817-B926-6B897E53D7CA}" type="presParOf" srcId="{412BF9C9-1C17-4D1A-8683-5151D2ADBBAF}" destId="{700235B5-4269-4843-A4C6-4242EBCE4ADD}" srcOrd="2" destOrd="0" presId="urn:microsoft.com/office/officeart/2005/8/layout/orgChart1"/>
    <dgm:cxn modelId="{1F411AA3-802B-4017-867F-39491C738E9C}" type="presParOf" srcId="{4FA6D658-DE86-4C46-8412-A6FDD68EF12D}" destId="{B2F8F4F9-51E5-4214-85C1-7CCC7B124A3A}" srcOrd="14" destOrd="0" presId="urn:microsoft.com/office/officeart/2005/8/layout/orgChart1"/>
    <dgm:cxn modelId="{06EB80EF-F6A4-4552-8444-1CCEFE83244E}" type="presParOf" srcId="{4FA6D658-DE86-4C46-8412-A6FDD68EF12D}" destId="{5A42CF4E-8E90-4D3B-BF15-911C0F9D0788}" srcOrd="15" destOrd="0" presId="urn:microsoft.com/office/officeart/2005/8/layout/orgChart1"/>
    <dgm:cxn modelId="{27DFF584-2542-40C5-85B8-439D261A2D1F}" type="presParOf" srcId="{5A42CF4E-8E90-4D3B-BF15-911C0F9D0788}" destId="{DF79E999-9565-4408-8CA3-D783EE966310}" srcOrd="0" destOrd="0" presId="urn:microsoft.com/office/officeart/2005/8/layout/orgChart1"/>
    <dgm:cxn modelId="{A9A7B736-9465-4FD3-A241-370CF935863C}" type="presParOf" srcId="{DF79E999-9565-4408-8CA3-D783EE966310}" destId="{B133EEC0-A068-455A-B940-085093FB77F3}" srcOrd="0" destOrd="0" presId="urn:microsoft.com/office/officeart/2005/8/layout/orgChart1"/>
    <dgm:cxn modelId="{8E593EDE-9D09-40EF-9B2C-3AB377826A3C}" type="presParOf" srcId="{DF79E999-9565-4408-8CA3-D783EE966310}" destId="{F14E7FDD-BD16-4E4A-A924-3DC109B0960B}" srcOrd="1" destOrd="0" presId="urn:microsoft.com/office/officeart/2005/8/layout/orgChart1"/>
    <dgm:cxn modelId="{47DD35B6-92B8-44B6-B0F3-8DAC10E6E619}" type="presParOf" srcId="{5A42CF4E-8E90-4D3B-BF15-911C0F9D0788}" destId="{CE7BAE1A-42BC-42FE-AEF4-8E5CE51FFC41}" srcOrd="1" destOrd="0" presId="urn:microsoft.com/office/officeart/2005/8/layout/orgChart1"/>
    <dgm:cxn modelId="{A1D2D4AD-E367-4DEA-A29B-6DBDAEED5093}" type="presParOf" srcId="{CE7BAE1A-42BC-42FE-AEF4-8E5CE51FFC41}" destId="{B3AB3979-0B44-4426-8923-4AF358A26B50}" srcOrd="0" destOrd="0" presId="urn:microsoft.com/office/officeart/2005/8/layout/orgChart1"/>
    <dgm:cxn modelId="{FA8E8BEE-9F0A-429D-80ED-65F0FF845519}" type="presParOf" srcId="{CE7BAE1A-42BC-42FE-AEF4-8E5CE51FFC41}" destId="{4D743744-BB3B-4B3B-A7F2-2C7BA3478F49}" srcOrd="1" destOrd="0" presId="urn:microsoft.com/office/officeart/2005/8/layout/orgChart1"/>
    <dgm:cxn modelId="{B94110C6-8CA2-4A2A-A545-B7DEA679B3A0}" type="presParOf" srcId="{4D743744-BB3B-4B3B-A7F2-2C7BA3478F49}" destId="{275216E8-021C-4546-BDD2-807A523088F1}" srcOrd="0" destOrd="0" presId="urn:microsoft.com/office/officeart/2005/8/layout/orgChart1"/>
    <dgm:cxn modelId="{ACDD4ACE-F698-45B8-8172-C25378ADF8D9}" type="presParOf" srcId="{275216E8-021C-4546-BDD2-807A523088F1}" destId="{30DB2936-FDE0-4C64-9E84-6EC71C2379C6}" srcOrd="0" destOrd="0" presId="urn:microsoft.com/office/officeart/2005/8/layout/orgChart1"/>
    <dgm:cxn modelId="{FE01ACD6-1459-49E4-8578-2DE6AE14CFC1}" type="presParOf" srcId="{275216E8-021C-4546-BDD2-807A523088F1}" destId="{F15CBBF9-8925-4F6E-B30D-60716AB9281C}" srcOrd="1" destOrd="0" presId="urn:microsoft.com/office/officeart/2005/8/layout/orgChart1"/>
    <dgm:cxn modelId="{BE27D5BA-F5AA-45D3-A1E4-CD44656E4907}" type="presParOf" srcId="{4D743744-BB3B-4B3B-A7F2-2C7BA3478F49}" destId="{4F63ABAC-FD89-4E0C-8F02-73D120D30DA8}" srcOrd="1" destOrd="0" presId="urn:microsoft.com/office/officeart/2005/8/layout/orgChart1"/>
    <dgm:cxn modelId="{1E561098-66B6-4F1B-BCA6-03E72A58DA4E}" type="presParOf" srcId="{4D743744-BB3B-4B3B-A7F2-2C7BA3478F49}" destId="{ED3D9754-87AD-4CF6-A843-0A02152B7BE2}" srcOrd="2" destOrd="0" presId="urn:microsoft.com/office/officeart/2005/8/layout/orgChart1"/>
    <dgm:cxn modelId="{DED080B1-DEC5-439A-9BE5-DFA3637BD667}" type="presParOf" srcId="{CE7BAE1A-42BC-42FE-AEF4-8E5CE51FFC41}" destId="{5A2E4F93-57A3-4FEB-A352-C1F2141008DB}" srcOrd="2" destOrd="0" presId="urn:microsoft.com/office/officeart/2005/8/layout/orgChart1"/>
    <dgm:cxn modelId="{06ED1B04-BE6F-45F7-B4E7-24DA21DE905A}" type="presParOf" srcId="{CE7BAE1A-42BC-42FE-AEF4-8E5CE51FFC41}" destId="{0E11E9E0-5DDB-41B9-B5FB-71DA72E909E4}" srcOrd="3" destOrd="0" presId="urn:microsoft.com/office/officeart/2005/8/layout/orgChart1"/>
    <dgm:cxn modelId="{9A0D42D4-35E2-438E-A912-796CD879C70B}" type="presParOf" srcId="{0E11E9E0-5DDB-41B9-B5FB-71DA72E909E4}" destId="{47FA47F9-66D3-41E4-94B2-4E1CD6F690BD}" srcOrd="0" destOrd="0" presId="urn:microsoft.com/office/officeart/2005/8/layout/orgChart1"/>
    <dgm:cxn modelId="{F5C9B8B5-DB21-4C14-ADC4-13F510D87C23}" type="presParOf" srcId="{47FA47F9-66D3-41E4-94B2-4E1CD6F690BD}" destId="{BE9D8400-F6A3-4F77-912B-DB3572C40738}" srcOrd="0" destOrd="0" presId="urn:microsoft.com/office/officeart/2005/8/layout/orgChart1"/>
    <dgm:cxn modelId="{02CD9C61-8E28-4136-B3C0-AAF7D9FCCE30}" type="presParOf" srcId="{47FA47F9-66D3-41E4-94B2-4E1CD6F690BD}" destId="{98A9388B-D230-4D95-9502-99D12581C785}" srcOrd="1" destOrd="0" presId="urn:microsoft.com/office/officeart/2005/8/layout/orgChart1"/>
    <dgm:cxn modelId="{8257301D-5BCB-4807-A3C5-3CD134AF4EAA}" type="presParOf" srcId="{0E11E9E0-5DDB-41B9-B5FB-71DA72E909E4}" destId="{053AC9CF-F0A4-4197-AC70-D06770B32053}" srcOrd="1" destOrd="0" presId="urn:microsoft.com/office/officeart/2005/8/layout/orgChart1"/>
    <dgm:cxn modelId="{6249006A-0AF7-423E-A98B-0C0DF75B5B6D}" type="presParOf" srcId="{0E11E9E0-5DDB-41B9-B5FB-71DA72E909E4}" destId="{ABD0A787-D6EE-435D-815D-0C109371A6CB}" srcOrd="2" destOrd="0" presId="urn:microsoft.com/office/officeart/2005/8/layout/orgChart1"/>
    <dgm:cxn modelId="{186583D1-73AC-476D-ABCB-AD1E48FA127F}" type="presParOf" srcId="{CE7BAE1A-42BC-42FE-AEF4-8E5CE51FFC41}" destId="{A7F3C2D8-9F04-4E36-80F9-C03ABE3798A6}" srcOrd="4" destOrd="0" presId="urn:microsoft.com/office/officeart/2005/8/layout/orgChart1"/>
    <dgm:cxn modelId="{0F7432AE-57DF-4104-9A2F-68CEED69077F}" type="presParOf" srcId="{CE7BAE1A-42BC-42FE-AEF4-8E5CE51FFC41}" destId="{5B259FDD-B39A-474E-86BC-D3DC5D37C32F}" srcOrd="5" destOrd="0" presId="urn:microsoft.com/office/officeart/2005/8/layout/orgChart1"/>
    <dgm:cxn modelId="{95AC7013-01DB-4AAA-9769-B11242F23019}" type="presParOf" srcId="{5B259FDD-B39A-474E-86BC-D3DC5D37C32F}" destId="{C50324D6-5C55-4F19-A782-611E5C020FE1}" srcOrd="0" destOrd="0" presId="urn:microsoft.com/office/officeart/2005/8/layout/orgChart1"/>
    <dgm:cxn modelId="{5CAF06E6-7323-4189-8D0B-E50D2436C5B9}" type="presParOf" srcId="{C50324D6-5C55-4F19-A782-611E5C020FE1}" destId="{943C90E0-46D8-4DBF-A9BD-C4C18E949A81}" srcOrd="0" destOrd="0" presId="urn:microsoft.com/office/officeart/2005/8/layout/orgChart1"/>
    <dgm:cxn modelId="{402EDFEE-BD37-4142-96B3-6B6651CB27CE}" type="presParOf" srcId="{C50324D6-5C55-4F19-A782-611E5C020FE1}" destId="{53DCF7D0-D782-4415-ADEE-6563DC02F58A}" srcOrd="1" destOrd="0" presId="urn:microsoft.com/office/officeart/2005/8/layout/orgChart1"/>
    <dgm:cxn modelId="{E1A912B5-54E2-4E90-8D9F-94BF98D7610D}" type="presParOf" srcId="{5B259FDD-B39A-474E-86BC-D3DC5D37C32F}" destId="{6F1D28E9-EA6C-4BF6-AB2B-9C700B30831B}" srcOrd="1" destOrd="0" presId="urn:microsoft.com/office/officeart/2005/8/layout/orgChart1"/>
    <dgm:cxn modelId="{000781E3-0CBE-4461-B613-CE89EE77FD7D}" type="presParOf" srcId="{5B259FDD-B39A-474E-86BC-D3DC5D37C32F}" destId="{05B528D5-3179-4CBE-804F-33FAFE2884A0}" srcOrd="2" destOrd="0" presId="urn:microsoft.com/office/officeart/2005/8/layout/orgChart1"/>
    <dgm:cxn modelId="{E3E9E40C-B158-421B-85C8-666C31CC2614}" type="presParOf" srcId="{5A42CF4E-8E90-4D3B-BF15-911C0F9D0788}" destId="{C8088B35-A7B7-433A-B61D-1EB67CFE9ACC}" srcOrd="2" destOrd="0" presId="urn:microsoft.com/office/officeart/2005/8/layout/orgChart1"/>
    <dgm:cxn modelId="{B2C5F757-4B06-4A0B-BD02-D397B8803659}" type="presParOf" srcId="{6E488608-9135-4F6A-9DDD-171498662AFD}" destId="{D3042386-E2C9-4EC3-917F-B85E471D4A5E}" srcOrd="2" destOrd="0" presId="urn:microsoft.com/office/officeart/2005/8/layout/orgChart1"/>
    <dgm:cxn modelId="{FEA70E5C-FEA6-4ECE-8A04-9456984400E9}" type="presParOf" srcId="{D3042386-E2C9-4EC3-917F-B85E471D4A5E}" destId="{4BE10D42-CFA5-4D4A-9A21-E7F1A307CA4F}" srcOrd="0" destOrd="0" presId="urn:microsoft.com/office/officeart/2005/8/layout/orgChart1"/>
    <dgm:cxn modelId="{7441EA64-2F53-4328-A5CC-DFD3CF658B3C}" type="presParOf" srcId="{D3042386-E2C9-4EC3-917F-B85E471D4A5E}" destId="{76C62D2A-D6FE-42F3-B029-54380824FB5A}" srcOrd="1" destOrd="0" presId="urn:microsoft.com/office/officeart/2005/8/layout/orgChart1"/>
    <dgm:cxn modelId="{F775C456-FED4-4A30-B625-892B4E08AA6A}" type="presParOf" srcId="{76C62D2A-D6FE-42F3-B029-54380824FB5A}" destId="{B0BFA8A6-B9EB-4BFB-A615-AD5A89D4EAA9}" srcOrd="0" destOrd="0" presId="urn:microsoft.com/office/officeart/2005/8/layout/orgChart1"/>
    <dgm:cxn modelId="{757F4677-9326-4442-BEBC-5AE628E22173}" type="presParOf" srcId="{B0BFA8A6-B9EB-4BFB-A615-AD5A89D4EAA9}" destId="{AAAEF301-FC86-4685-AA23-6E4EB90247A8}" srcOrd="0" destOrd="0" presId="urn:microsoft.com/office/officeart/2005/8/layout/orgChart1"/>
    <dgm:cxn modelId="{7F9F66C4-4922-4DC7-8837-3F9B8AB82DA7}" type="presParOf" srcId="{B0BFA8A6-B9EB-4BFB-A615-AD5A89D4EAA9}" destId="{B9EBE119-A1FF-4D55-8267-87D0D2336DBB}" srcOrd="1" destOrd="0" presId="urn:microsoft.com/office/officeart/2005/8/layout/orgChart1"/>
    <dgm:cxn modelId="{55212171-9F5E-43FC-8C4A-7DD08FB7C284}" type="presParOf" srcId="{76C62D2A-D6FE-42F3-B029-54380824FB5A}" destId="{E136BBC1-CCD2-44A3-A547-C8EA1B8A42EC}" srcOrd="1" destOrd="0" presId="urn:microsoft.com/office/officeart/2005/8/layout/orgChart1"/>
    <dgm:cxn modelId="{E2D0603E-C1F2-4812-87E9-10B13258D9A8}" type="presParOf" srcId="{76C62D2A-D6FE-42F3-B029-54380824FB5A}" destId="{8F355F48-464F-46CC-911C-14626C9DBEC0}" srcOrd="2" destOrd="0" presId="urn:microsoft.com/office/officeart/2005/8/layout/orgChart1"/>
    <dgm:cxn modelId="{DB03405C-7E75-4534-AF9A-8C0EEB4B303B}" type="presParOf" srcId="{D3042386-E2C9-4EC3-917F-B85E471D4A5E}" destId="{580241D3-592D-4197-8F9E-9BD4909743D5}" srcOrd="2" destOrd="0" presId="urn:microsoft.com/office/officeart/2005/8/layout/orgChart1"/>
    <dgm:cxn modelId="{8F001AF7-30E4-4CB7-8C0A-832BF454D4C8}" type="presParOf" srcId="{D3042386-E2C9-4EC3-917F-B85E471D4A5E}" destId="{07D03426-13FE-4604-B7C6-6717263947B2}" srcOrd="3" destOrd="0" presId="urn:microsoft.com/office/officeart/2005/8/layout/orgChart1"/>
    <dgm:cxn modelId="{34449730-68FD-469D-B0B6-7F5A6D184604}" type="presParOf" srcId="{07D03426-13FE-4604-B7C6-6717263947B2}" destId="{A3C0ED04-6B39-44CF-A443-FF877CF8AE29}" srcOrd="0" destOrd="0" presId="urn:microsoft.com/office/officeart/2005/8/layout/orgChart1"/>
    <dgm:cxn modelId="{96B0B108-EA92-4813-B350-D47DDD3B5139}" type="presParOf" srcId="{A3C0ED04-6B39-44CF-A443-FF877CF8AE29}" destId="{84B43FE1-0358-4DEB-96AE-AFA203FC80B0}" srcOrd="0" destOrd="0" presId="urn:microsoft.com/office/officeart/2005/8/layout/orgChart1"/>
    <dgm:cxn modelId="{D2900B00-7EC4-4755-90FA-2B3AF381DE44}" type="presParOf" srcId="{A3C0ED04-6B39-44CF-A443-FF877CF8AE29}" destId="{3B93DB6F-CCFF-4D27-AED0-32DCDE88C369}" srcOrd="1" destOrd="0" presId="urn:microsoft.com/office/officeart/2005/8/layout/orgChart1"/>
    <dgm:cxn modelId="{EB52E503-FB8C-4653-B313-373F9B72E516}" type="presParOf" srcId="{07D03426-13FE-4604-B7C6-6717263947B2}" destId="{9A979004-A89B-4282-A31A-3DDE909827B9}" srcOrd="1" destOrd="0" presId="urn:microsoft.com/office/officeart/2005/8/layout/orgChart1"/>
    <dgm:cxn modelId="{2CF3F535-A712-4BFE-863D-5AC0AE40FB67}" type="presParOf" srcId="{07D03426-13FE-4604-B7C6-6717263947B2}" destId="{B3DD6E63-AE7B-478D-9729-249495045EDB}" srcOrd="2" destOrd="0" presId="urn:microsoft.com/office/officeart/2005/8/layout/orgChart1"/>
    <dgm:cxn modelId="{4A811AA0-EC01-41AC-B971-238FA0094A9E}" type="presParOf" srcId="{D3042386-E2C9-4EC3-917F-B85E471D4A5E}" destId="{079BE9C8-8D11-4B84-8C10-62BD68CEF98C}" srcOrd="4" destOrd="0" presId="urn:microsoft.com/office/officeart/2005/8/layout/orgChart1"/>
    <dgm:cxn modelId="{5FD262DA-EB9F-4004-AE8A-F2BFC775F493}" type="presParOf" srcId="{D3042386-E2C9-4EC3-917F-B85E471D4A5E}" destId="{60FB48C5-BCAF-4655-8D66-AAFB5FF7A251}" srcOrd="5" destOrd="0" presId="urn:microsoft.com/office/officeart/2005/8/layout/orgChart1"/>
    <dgm:cxn modelId="{0E82F2E9-CE15-40F3-B6F9-78C6CDE4F819}" type="presParOf" srcId="{60FB48C5-BCAF-4655-8D66-AAFB5FF7A251}" destId="{2C4054FC-E9D9-46A1-B6FE-A54E00D5BE3C}" srcOrd="0" destOrd="0" presId="urn:microsoft.com/office/officeart/2005/8/layout/orgChart1"/>
    <dgm:cxn modelId="{7F755859-7619-4751-842A-6D43C781A833}" type="presParOf" srcId="{2C4054FC-E9D9-46A1-B6FE-A54E00D5BE3C}" destId="{B7564D3A-5120-4460-A320-0D20283785AB}" srcOrd="0" destOrd="0" presId="urn:microsoft.com/office/officeart/2005/8/layout/orgChart1"/>
    <dgm:cxn modelId="{AF43F96B-EEA6-49C4-89BB-B1B1CF8C3465}" type="presParOf" srcId="{2C4054FC-E9D9-46A1-B6FE-A54E00D5BE3C}" destId="{73C9401A-4E75-46CC-A124-F0292FF69277}" srcOrd="1" destOrd="0" presId="urn:microsoft.com/office/officeart/2005/8/layout/orgChart1"/>
    <dgm:cxn modelId="{E39C99C6-7064-4ABF-9FDB-3403BD4FB937}" type="presParOf" srcId="{60FB48C5-BCAF-4655-8D66-AAFB5FF7A251}" destId="{9617E060-165C-48F5-806E-19E20B2BCA42}" srcOrd="1" destOrd="0" presId="urn:microsoft.com/office/officeart/2005/8/layout/orgChart1"/>
    <dgm:cxn modelId="{2441A650-1AC0-45A2-95C4-6BBBD7EFC369}" type="presParOf" srcId="{60FB48C5-BCAF-4655-8D66-AAFB5FF7A251}" destId="{74D28309-ABFC-4164-8045-FDD89B413C2A}"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4E6081-BD31-41F3-84E1-F5FA24B839B1}">
      <dsp:nvSpPr>
        <dsp:cNvPr id="0" name=""/>
        <dsp:cNvSpPr/>
      </dsp:nvSpPr>
      <dsp:spPr>
        <a:xfrm>
          <a:off x="2198067" y="1108"/>
          <a:ext cx="1016118" cy="660477"/>
        </a:xfrm>
        <a:prstGeom prst="round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rtl="1">
            <a:lnSpc>
              <a:spcPct val="90000"/>
            </a:lnSpc>
            <a:spcBef>
              <a:spcPct val="0"/>
            </a:spcBef>
            <a:spcAft>
              <a:spcPct val="35000"/>
            </a:spcAft>
            <a:buNone/>
          </a:pPr>
          <a:r>
            <a:rPr lang="ar-EG" sz="1600" b="1" kern="1200" dirty="0">
              <a:latin typeface="Calibri"/>
              <a:ea typeface="宋体"/>
              <a:cs typeface="Arial" panose="020B0604020202020204" pitchFamily="34" charset="0"/>
            </a:rPr>
            <a:t>11</a:t>
          </a:r>
        </a:p>
        <a:p>
          <a:pPr marL="0" lvl="0" indent="0" algn="ctr" defTabSz="711200" rtl="1">
            <a:lnSpc>
              <a:spcPct val="90000"/>
            </a:lnSpc>
            <a:spcBef>
              <a:spcPct val="0"/>
            </a:spcBef>
            <a:spcAft>
              <a:spcPct val="35000"/>
            </a:spcAft>
            <a:buNone/>
          </a:pPr>
          <a:r>
            <a:rPr lang="ar-EG" sz="1600" b="1" kern="1200" dirty="0">
              <a:latin typeface="Calibri"/>
              <a:ea typeface="宋体"/>
              <a:cs typeface="Arial" panose="020B0604020202020204" pitchFamily="34" charset="0"/>
            </a:rPr>
            <a:t> مركز</a:t>
          </a:r>
        </a:p>
      </dsp:txBody>
      <dsp:txXfrm>
        <a:off x="2230309" y="33350"/>
        <a:ext cx="951634" cy="595993"/>
      </dsp:txXfrm>
    </dsp:sp>
    <dsp:sp modelId="{FE60CA52-040B-4939-A077-A8AB34B7F7C2}">
      <dsp:nvSpPr>
        <dsp:cNvPr id="0" name=""/>
        <dsp:cNvSpPr/>
      </dsp:nvSpPr>
      <dsp:spPr>
        <a:xfrm>
          <a:off x="1387316" y="331346"/>
          <a:ext cx="2637621" cy="2637621"/>
        </a:xfrm>
        <a:custGeom>
          <a:avLst/>
          <a:gdLst/>
          <a:ahLst/>
          <a:cxnLst/>
          <a:rect l="0" t="0" r="0" b="0"/>
          <a:pathLst>
            <a:path>
              <a:moveTo>
                <a:pt x="1833841" y="104724"/>
              </a:moveTo>
              <a:arcTo wR="1318810" hR="1318810" stAng="17579235" swAng="1960095"/>
            </a:path>
          </a:pathLst>
        </a:custGeom>
        <a:noFill/>
        <a:ln w="6350" cap="flat" cmpd="sng" algn="ctr">
          <a:solidFill>
            <a:schemeClr val="accent5">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DF0A4FC-DAFF-40D9-A999-4D7A6142A223}">
      <dsp:nvSpPr>
        <dsp:cNvPr id="0" name=""/>
        <dsp:cNvSpPr/>
      </dsp:nvSpPr>
      <dsp:spPr>
        <a:xfrm>
          <a:off x="3452331" y="912384"/>
          <a:ext cx="1016118" cy="660477"/>
        </a:xfrm>
        <a:prstGeom prst="roundRect">
          <a:avLst/>
        </a:prstGeom>
        <a:gradFill rotWithShape="0">
          <a:gsLst>
            <a:gs pos="0">
              <a:schemeClr val="accent5">
                <a:hueOff val="-1689636"/>
                <a:satOff val="-4355"/>
                <a:lumOff val="-2941"/>
                <a:alphaOff val="0"/>
                <a:lumMod val="110000"/>
                <a:satMod val="105000"/>
                <a:tint val="67000"/>
              </a:schemeClr>
            </a:gs>
            <a:gs pos="50000">
              <a:schemeClr val="accent5">
                <a:hueOff val="-1689636"/>
                <a:satOff val="-4355"/>
                <a:lumOff val="-2941"/>
                <a:alphaOff val="0"/>
                <a:lumMod val="105000"/>
                <a:satMod val="103000"/>
                <a:tint val="73000"/>
              </a:schemeClr>
            </a:gs>
            <a:gs pos="100000">
              <a:schemeClr val="accent5">
                <a:hueOff val="-1689636"/>
                <a:satOff val="-4355"/>
                <a:lumOff val="-294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rtl="1">
            <a:lnSpc>
              <a:spcPct val="90000"/>
            </a:lnSpc>
            <a:spcBef>
              <a:spcPct val="0"/>
            </a:spcBef>
            <a:spcAft>
              <a:spcPct val="35000"/>
            </a:spcAft>
            <a:buNone/>
          </a:pPr>
          <a:r>
            <a:rPr lang="ar-EG" sz="1600" b="1" kern="1200">
              <a:latin typeface="Calibri"/>
              <a:ea typeface="宋体"/>
              <a:cs typeface="Arial" panose="020B0604020202020204" pitchFamily="34" charset="0"/>
            </a:rPr>
            <a:t>11 مدينة</a:t>
          </a:r>
          <a:endParaRPr lang="ar-EG" sz="1600" b="1" kern="1200" dirty="0">
            <a:latin typeface="Calibri"/>
            <a:ea typeface="宋体"/>
            <a:cs typeface="Arial" panose="020B0604020202020204" pitchFamily="34" charset="0"/>
          </a:endParaRPr>
        </a:p>
      </dsp:txBody>
      <dsp:txXfrm>
        <a:off x="3484573" y="944626"/>
        <a:ext cx="951634" cy="595993"/>
      </dsp:txXfrm>
    </dsp:sp>
    <dsp:sp modelId="{47602435-85A2-432A-8F02-66B1A3A307E6}">
      <dsp:nvSpPr>
        <dsp:cNvPr id="0" name=""/>
        <dsp:cNvSpPr/>
      </dsp:nvSpPr>
      <dsp:spPr>
        <a:xfrm>
          <a:off x="1387316" y="331346"/>
          <a:ext cx="2637621" cy="2637621"/>
        </a:xfrm>
        <a:custGeom>
          <a:avLst/>
          <a:gdLst/>
          <a:ahLst/>
          <a:cxnLst/>
          <a:rect l="0" t="0" r="0" b="0"/>
          <a:pathLst>
            <a:path>
              <a:moveTo>
                <a:pt x="2635822" y="1249940"/>
              </a:moveTo>
              <a:arcTo wR="1318810" hR="1318810" stAng="21420394" swAng="2195194"/>
            </a:path>
          </a:pathLst>
        </a:custGeom>
        <a:noFill/>
        <a:ln w="6350" cap="flat" cmpd="sng" algn="ctr">
          <a:solidFill>
            <a:schemeClr val="accent5">
              <a:hueOff val="-1689636"/>
              <a:satOff val="-4355"/>
              <a:lumOff val="-2941"/>
              <a:alphaOff val="0"/>
            </a:schemeClr>
          </a:solidFill>
          <a:prstDash val="solid"/>
          <a:miter lim="800000"/>
        </a:ln>
        <a:effectLst/>
      </dsp:spPr>
      <dsp:style>
        <a:lnRef idx="1">
          <a:scrgbClr r="0" g="0" b="0"/>
        </a:lnRef>
        <a:fillRef idx="0">
          <a:scrgbClr r="0" g="0" b="0"/>
        </a:fillRef>
        <a:effectRef idx="0">
          <a:scrgbClr r="0" g="0" b="0"/>
        </a:effectRef>
        <a:fontRef idx="minor"/>
      </dsp:style>
    </dsp:sp>
    <dsp:sp modelId="{FF567AF3-5409-4960-9382-821326A06820}">
      <dsp:nvSpPr>
        <dsp:cNvPr id="0" name=""/>
        <dsp:cNvSpPr/>
      </dsp:nvSpPr>
      <dsp:spPr>
        <a:xfrm>
          <a:off x="2973245" y="2386859"/>
          <a:ext cx="1016118" cy="660477"/>
        </a:xfrm>
        <a:prstGeom prst="roundRect">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rtl="1">
            <a:lnSpc>
              <a:spcPct val="90000"/>
            </a:lnSpc>
            <a:spcBef>
              <a:spcPct val="0"/>
            </a:spcBef>
            <a:spcAft>
              <a:spcPct val="35000"/>
            </a:spcAft>
            <a:buNone/>
          </a:pPr>
          <a:r>
            <a:rPr lang="ar-EG" sz="1600" b="1" kern="1200">
              <a:latin typeface="Calibri"/>
              <a:ea typeface="宋体"/>
              <a:cs typeface="Arial" panose="020B0604020202020204" pitchFamily="34" charset="0"/>
            </a:rPr>
            <a:t>56 وحدة قروية</a:t>
          </a:r>
          <a:endParaRPr lang="ar-EG" sz="1600" b="1" kern="1200" dirty="0">
            <a:latin typeface="Calibri"/>
            <a:ea typeface="宋体"/>
            <a:cs typeface="Arial" panose="020B0604020202020204" pitchFamily="34" charset="0"/>
          </a:endParaRPr>
        </a:p>
      </dsp:txBody>
      <dsp:txXfrm>
        <a:off x="3005487" y="2419101"/>
        <a:ext cx="951634" cy="595993"/>
      </dsp:txXfrm>
    </dsp:sp>
    <dsp:sp modelId="{CFF1E1DC-0DD4-410F-A40E-FB33AF87C276}">
      <dsp:nvSpPr>
        <dsp:cNvPr id="0" name=""/>
        <dsp:cNvSpPr/>
      </dsp:nvSpPr>
      <dsp:spPr>
        <a:xfrm>
          <a:off x="1387316" y="331346"/>
          <a:ext cx="2637621" cy="2637621"/>
        </a:xfrm>
        <a:custGeom>
          <a:avLst/>
          <a:gdLst/>
          <a:ahLst/>
          <a:cxnLst/>
          <a:rect l="0" t="0" r="0" b="0"/>
          <a:pathLst>
            <a:path>
              <a:moveTo>
                <a:pt x="1580695" y="2611358"/>
              </a:moveTo>
              <a:arcTo wR="1318810" hR="1318810" stAng="4712778" swAng="1374445"/>
            </a:path>
          </a:pathLst>
        </a:custGeom>
        <a:noFill/>
        <a:ln w="6350" cap="flat" cmpd="sng" algn="ctr">
          <a:solidFill>
            <a:schemeClr val="accent5">
              <a:hueOff val="-3379271"/>
              <a:satOff val="-8710"/>
              <a:lumOff val="-5883"/>
              <a:alphaOff val="0"/>
            </a:schemeClr>
          </a:solidFill>
          <a:prstDash val="solid"/>
          <a:miter lim="800000"/>
        </a:ln>
        <a:effectLst/>
      </dsp:spPr>
      <dsp:style>
        <a:lnRef idx="1">
          <a:scrgbClr r="0" g="0" b="0"/>
        </a:lnRef>
        <a:fillRef idx="0">
          <a:scrgbClr r="0" g="0" b="0"/>
        </a:fillRef>
        <a:effectRef idx="0">
          <a:scrgbClr r="0" g="0" b="0"/>
        </a:effectRef>
        <a:fontRef idx="minor"/>
      </dsp:style>
    </dsp:sp>
    <dsp:sp modelId="{F5541EB0-68F4-4C3D-8090-6B8E74179E2B}">
      <dsp:nvSpPr>
        <dsp:cNvPr id="0" name=""/>
        <dsp:cNvSpPr/>
      </dsp:nvSpPr>
      <dsp:spPr>
        <a:xfrm>
          <a:off x="1422889" y="2386859"/>
          <a:ext cx="1016118" cy="660477"/>
        </a:xfrm>
        <a:prstGeom prst="roundRect">
          <a:avLst/>
        </a:prstGeom>
        <a:gradFill rotWithShape="0">
          <a:gsLst>
            <a:gs pos="0">
              <a:schemeClr val="accent5">
                <a:hueOff val="-5068907"/>
                <a:satOff val="-13064"/>
                <a:lumOff val="-8824"/>
                <a:alphaOff val="0"/>
                <a:lumMod val="110000"/>
                <a:satMod val="105000"/>
                <a:tint val="67000"/>
              </a:schemeClr>
            </a:gs>
            <a:gs pos="50000">
              <a:schemeClr val="accent5">
                <a:hueOff val="-5068907"/>
                <a:satOff val="-13064"/>
                <a:lumOff val="-8824"/>
                <a:alphaOff val="0"/>
                <a:lumMod val="105000"/>
                <a:satMod val="103000"/>
                <a:tint val="73000"/>
              </a:schemeClr>
            </a:gs>
            <a:gs pos="100000">
              <a:schemeClr val="accent5">
                <a:hueOff val="-5068907"/>
                <a:satOff val="-13064"/>
                <a:lumOff val="-882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rtl="1">
            <a:lnSpc>
              <a:spcPct val="90000"/>
            </a:lnSpc>
            <a:spcBef>
              <a:spcPct val="0"/>
            </a:spcBef>
            <a:spcAft>
              <a:spcPct val="35000"/>
            </a:spcAft>
            <a:buNone/>
          </a:pPr>
          <a:r>
            <a:rPr lang="ar-EG" sz="1600" b="1" kern="1200" baseline="0">
              <a:latin typeface="Calibri"/>
              <a:ea typeface="宋体"/>
              <a:cs typeface="Arial" panose="020B0604020202020204" pitchFamily="34" charset="0"/>
            </a:rPr>
            <a:t>235</a:t>
          </a:r>
        </a:p>
        <a:p>
          <a:pPr marL="0" lvl="0" indent="0" algn="ctr" defTabSz="711200" rtl="1">
            <a:lnSpc>
              <a:spcPct val="90000"/>
            </a:lnSpc>
            <a:spcBef>
              <a:spcPct val="0"/>
            </a:spcBef>
            <a:spcAft>
              <a:spcPct val="35000"/>
            </a:spcAft>
            <a:buNone/>
          </a:pPr>
          <a:r>
            <a:rPr lang="ar-EG" sz="1600" b="1" kern="1200" baseline="0">
              <a:latin typeface="Calibri"/>
              <a:ea typeface="宋体"/>
              <a:cs typeface="Arial" panose="020B0604020202020204" pitchFamily="34" charset="0"/>
            </a:rPr>
            <a:t>قرية</a:t>
          </a:r>
          <a:endParaRPr lang="ar-EG" sz="1600" b="1" kern="1200" baseline="0" dirty="0">
            <a:latin typeface="Calibri"/>
            <a:ea typeface="宋体"/>
            <a:cs typeface="Arial" panose="020B0604020202020204" pitchFamily="34" charset="0"/>
          </a:endParaRPr>
        </a:p>
      </dsp:txBody>
      <dsp:txXfrm>
        <a:off x="1455131" y="2419101"/>
        <a:ext cx="951634" cy="595993"/>
      </dsp:txXfrm>
    </dsp:sp>
    <dsp:sp modelId="{4CE9656C-8AF1-4548-8D21-8675143E3147}">
      <dsp:nvSpPr>
        <dsp:cNvPr id="0" name=""/>
        <dsp:cNvSpPr/>
      </dsp:nvSpPr>
      <dsp:spPr>
        <a:xfrm>
          <a:off x="1387316" y="331346"/>
          <a:ext cx="2637621" cy="2637621"/>
        </a:xfrm>
        <a:custGeom>
          <a:avLst/>
          <a:gdLst/>
          <a:ahLst/>
          <a:cxnLst/>
          <a:rect l="0" t="0" r="0" b="0"/>
          <a:pathLst>
            <a:path>
              <a:moveTo>
                <a:pt x="220257" y="2048498"/>
              </a:moveTo>
              <a:arcTo wR="1318810" hR="1318810" stAng="8784412" swAng="2195194"/>
            </a:path>
          </a:pathLst>
        </a:custGeom>
        <a:noFill/>
        <a:ln w="6350" cap="flat" cmpd="sng" algn="ctr">
          <a:solidFill>
            <a:schemeClr val="accent5">
              <a:hueOff val="-5068907"/>
              <a:satOff val="-13064"/>
              <a:lumOff val="-8824"/>
              <a:alphaOff val="0"/>
            </a:schemeClr>
          </a:solidFill>
          <a:prstDash val="solid"/>
          <a:miter lim="800000"/>
        </a:ln>
        <a:effectLst/>
      </dsp:spPr>
      <dsp:style>
        <a:lnRef idx="1">
          <a:scrgbClr r="0" g="0" b="0"/>
        </a:lnRef>
        <a:fillRef idx="0">
          <a:scrgbClr r="0" g="0" b="0"/>
        </a:fillRef>
        <a:effectRef idx="0">
          <a:scrgbClr r="0" g="0" b="0"/>
        </a:effectRef>
        <a:fontRef idx="minor"/>
      </dsp:style>
    </dsp:sp>
    <dsp:sp modelId="{5FBA3E3E-3292-457A-8A55-EF5426E3BAC5}">
      <dsp:nvSpPr>
        <dsp:cNvPr id="0" name=""/>
        <dsp:cNvSpPr/>
      </dsp:nvSpPr>
      <dsp:spPr>
        <a:xfrm>
          <a:off x="943803" y="912384"/>
          <a:ext cx="1016118" cy="660477"/>
        </a:xfrm>
        <a:prstGeom prst="roundRect">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rtl="1">
            <a:lnSpc>
              <a:spcPct val="90000"/>
            </a:lnSpc>
            <a:spcBef>
              <a:spcPct val="0"/>
            </a:spcBef>
            <a:spcAft>
              <a:spcPct val="35000"/>
            </a:spcAft>
            <a:buNone/>
          </a:pPr>
          <a:r>
            <a:rPr lang="ar-EG" sz="1600" b="1" kern="1200">
              <a:latin typeface="Calibri"/>
              <a:ea typeface="宋体"/>
              <a:cs typeface="Arial" panose="020B0604020202020204" pitchFamily="34" charset="0"/>
            </a:rPr>
            <a:t>      1135</a:t>
          </a:r>
        </a:p>
        <a:p>
          <a:pPr marL="0" lvl="0" indent="0" algn="ctr" defTabSz="711200" rtl="1">
            <a:lnSpc>
              <a:spcPct val="90000"/>
            </a:lnSpc>
            <a:spcBef>
              <a:spcPct val="0"/>
            </a:spcBef>
            <a:spcAft>
              <a:spcPct val="35000"/>
            </a:spcAft>
            <a:buNone/>
          </a:pPr>
          <a:r>
            <a:rPr lang="ar-EG" sz="1400" b="1" kern="1200">
              <a:latin typeface="Calibri"/>
              <a:ea typeface="宋体"/>
              <a:cs typeface="Arial" panose="020B0604020202020204" pitchFamily="34" charset="0"/>
            </a:rPr>
            <a:t>نجع وتابع</a:t>
          </a:r>
          <a:endParaRPr lang="ar-EG" sz="1400" b="1" kern="1200" dirty="0">
            <a:latin typeface="Calibri"/>
            <a:ea typeface="宋体"/>
            <a:cs typeface="Arial" panose="020B0604020202020204" pitchFamily="34" charset="0"/>
          </a:endParaRPr>
        </a:p>
      </dsp:txBody>
      <dsp:txXfrm>
        <a:off x="976045" y="944626"/>
        <a:ext cx="951634" cy="595993"/>
      </dsp:txXfrm>
    </dsp:sp>
    <dsp:sp modelId="{91ECE152-29FC-40B8-A994-9C4808C8BD88}">
      <dsp:nvSpPr>
        <dsp:cNvPr id="0" name=""/>
        <dsp:cNvSpPr/>
      </dsp:nvSpPr>
      <dsp:spPr>
        <a:xfrm>
          <a:off x="1387316" y="331346"/>
          <a:ext cx="2637621" cy="2637621"/>
        </a:xfrm>
        <a:custGeom>
          <a:avLst/>
          <a:gdLst/>
          <a:ahLst/>
          <a:cxnLst/>
          <a:rect l="0" t="0" r="0" b="0"/>
          <a:pathLst>
            <a:path>
              <a:moveTo>
                <a:pt x="229921" y="574780"/>
              </a:moveTo>
              <a:arcTo wR="1318810" hR="1318810" stAng="12860670" swAng="1960095"/>
            </a:path>
          </a:pathLst>
        </a:custGeom>
        <a:no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4E6081-BD31-41F3-84E1-F5FA24B839B1}">
      <dsp:nvSpPr>
        <dsp:cNvPr id="0" name=""/>
        <dsp:cNvSpPr/>
      </dsp:nvSpPr>
      <dsp:spPr>
        <a:xfrm>
          <a:off x="2198067" y="1108"/>
          <a:ext cx="1016118" cy="660477"/>
        </a:xfrm>
        <a:prstGeom prst="round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rtl="1">
            <a:lnSpc>
              <a:spcPct val="90000"/>
            </a:lnSpc>
            <a:spcBef>
              <a:spcPct val="0"/>
            </a:spcBef>
            <a:spcAft>
              <a:spcPct val="35000"/>
            </a:spcAft>
            <a:buNone/>
          </a:pPr>
          <a:r>
            <a:rPr lang="ar-EG" sz="1600" b="1" kern="1200" dirty="0">
              <a:latin typeface="Calibri"/>
              <a:ea typeface="宋体"/>
              <a:cs typeface="Arial" panose="020B0604020202020204" pitchFamily="34" charset="0"/>
            </a:rPr>
            <a:t>5</a:t>
          </a:r>
        </a:p>
        <a:p>
          <a:pPr marL="0" lvl="0" indent="0" algn="ctr" defTabSz="711200" rtl="1">
            <a:lnSpc>
              <a:spcPct val="90000"/>
            </a:lnSpc>
            <a:spcBef>
              <a:spcPct val="0"/>
            </a:spcBef>
            <a:spcAft>
              <a:spcPct val="35000"/>
            </a:spcAft>
            <a:buNone/>
          </a:pPr>
          <a:r>
            <a:rPr lang="ar-EG" sz="1600" b="1" kern="1200" dirty="0">
              <a:latin typeface="Calibri"/>
              <a:ea typeface="宋体"/>
              <a:cs typeface="Arial" panose="020B0604020202020204" pitchFamily="34" charset="0"/>
            </a:rPr>
            <a:t> مركز</a:t>
          </a:r>
        </a:p>
      </dsp:txBody>
      <dsp:txXfrm>
        <a:off x="2230309" y="33350"/>
        <a:ext cx="951634" cy="595993"/>
      </dsp:txXfrm>
    </dsp:sp>
    <dsp:sp modelId="{FE60CA52-040B-4939-A077-A8AB34B7F7C2}">
      <dsp:nvSpPr>
        <dsp:cNvPr id="0" name=""/>
        <dsp:cNvSpPr/>
      </dsp:nvSpPr>
      <dsp:spPr>
        <a:xfrm>
          <a:off x="1387316" y="331346"/>
          <a:ext cx="2637621" cy="2637621"/>
        </a:xfrm>
        <a:custGeom>
          <a:avLst/>
          <a:gdLst/>
          <a:ahLst/>
          <a:cxnLst/>
          <a:rect l="0" t="0" r="0" b="0"/>
          <a:pathLst>
            <a:path>
              <a:moveTo>
                <a:pt x="1833841" y="104724"/>
              </a:moveTo>
              <a:arcTo wR="1318810" hR="1318810" stAng="17579235" swAng="1960095"/>
            </a:path>
          </a:pathLst>
        </a:custGeom>
        <a:noFill/>
        <a:ln w="6350" cap="flat" cmpd="sng" algn="ctr">
          <a:solidFill>
            <a:schemeClr val="accent5">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DF0A4FC-DAFF-40D9-A999-4D7A6142A223}">
      <dsp:nvSpPr>
        <dsp:cNvPr id="0" name=""/>
        <dsp:cNvSpPr/>
      </dsp:nvSpPr>
      <dsp:spPr>
        <a:xfrm>
          <a:off x="3452331" y="912384"/>
          <a:ext cx="1016118" cy="660477"/>
        </a:xfrm>
        <a:prstGeom prst="roundRect">
          <a:avLst/>
        </a:prstGeom>
        <a:gradFill rotWithShape="0">
          <a:gsLst>
            <a:gs pos="0">
              <a:schemeClr val="accent5">
                <a:hueOff val="-1689636"/>
                <a:satOff val="-4355"/>
                <a:lumOff val="-2941"/>
                <a:alphaOff val="0"/>
                <a:lumMod val="110000"/>
                <a:satMod val="105000"/>
                <a:tint val="67000"/>
              </a:schemeClr>
            </a:gs>
            <a:gs pos="50000">
              <a:schemeClr val="accent5">
                <a:hueOff val="-1689636"/>
                <a:satOff val="-4355"/>
                <a:lumOff val="-2941"/>
                <a:alphaOff val="0"/>
                <a:lumMod val="105000"/>
                <a:satMod val="103000"/>
                <a:tint val="73000"/>
              </a:schemeClr>
            </a:gs>
            <a:gs pos="100000">
              <a:schemeClr val="accent5">
                <a:hueOff val="-1689636"/>
                <a:satOff val="-4355"/>
                <a:lumOff val="-294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rtl="1">
            <a:lnSpc>
              <a:spcPct val="90000"/>
            </a:lnSpc>
            <a:spcBef>
              <a:spcPct val="0"/>
            </a:spcBef>
            <a:spcAft>
              <a:spcPct val="35000"/>
            </a:spcAft>
            <a:buNone/>
          </a:pPr>
          <a:r>
            <a:rPr lang="ar-EG" sz="1600" b="1" kern="1200" dirty="0">
              <a:latin typeface="Calibri"/>
              <a:ea typeface="宋体"/>
              <a:cs typeface="Arial" panose="020B0604020202020204" pitchFamily="34" charset="0"/>
            </a:rPr>
            <a:t>5 مدينة</a:t>
          </a:r>
        </a:p>
      </dsp:txBody>
      <dsp:txXfrm>
        <a:off x="3484573" y="944626"/>
        <a:ext cx="951634" cy="595993"/>
      </dsp:txXfrm>
    </dsp:sp>
    <dsp:sp modelId="{47602435-85A2-432A-8F02-66B1A3A307E6}">
      <dsp:nvSpPr>
        <dsp:cNvPr id="0" name=""/>
        <dsp:cNvSpPr/>
      </dsp:nvSpPr>
      <dsp:spPr>
        <a:xfrm>
          <a:off x="1387316" y="331346"/>
          <a:ext cx="2637621" cy="2637621"/>
        </a:xfrm>
        <a:custGeom>
          <a:avLst/>
          <a:gdLst/>
          <a:ahLst/>
          <a:cxnLst/>
          <a:rect l="0" t="0" r="0" b="0"/>
          <a:pathLst>
            <a:path>
              <a:moveTo>
                <a:pt x="2635822" y="1249940"/>
              </a:moveTo>
              <a:arcTo wR="1318810" hR="1318810" stAng="21420394" swAng="2195194"/>
            </a:path>
          </a:pathLst>
        </a:custGeom>
        <a:noFill/>
        <a:ln w="6350" cap="flat" cmpd="sng" algn="ctr">
          <a:solidFill>
            <a:schemeClr val="accent5">
              <a:hueOff val="-1689636"/>
              <a:satOff val="-4355"/>
              <a:lumOff val="-2941"/>
              <a:alphaOff val="0"/>
            </a:schemeClr>
          </a:solidFill>
          <a:prstDash val="solid"/>
          <a:miter lim="800000"/>
        </a:ln>
        <a:effectLst/>
      </dsp:spPr>
      <dsp:style>
        <a:lnRef idx="1">
          <a:scrgbClr r="0" g="0" b="0"/>
        </a:lnRef>
        <a:fillRef idx="0">
          <a:scrgbClr r="0" g="0" b="0"/>
        </a:fillRef>
        <a:effectRef idx="0">
          <a:scrgbClr r="0" g="0" b="0"/>
        </a:effectRef>
        <a:fontRef idx="minor"/>
      </dsp:style>
    </dsp:sp>
    <dsp:sp modelId="{FF567AF3-5409-4960-9382-821326A06820}">
      <dsp:nvSpPr>
        <dsp:cNvPr id="0" name=""/>
        <dsp:cNvSpPr/>
      </dsp:nvSpPr>
      <dsp:spPr>
        <a:xfrm>
          <a:off x="2973245" y="2386859"/>
          <a:ext cx="1016118" cy="660477"/>
        </a:xfrm>
        <a:prstGeom prst="roundRect">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rtl="1">
            <a:lnSpc>
              <a:spcPct val="90000"/>
            </a:lnSpc>
            <a:spcBef>
              <a:spcPct val="0"/>
            </a:spcBef>
            <a:spcAft>
              <a:spcPct val="35000"/>
            </a:spcAft>
            <a:buNone/>
          </a:pPr>
          <a:r>
            <a:rPr lang="ar-EG" sz="1600" b="1" kern="1200" dirty="0">
              <a:latin typeface="Calibri"/>
              <a:ea typeface="宋体"/>
              <a:cs typeface="Arial" panose="020B0604020202020204" pitchFamily="34" charset="0"/>
            </a:rPr>
            <a:t>47 وحدة قروية</a:t>
          </a:r>
        </a:p>
      </dsp:txBody>
      <dsp:txXfrm>
        <a:off x="3005487" y="2419101"/>
        <a:ext cx="951634" cy="595993"/>
      </dsp:txXfrm>
    </dsp:sp>
    <dsp:sp modelId="{CFF1E1DC-0DD4-410F-A40E-FB33AF87C276}">
      <dsp:nvSpPr>
        <dsp:cNvPr id="0" name=""/>
        <dsp:cNvSpPr/>
      </dsp:nvSpPr>
      <dsp:spPr>
        <a:xfrm>
          <a:off x="1387316" y="331346"/>
          <a:ext cx="2637621" cy="2637621"/>
        </a:xfrm>
        <a:custGeom>
          <a:avLst/>
          <a:gdLst/>
          <a:ahLst/>
          <a:cxnLst/>
          <a:rect l="0" t="0" r="0" b="0"/>
          <a:pathLst>
            <a:path>
              <a:moveTo>
                <a:pt x="1580695" y="2611358"/>
              </a:moveTo>
              <a:arcTo wR="1318810" hR="1318810" stAng="4712778" swAng="1374445"/>
            </a:path>
          </a:pathLst>
        </a:custGeom>
        <a:noFill/>
        <a:ln w="6350" cap="flat" cmpd="sng" algn="ctr">
          <a:solidFill>
            <a:schemeClr val="accent5">
              <a:hueOff val="-3379271"/>
              <a:satOff val="-8710"/>
              <a:lumOff val="-5883"/>
              <a:alphaOff val="0"/>
            </a:schemeClr>
          </a:solidFill>
          <a:prstDash val="solid"/>
          <a:miter lim="800000"/>
        </a:ln>
        <a:effectLst/>
      </dsp:spPr>
      <dsp:style>
        <a:lnRef idx="1">
          <a:scrgbClr r="0" g="0" b="0"/>
        </a:lnRef>
        <a:fillRef idx="0">
          <a:scrgbClr r="0" g="0" b="0"/>
        </a:fillRef>
        <a:effectRef idx="0">
          <a:scrgbClr r="0" g="0" b="0"/>
        </a:effectRef>
        <a:fontRef idx="minor"/>
      </dsp:style>
    </dsp:sp>
    <dsp:sp modelId="{F5541EB0-68F4-4C3D-8090-6B8E74179E2B}">
      <dsp:nvSpPr>
        <dsp:cNvPr id="0" name=""/>
        <dsp:cNvSpPr/>
      </dsp:nvSpPr>
      <dsp:spPr>
        <a:xfrm>
          <a:off x="1422889" y="2386859"/>
          <a:ext cx="1016118" cy="660477"/>
        </a:xfrm>
        <a:prstGeom prst="roundRect">
          <a:avLst/>
        </a:prstGeom>
        <a:gradFill rotWithShape="0">
          <a:gsLst>
            <a:gs pos="0">
              <a:schemeClr val="accent5">
                <a:hueOff val="-5068907"/>
                <a:satOff val="-13064"/>
                <a:lumOff val="-8824"/>
                <a:alphaOff val="0"/>
                <a:lumMod val="110000"/>
                <a:satMod val="105000"/>
                <a:tint val="67000"/>
              </a:schemeClr>
            </a:gs>
            <a:gs pos="50000">
              <a:schemeClr val="accent5">
                <a:hueOff val="-5068907"/>
                <a:satOff val="-13064"/>
                <a:lumOff val="-8824"/>
                <a:alphaOff val="0"/>
                <a:lumMod val="105000"/>
                <a:satMod val="103000"/>
                <a:tint val="73000"/>
              </a:schemeClr>
            </a:gs>
            <a:gs pos="100000">
              <a:schemeClr val="accent5">
                <a:hueOff val="-5068907"/>
                <a:satOff val="-13064"/>
                <a:lumOff val="-882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rtl="1">
            <a:lnSpc>
              <a:spcPct val="90000"/>
            </a:lnSpc>
            <a:spcBef>
              <a:spcPct val="0"/>
            </a:spcBef>
            <a:spcAft>
              <a:spcPct val="35000"/>
            </a:spcAft>
            <a:buNone/>
          </a:pPr>
          <a:r>
            <a:rPr lang="ar-EG" sz="1600" b="1" kern="1200" baseline="0" dirty="0">
              <a:latin typeface="Calibri"/>
              <a:ea typeface="宋体"/>
              <a:cs typeface="Arial" panose="020B0604020202020204" pitchFamily="34" charset="0"/>
            </a:rPr>
            <a:t>74</a:t>
          </a:r>
        </a:p>
        <a:p>
          <a:pPr marL="0" lvl="0" indent="0" algn="ctr" defTabSz="711200" rtl="1">
            <a:lnSpc>
              <a:spcPct val="90000"/>
            </a:lnSpc>
            <a:spcBef>
              <a:spcPct val="0"/>
            </a:spcBef>
            <a:spcAft>
              <a:spcPct val="35000"/>
            </a:spcAft>
            <a:buNone/>
          </a:pPr>
          <a:r>
            <a:rPr lang="ar-EG" sz="1600" b="1" kern="1200" baseline="0" dirty="0">
              <a:latin typeface="Calibri"/>
              <a:ea typeface="宋体"/>
              <a:cs typeface="Arial" panose="020B0604020202020204" pitchFamily="34" charset="0"/>
            </a:rPr>
            <a:t>قرية</a:t>
          </a:r>
        </a:p>
      </dsp:txBody>
      <dsp:txXfrm>
        <a:off x="1455131" y="2419101"/>
        <a:ext cx="951634" cy="595993"/>
      </dsp:txXfrm>
    </dsp:sp>
    <dsp:sp modelId="{4CE9656C-8AF1-4548-8D21-8675143E3147}">
      <dsp:nvSpPr>
        <dsp:cNvPr id="0" name=""/>
        <dsp:cNvSpPr/>
      </dsp:nvSpPr>
      <dsp:spPr>
        <a:xfrm>
          <a:off x="1387316" y="331346"/>
          <a:ext cx="2637621" cy="2637621"/>
        </a:xfrm>
        <a:custGeom>
          <a:avLst/>
          <a:gdLst/>
          <a:ahLst/>
          <a:cxnLst/>
          <a:rect l="0" t="0" r="0" b="0"/>
          <a:pathLst>
            <a:path>
              <a:moveTo>
                <a:pt x="220257" y="2048498"/>
              </a:moveTo>
              <a:arcTo wR="1318810" hR="1318810" stAng="8784412" swAng="2195194"/>
            </a:path>
          </a:pathLst>
        </a:custGeom>
        <a:noFill/>
        <a:ln w="6350" cap="flat" cmpd="sng" algn="ctr">
          <a:solidFill>
            <a:schemeClr val="accent5">
              <a:hueOff val="-5068907"/>
              <a:satOff val="-13064"/>
              <a:lumOff val="-8824"/>
              <a:alphaOff val="0"/>
            </a:schemeClr>
          </a:solidFill>
          <a:prstDash val="solid"/>
          <a:miter lim="800000"/>
        </a:ln>
        <a:effectLst/>
      </dsp:spPr>
      <dsp:style>
        <a:lnRef idx="1">
          <a:scrgbClr r="0" g="0" b="0"/>
        </a:lnRef>
        <a:fillRef idx="0">
          <a:scrgbClr r="0" g="0" b="0"/>
        </a:fillRef>
        <a:effectRef idx="0">
          <a:scrgbClr r="0" g="0" b="0"/>
        </a:effectRef>
        <a:fontRef idx="minor"/>
      </dsp:style>
    </dsp:sp>
    <dsp:sp modelId="{5FBA3E3E-3292-457A-8A55-EF5426E3BAC5}">
      <dsp:nvSpPr>
        <dsp:cNvPr id="0" name=""/>
        <dsp:cNvSpPr/>
      </dsp:nvSpPr>
      <dsp:spPr>
        <a:xfrm>
          <a:off x="943803" y="912384"/>
          <a:ext cx="1016118" cy="660477"/>
        </a:xfrm>
        <a:prstGeom prst="roundRect">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rtl="1">
            <a:lnSpc>
              <a:spcPct val="90000"/>
            </a:lnSpc>
            <a:spcBef>
              <a:spcPct val="0"/>
            </a:spcBef>
            <a:spcAft>
              <a:spcPct val="35000"/>
            </a:spcAft>
            <a:buNone/>
          </a:pPr>
          <a:r>
            <a:rPr lang="ar-EG" sz="1600" b="1" kern="1200" dirty="0">
              <a:latin typeface="Calibri"/>
              <a:ea typeface="宋体"/>
              <a:cs typeface="Arial" panose="020B0604020202020204" pitchFamily="34" charset="0"/>
            </a:rPr>
            <a:t>50</a:t>
          </a:r>
        </a:p>
        <a:p>
          <a:pPr marL="0" lvl="0" indent="0" algn="ctr" defTabSz="711200" rtl="1">
            <a:lnSpc>
              <a:spcPct val="90000"/>
            </a:lnSpc>
            <a:spcBef>
              <a:spcPct val="0"/>
            </a:spcBef>
            <a:spcAft>
              <a:spcPct val="35000"/>
            </a:spcAft>
            <a:buNone/>
          </a:pPr>
          <a:r>
            <a:rPr lang="ar-EG" sz="1400" b="1" kern="1200" dirty="0">
              <a:latin typeface="Calibri"/>
              <a:ea typeface="宋体"/>
              <a:cs typeface="Arial" panose="020B0604020202020204" pitchFamily="34" charset="0"/>
            </a:rPr>
            <a:t>نجع وتابع</a:t>
          </a:r>
        </a:p>
      </dsp:txBody>
      <dsp:txXfrm>
        <a:off x="976045" y="944626"/>
        <a:ext cx="951634" cy="595993"/>
      </dsp:txXfrm>
    </dsp:sp>
    <dsp:sp modelId="{91ECE152-29FC-40B8-A994-9C4808C8BD88}">
      <dsp:nvSpPr>
        <dsp:cNvPr id="0" name=""/>
        <dsp:cNvSpPr/>
      </dsp:nvSpPr>
      <dsp:spPr>
        <a:xfrm>
          <a:off x="1387316" y="331346"/>
          <a:ext cx="2637621" cy="2637621"/>
        </a:xfrm>
        <a:custGeom>
          <a:avLst/>
          <a:gdLst/>
          <a:ahLst/>
          <a:cxnLst/>
          <a:rect l="0" t="0" r="0" b="0"/>
          <a:pathLst>
            <a:path>
              <a:moveTo>
                <a:pt x="229921" y="574780"/>
              </a:moveTo>
              <a:arcTo wR="1318810" hR="1318810" stAng="12860670" swAng="1960095"/>
            </a:path>
          </a:pathLst>
        </a:custGeom>
        <a:no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9BE9C8-8D11-4B84-8C10-62BD68CEF98C}">
      <dsp:nvSpPr>
        <dsp:cNvPr id="0" name=""/>
        <dsp:cNvSpPr/>
      </dsp:nvSpPr>
      <dsp:spPr>
        <a:xfrm>
          <a:off x="6135378" y="691592"/>
          <a:ext cx="445772" cy="1005063"/>
        </a:xfrm>
        <a:custGeom>
          <a:avLst/>
          <a:gdLst/>
          <a:ahLst/>
          <a:cxnLst/>
          <a:rect l="0" t="0" r="0" b="0"/>
          <a:pathLst>
            <a:path>
              <a:moveTo>
                <a:pt x="0" y="0"/>
              </a:moveTo>
              <a:lnTo>
                <a:pt x="0" y="1005063"/>
              </a:lnTo>
              <a:lnTo>
                <a:pt x="445772" y="1005063"/>
              </a:lnTo>
            </a:path>
          </a:pathLst>
        </a:custGeom>
        <a:noFill/>
        <a:ln w="12700" cap="flat" cmpd="sng" algn="ctr">
          <a:solidFill>
            <a:schemeClr val="accent1">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80241D3-592D-4197-8F9E-9BD4909743D5}">
      <dsp:nvSpPr>
        <dsp:cNvPr id="0" name=""/>
        <dsp:cNvSpPr/>
      </dsp:nvSpPr>
      <dsp:spPr>
        <a:xfrm>
          <a:off x="6135378" y="691592"/>
          <a:ext cx="404498" cy="384519"/>
        </a:xfrm>
        <a:custGeom>
          <a:avLst/>
          <a:gdLst/>
          <a:ahLst/>
          <a:cxnLst/>
          <a:rect l="0" t="0" r="0" b="0"/>
          <a:pathLst>
            <a:path>
              <a:moveTo>
                <a:pt x="0" y="0"/>
              </a:moveTo>
              <a:lnTo>
                <a:pt x="0" y="384519"/>
              </a:lnTo>
              <a:lnTo>
                <a:pt x="404498" y="384519"/>
              </a:lnTo>
            </a:path>
          </a:pathLst>
        </a:custGeom>
        <a:noFill/>
        <a:ln w="12700" cap="flat" cmpd="sng" algn="ctr">
          <a:solidFill>
            <a:schemeClr val="accent1">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BE10D42-CFA5-4D4A-9A21-E7F1A307CA4F}">
      <dsp:nvSpPr>
        <dsp:cNvPr id="0" name=""/>
        <dsp:cNvSpPr/>
      </dsp:nvSpPr>
      <dsp:spPr>
        <a:xfrm>
          <a:off x="5532730" y="691592"/>
          <a:ext cx="602647" cy="362506"/>
        </a:xfrm>
        <a:custGeom>
          <a:avLst/>
          <a:gdLst/>
          <a:ahLst/>
          <a:cxnLst/>
          <a:rect l="0" t="0" r="0" b="0"/>
          <a:pathLst>
            <a:path>
              <a:moveTo>
                <a:pt x="602647" y="0"/>
              </a:moveTo>
              <a:lnTo>
                <a:pt x="602647" y="362506"/>
              </a:lnTo>
              <a:lnTo>
                <a:pt x="0" y="362506"/>
              </a:lnTo>
            </a:path>
          </a:pathLst>
        </a:custGeom>
        <a:noFill/>
        <a:ln w="12700" cap="flat" cmpd="sng" algn="ctr">
          <a:solidFill>
            <a:schemeClr val="accent1">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7F3C2D8-9F04-4E36-80F9-C03ABE3798A6}">
      <dsp:nvSpPr>
        <dsp:cNvPr id="0" name=""/>
        <dsp:cNvSpPr/>
      </dsp:nvSpPr>
      <dsp:spPr>
        <a:xfrm>
          <a:off x="10682673" y="2619270"/>
          <a:ext cx="91440" cy="2297115"/>
        </a:xfrm>
        <a:custGeom>
          <a:avLst/>
          <a:gdLst/>
          <a:ahLst/>
          <a:cxnLst/>
          <a:rect l="0" t="0" r="0" b="0"/>
          <a:pathLst>
            <a:path>
              <a:moveTo>
                <a:pt x="45720" y="0"/>
              </a:moveTo>
              <a:lnTo>
                <a:pt x="45720" y="2297115"/>
              </a:lnTo>
              <a:lnTo>
                <a:pt x="121877" y="2297115"/>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A2E4F93-57A3-4FEB-A352-C1F2141008DB}">
      <dsp:nvSpPr>
        <dsp:cNvPr id="0" name=""/>
        <dsp:cNvSpPr/>
      </dsp:nvSpPr>
      <dsp:spPr>
        <a:xfrm>
          <a:off x="10682673" y="2619270"/>
          <a:ext cx="91440" cy="1698588"/>
        </a:xfrm>
        <a:custGeom>
          <a:avLst/>
          <a:gdLst/>
          <a:ahLst/>
          <a:cxnLst/>
          <a:rect l="0" t="0" r="0" b="0"/>
          <a:pathLst>
            <a:path>
              <a:moveTo>
                <a:pt x="45720" y="0"/>
              </a:moveTo>
              <a:lnTo>
                <a:pt x="45720" y="1698588"/>
              </a:lnTo>
              <a:lnTo>
                <a:pt x="121877" y="1698588"/>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AB3979-0B44-4426-8923-4AF358A26B50}">
      <dsp:nvSpPr>
        <dsp:cNvPr id="0" name=""/>
        <dsp:cNvSpPr/>
      </dsp:nvSpPr>
      <dsp:spPr>
        <a:xfrm>
          <a:off x="10728393" y="2619270"/>
          <a:ext cx="103034" cy="989981"/>
        </a:xfrm>
        <a:custGeom>
          <a:avLst/>
          <a:gdLst/>
          <a:ahLst/>
          <a:cxnLst/>
          <a:rect l="0" t="0" r="0" b="0"/>
          <a:pathLst>
            <a:path>
              <a:moveTo>
                <a:pt x="0" y="0"/>
              </a:moveTo>
              <a:lnTo>
                <a:pt x="0" y="989981"/>
              </a:lnTo>
              <a:lnTo>
                <a:pt x="103034" y="989981"/>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2F8F4F9-51E5-4214-85C1-7CCC7B124A3A}">
      <dsp:nvSpPr>
        <dsp:cNvPr id="0" name=""/>
        <dsp:cNvSpPr/>
      </dsp:nvSpPr>
      <dsp:spPr>
        <a:xfrm>
          <a:off x="6135378" y="691592"/>
          <a:ext cx="5043726" cy="1521685"/>
        </a:xfrm>
        <a:custGeom>
          <a:avLst/>
          <a:gdLst/>
          <a:ahLst/>
          <a:cxnLst/>
          <a:rect l="0" t="0" r="0" b="0"/>
          <a:pathLst>
            <a:path>
              <a:moveTo>
                <a:pt x="0" y="0"/>
              </a:moveTo>
              <a:lnTo>
                <a:pt x="0" y="1436426"/>
              </a:lnTo>
              <a:lnTo>
                <a:pt x="5043726" y="1436426"/>
              </a:lnTo>
              <a:lnTo>
                <a:pt x="5043726" y="1521685"/>
              </a:lnTo>
            </a:path>
          </a:pathLst>
        </a:custGeom>
        <a:noFill/>
        <a:ln w="12700" cap="flat" cmpd="sng" algn="ctr">
          <a:solidFill>
            <a:schemeClr val="accent1">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10DD96E-C472-4FBE-934C-43A6985E7323}">
      <dsp:nvSpPr>
        <dsp:cNvPr id="0" name=""/>
        <dsp:cNvSpPr/>
      </dsp:nvSpPr>
      <dsp:spPr>
        <a:xfrm>
          <a:off x="8679723" y="2630277"/>
          <a:ext cx="548756" cy="3520262"/>
        </a:xfrm>
        <a:custGeom>
          <a:avLst/>
          <a:gdLst/>
          <a:ahLst/>
          <a:cxnLst/>
          <a:rect l="0" t="0" r="0" b="0"/>
          <a:pathLst>
            <a:path>
              <a:moveTo>
                <a:pt x="548756" y="0"/>
              </a:moveTo>
              <a:lnTo>
                <a:pt x="548756" y="3520262"/>
              </a:lnTo>
              <a:lnTo>
                <a:pt x="0" y="3520262"/>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A4AEC19-10B8-4804-BE4B-865E2C4E761D}">
      <dsp:nvSpPr>
        <dsp:cNvPr id="0" name=""/>
        <dsp:cNvSpPr/>
      </dsp:nvSpPr>
      <dsp:spPr>
        <a:xfrm>
          <a:off x="9228479" y="2630277"/>
          <a:ext cx="266948" cy="3290040"/>
        </a:xfrm>
        <a:custGeom>
          <a:avLst/>
          <a:gdLst/>
          <a:ahLst/>
          <a:cxnLst/>
          <a:rect l="0" t="0" r="0" b="0"/>
          <a:pathLst>
            <a:path>
              <a:moveTo>
                <a:pt x="0" y="0"/>
              </a:moveTo>
              <a:lnTo>
                <a:pt x="0" y="3290040"/>
              </a:lnTo>
              <a:lnTo>
                <a:pt x="266948" y="3290040"/>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C8FEE8-BB29-4800-852A-58129D16CB9D}">
      <dsp:nvSpPr>
        <dsp:cNvPr id="0" name=""/>
        <dsp:cNvSpPr/>
      </dsp:nvSpPr>
      <dsp:spPr>
        <a:xfrm>
          <a:off x="8680868" y="2630277"/>
          <a:ext cx="547611" cy="2943752"/>
        </a:xfrm>
        <a:custGeom>
          <a:avLst/>
          <a:gdLst/>
          <a:ahLst/>
          <a:cxnLst/>
          <a:rect l="0" t="0" r="0" b="0"/>
          <a:pathLst>
            <a:path>
              <a:moveTo>
                <a:pt x="547611" y="0"/>
              </a:moveTo>
              <a:lnTo>
                <a:pt x="547611" y="2943752"/>
              </a:lnTo>
              <a:lnTo>
                <a:pt x="0" y="2943752"/>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D478EED-5ECE-4BB0-BD07-3C5F6391E992}">
      <dsp:nvSpPr>
        <dsp:cNvPr id="0" name=""/>
        <dsp:cNvSpPr/>
      </dsp:nvSpPr>
      <dsp:spPr>
        <a:xfrm>
          <a:off x="9228479" y="2630277"/>
          <a:ext cx="268840" cy="2732193"/>
        </a:xfrm>
        <a:custGeom>
          <a:avLst/>
          <a:gdLst/>
          <a:ahLst/>
          <a:cxnLst/>
          <a:rect l="0" t="0" r="0" b="0"/>
          <a:pathLst>
            <a:path>
              <a:moveTo>
                <a:pt x="0" y="0"/>
              </a:moveTo>
              <a:lnTo>
                <a:pt x="0" y="2732193"/>
              </a:lnTo>
              <a:lnTo>
                <a:pt x="268840" y="2732193"/>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6F6793-7B81-4F7D-958F-534028491C21}">
      <dsp:nvSpPr>
        <dsp:cNvPr id="0" name=""/>
        <dsp:cNvSpPr/>
      </dsp:nvSpPr>
      <dsp:spPr>
        <a:xfrm>
          <a:off x="8702889" y="2630277"/>
          <a:ext cx="525590" cy="2433293"/>
        </a:xfrm>
        <a:custGeom>
          <a:avLst/>
          <a:gdLst/>
          <a:ahLst/>
          <a:cxnLst/>
          <a:rect l="0" t="0" r="0" b="0"/>
          <a:pathLst>
            <a:path>
              <a:moveTo>
                <a:pt x="525590" y="0"/>
              </a:moveTo>
              <a:lnTo>
                <a:pt x="525590" y="2433293"/>
              </a:lnTo>
              <a:lnTo>
                <a:pt x="0" y="2433293"/>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1C2C59F-891E-484D-8F0D-9AAAA9082AA9}">
      <dsp:nvSpPr>
        <dsp:cNvPr id="0" name=""/>
        <dsp:cNvSpPr/>
      </dsp:nvSpPr>
      <dsp:spPr>
        <a:xfrm>
          <a:off x="9228479" y="2630277"/>
          <a:ext cx="261386" cy="2120979"/>
        </a:xfrm>
        <a:custGeom>
          <a:avLst/>
          <a:gdLst/>
          <a:ahLst/>
          <a:cxnLst/>
          <a:rect l="0" t="0" r="0" b="0"/>
          <a:pathLst>
            <a:path>
              <a:moveTo>
                <a:pt x="0" y="0"/>
              </a:moveTo>
              <a:lnTo>
                <a:pt x="0" y="2120979"/>
              </a:lnTo>
              <a:lnTo>
                <a:pt x="261386" y="2120979"/>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0B4B96F-8B16-42AC-ABED-DFFCE3E9737B}">
      <dsp:nvSpPr>
        <dsp:cNvPr id="0" name=""/>
        <dsp:cNvSpPr/>
      </dsp:nvSpPr>
      <dsp:spPr>
        <a:xfrm>
          <a:off x="8625831" y="2630277"/>
          <a:ext cx="602647" cy="1812749"/>
        </a:xfrm>
        <a:custGeom>
          <a:avLst/>
          <a:gdLst/>
          <a:ahLst/>
          <a:cxnLst/>
          <a:rect l="0" t="0" r="0" b="0"/>
          <a:pathLst>
            <a:path>
              <a:moveTo>
                <a:pt x="602647" y="0"/>
              </a:moveTo>
              <a:lnTo>
                <a:pt x="602647" y="1812749"/>
              </a:lnTo>
              <a:lnTo>
                <a:pt x="0" y="1812749"/>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2A72DEA-116F-4166-A38B-4DBDB3DEDF92}">
      <dsp:nvSpPr>
        <dsp:cNvPr id="0" name=""/>
        <dsp:cNvSpPr/>
      </dsp:nvSpPr>
      <dsp:spPr>
        <a:xfrm>
          <a:off x="9228479" y="2630277"/>
          <a:ext cx="250383" cy="1544469"/>
        </a:xfrm>
        <a:custGeom>
          <a:avLst/>
          <a:gdLst/>
          <a:ahLst/>
          <a:cxnLst/>
          <a:rect l="0" t="0" r="0" b="0"/>
          <a:pathLst>
            <a:path>
              <a:moveTo>
                <a:pt x="0" y="0"/>
              </a:moveTo>
              <a:lnTo>
                <a:pt x="0" y="1544469"/>
              </a:lnTo>
              <a:lnTo>
                <a:pt x="250383" y="1544469"/>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6644C6-8232-45CE-9E2C-7EFBF536B15B}">
      <dsp:nvSpPr>
        <dsp:cNvPr id="0" name=""/>
        <dsp:cNvSpPr/>
      </dsp:nvSpPr>
      <dsp:spPr>
        <a:xfrm>
          <a:off x="8603810" y="2630277"/>
          <a:ext cx="624668" cy="1225229"/>
        </a:xfrm>
        <a:custGeom>
          <a:avLst/>
          <a:gdLst/>
          <a:ahLst/>
          <a:cxnLst/>
          <a:rect l="0" t="0" r="0" b="0"/>
          <a:pathLst>
            <a:path>
              <a:moveTo>
                <a:pt x="624668" y="0"/>
              </a:moveTo>
              <a:lnTo>
                <a:pt x="624668" y="1225229"/>
              </a:lnTo>
              <a:lnTo>
                <a:pt x="0" y="1225229"/>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43E9CC3-54EA-406E-8A7E-B886C936FFA9}">
      <dsp:nvSpPr>
        <dsp:cNvPr id="0" name=""/>
        <dsp:cNvSpPr/>
      </dsp:nvSpPr>
      <dsp:spPr>
        <a:xfrm>
          <a:off x="9228479" y="2630277"/>
          <a:ext cx="206349" cy="537571"/>
        </a:xfrm>
        <a:custGeom>
          <a:avLst/>
          <a:gdLst/>
          <a:ahLst/>
          <a:cxnLst/>
          <a:rect l="0" t="0" r="0" b="0"/>
          <a:pathLst>
            <a:path>
              <a:moveTo>
                <a:pt x="0" y="0"/>
              </a:moveTo>
              <a:lnTo>
                <a:pt x="0" y="537571"/>
              </a:lnTo>
              <a:lnTo>
                <a:pt x="206349" y="537571"/>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2097E0-9437-4DA8-BE2C-5DD176283DE1}">
      <dsp:nvSpPr>
        <dsp:cNvPr id="0" name=""/>
        <dsp:cNvSpPr/>
      </dsp:nvSpPr>
      <dsp:spPr>
        <a:xfrm>
          <a:off x="8581797" y="2630277"/>
          <a:ext cx="646681" cy="488689"/>
        </a:xfrm>
        <a:custGeom>
          <a:avLst/>
          <a:gdLst/>
          <a:ahLst/>
          <a:cxnLst/>
          <a:rect l="0" t="0" r="0" b="0"/>
          <a:pathLst>
            <a:path>
              <a:moveTo>
                <a:pt x="646681" y="0"/>
              </a:moveTo>
              <a:lnTo>
                <a:pt x="646681" y="488689"/>
              </a:lnTo>
              <a:lnTo>
                <a:pt x="0" y="488689"/>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E7F3FE1-4956-4B14-A005-1B548896A623}">
      <dsp:nvSpPr>
        <dsp:cNvPr id="0" name=""/>
        <dsp:cNvSpPr/>
      </dsp:nvSpPr>
      <dsp:spPr>
        <a:xfrm>
          <a:off x="6135378" y="691592"/>
          <a:ext cx="3093101" cy="1532691"/>
        </a:xfrm>
        <a:custGeom>
          <a:avLst/>
          <a:gdLst/>
          <a:ahLst/>
          <a:cxnLst/>
          <a:rect l="0" t="0" r="0" b="0"/>
          <a:pathLst>
            <a:path>
              <a:moveTo>
                <a:pt x="0" y="0"/>
              </a:moveTo>
              <a:lnTo>
                <a:pt x="0" y="1447433"/>
              </a:lnTo>
              <a:lnTo>
                <a:pt x="3093101" y="1447433"/>
              </a:lnTo>
              <a:lnTo>
                <a:pt x="3093101" y="1532691"/>
              </a:lnTo>
            </a:path>
          </a:pathLst>
        </a:custGeom>
        <a:noFill/>
        <a:ln w="12700" cap="flat" cmpd="sng" algn="ctr">
          <a:solidFill>
            <a:schemeClr val="accent1">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3379D8-365A-4F50-AA02-6826BAA96EEE}">
      <dsp:nvSpPr>
        <dsp:cNvPr id="0" name=""/>
        <dsp:cNvSpPr/>
      </dsp:nvSpPr>
      <dsp:spPr>
        <a:xfrm>
          <a:off x="6683387" y="2654726"/>
          <a:ext cx="163818" cy="2309770"/>
        </a:xfrm>
        <a:custGeom>
          <a:avLst/>
          <a:gdLst/>
          <a:ahLst/>
          <a:cxnLst/>
          <a:rect l="0" t="0" r="0" b="0"/>
          <a:pathLst>
            <a:path>
              <a:moveTo>
                <a:pt x="163818" y="0"/>
              </a:moveTo>
              <a:lnTo>
                <a:pt x="163818" y="2309770"/>
              </a:lnTo>
              <a:lnTo>
                <a:pt x="0" y="2309770"/>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1B25BA-3C47-438E-8E08-B1AB7828EA66}">
      <dsp:nvSpPr>
        <dsp:cNvPr id="0" name=""/>
        <dsp:cNvSpPr/>
      </dsp:nvSpPr>
      <dsp:spPr>
        <a:xfrm>
          <a:off x="6683387" y="2654726"/>
          <a:ext cx="163818" cy="1612169"/>
        </a:xfrm>
        <a:custGeom>
          <a:avLst/>
          <a:gdLst/>
          <a:ahLst/>
          <a:cxnLst/>
          <a:rect l="0" t="0" r="0" b="0"/>
          <a:pathLst>
            <a:path>
              <a:moveTo>
                <a:pt x="163818" y="0"/>
              </a:moveTo>
              <a:lnTo>
                <a:pt x="163818" y="1612169"/>
              </a:lnTo>
              <a:lnTo>
                <a:pt x="0" y="1612169"/>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7AA96A-3E7B-47C6-8C9B-720A376BEFF1}">
      <dsp:nvSpPr>
        <dsp:cNvPr id="0" name=""/>
        <dsp:cNvSpPr/>
      </dsp:nvSpPr>
      <dsp:spPr>
        <a:xfrm>
          <a:off x="6683387" y="2654726"/>
          <a:ext cx="163818" cy="936584"/>
        </a:xfrm>
        <a:custGeom>
          <a:avLst/>
          <a:gdLst/>
          <a:ahLst/>
          <a:cxnLst/>
          <a:rect l="0" t="0" r="0" b="0"/>
          <a:pathLst>
            <a:path>
              <a:moveTo>
                <a:pt x="163818" y="0"/>
              </a:moveTo>
              <a:lnTo>
                <a:pt x="163818" y="936584"/>
              </a:lnTo>
              <a:lnTo>
                <a:pt x="0" y="936584"/>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93EEEB3-E2C6-433B-BA57-6807802AD3C3}">
      <dsp:nvSpPr>
        <dsp:cNvPr id="0" name=""/>
        <dsp:cNvSpPr/>
      </dsp:nvSpPr>
      <dsp:spPr>
        <a:xfrm>
          <a:off x="6683387" y="2654726"/>
          <a:ext cx="163818" cy="387183"/>
        </a:xfrm>
        <a:custGeom>
          <a:avLst/>
          <a:gdLst/>
          <a:ahLst/>
          <a:cxnLst/>
          <a:rect l="0" t="0" r="0" b="0"/>
          <a:pathLst>
            <a:path>
              <a:moveTo>
                <a:pt x="163818" y="0"/>
              </a:moveTo>
              <a:lnTo>
                <a:pt x="163818" y="387183"/>
              </a:lnTo>
              <a:lnTo>
                <a:pt x="0" y="387183"/>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6AF9CC-E0DD-48ED-A3A0-879D315CB6BE}">
      <dsp:nvSpPr>
        <dsp:cNvPr id="0" name=""/>
        <dsp:cNvSpPr/>
      </dsp:nvSpPr>
      <dsp:spPr>
        <a:xfrm>
          <a:off x="6135378" y="691592"/>
          <a:ext cx="1283810" cy="1557140"/>
        </a:xfrm>
        <a:custGeom>
          <a:avLst/>
          <a:gdLst/>
          <a:ahLst/>
          <a:cxnLst/>
          <a:rect l="0" t="0" r="0" b="0"/>
          <a:pathLst>
            <a:path>
              <a:moveTo>
                <a:pt x="0" y="0"/>
              </a:moveTo>
              <a:lnTo>
                <a:pt x="0" y="1471882"/>
              </a:lnTo>
              <a:lnTo>
                <a:pt x="1283810" y="1471882"/>
              </a:lnTo>
              <a:lnTo>
                <a:pt x="1283810" y="1557140"/>
              </a:lnTo>
            </a:path>
          </a:pathLst>
        </a:custGeom>
        <a:noFill/>
        <a:ln w="12700" cap="flat" cmpd="sng" algn="ctr">
          <a:solidFill>
            <a:schemeClr val="accent1">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8484AD3-CE3A-45FD-8604-5FB38B234876}">
      <dsp:nvSpPr>
        <dsp:cNvPr id="0" name=""/>
        <dsp:cNvSpPr/>
      </dsp:nvSpPr>
      <dsp:spPr>
        <a:xfrm>
          <a:off x="5577126" y="2676312"/>
          <a:ext cx="117567" cy="1612599"/>
        </a:xfrm>
        <a:custGeom>
          <a:avLst/>
          <a:gdLst/>
          <a:ahLst/>
          <a:cxnLst/>
          <a:rect l="0" t="0" r="0" b="0"/>
          <a:pathLst>
            <a:path>
              <a:moveTo>
                <a:pt x="117567" y="0"/>
              </a:moveTo>
              <a:lnTo>
                <a:pt x="117567" y="1612599"/>
              </a:lnTo>
              <a:lnTo>
                <a:pt x="0" y="1612599"/>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99FBC4D-8A4F-4FFA-BF2E-6484575414AD}">
      <dsp:nvSpPr>
        <dsp:cNvPr id="0" name=""/>
        <dsp:cNvSpPr/>
      </dsp:nvSpPr>
      <dsp:spPr>
        <a:xfrm>
          <a:off x="5578002" y="2676312"/>
          <a:ext cx="116690" cy="3075984"/>
        </a:xfrm>
        <a:custGeom>
          <a:avLst/>
          <a:gdLst/>
          <a:ahLst/>
          <a:cxnLst/>
          <a:rect l="0" t="0" r="0" b="0"/>
          <a:pathLst>
            <a:path>
              <a:moveTo>
                <a:pt x="116690" y="0"/>
              </a:moveTo>
              <a:lnTo>
                <a:pt x="116690" y="3075984"/>
              </a:lnTo>
              <a:lnTo>
                <a:pt x="0" y="3075984"/>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125499-7AC5-4F0A-AF35-A1E0F0E4A643}">
      <dsp:nvSpPr>
        <dsp:cNvPr id="0" name=""/>
        <dsp:cNvSpPr/>
      </dsp:nvSpPr>
      <dsp:spPr>
        <a:xfrm>
          <a:off x="5588136" y="2676312"/>
          <a:ext cx="106556" cy="992055"/>
        </a:xfrm>
        <a:custGeom>
          <a:avLst/>
          <a:gdLst/>
          <a:ahLst/>
          <a:cxnLst/>
          <a:rect l="0" t="0" r="0" b="0"/>
          <a:pathLst>
            <a:path>
              <a:moveTo>
                <a:pt x="106556" y="0"/>
              </a:moveTo>
              <a:lnTo>
                <a:pt x="106556" y="992055"/>
              </a:lnTo>
              <a:lnTo>
                <a:pt x="0" y="992055"/>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8C2E478-BA06-402C-A365-8F3431CB5A90}">
      <dsp:nvSpPr>
        <dsp:cNvPr id="0" name=""/>
        <dsp:cNvSpPr/>
      </dsp:nvSpPr>
      <dsp:spPr>
        <a:xfrm>
          <a:off x="5567190" y="2676312"/>
          <a:ext cx="91440" cy="2330991"/>
        </a:xfrm>
        <a:custGeom>
          <a:avLst/>
          <a:gdLst/>
          <a:ahLst/>
          <a:cxnLst/>
          <a:rect l="0" t="0" r="0" b="0"/>
          <a:pathLst>
            <a:path>
              <a:moveTo>
                <a:pt x="127503" y="0"/>
              </a:moveTo>
              <a:lnTo>
                <a:pt x="127503" y="2330991"/>
              </a:lnTo>
              <a:lnTo>
                <a:pt x="45720" y="2330991"/>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5B610E0-E3A9-4637-AA51-0E619B5F91AE}">
      <dsp:nvSpPr>
        <dsp:cNvPr id="0" name=""/>
        <dsp:cNvSpPr/>
      </dsp:nvSpPr>
      <dsp:spPr>
        <a:xfrm>
          <a:off x="5553529" y="2676312"/>
          <a:ext cx="141163" cy="430506"/>
        </a:xfrm>
        <a:custGeom>
          <a:avLst/>
          <a:gdLst/>
          <a:ahLst/>
          <a:cxnLst/>
          <a:rect l="0" t="0" r="0" b="0"/>
          <a:pathLst>
            <a:path>
              <a:moveTo>
                <a:pt x="141163" y="0"/>
              </a:moveTo>
              <a:lnTo>
                <a:pt x="141163" y="430506"/>
              </a:lnTo>
              <a:lnTo>
                <a:pt x="0" y="430506"/>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3D9D40-67BA-4A87-AEF1-7CDA4E58B5CD}">
      <dsp:nvSpPr>
        <dsp:cNvPr id="0" name=""/>
        <dsp:cNvSpPr/>
      </dsp:nvSpPr>
      <dsp:spPr>
        <a:xfrm>
          <a:off x="5694693" y="691592"/>
          <a:ext cx="440684" cy="1578727"/>
        </a:xfrm>
        <a:custGeom>
          <a:avLst/>
          <a:gdLst/>
          <a:ahLst/>
          <a:cxnLst/>
          <a:rect l="0" t="0" r="0" b="0"/>
          <a:pathLst>
            <a:path>
              <a:moveTo>
                <a:pt x="440684" y="0"/>
              </a:moveTo>
              <a:lnTo>
                <a:pt x="440684" y="1493468"/>
              </a:lnTo>
              <a:lnTo>
                <a:pt x="0" y="1493468"/>
              </a:lnTo>
              <a:lnTo>
                <a:pt x="0" y="1578727"/>
              </a:lnTo>
            </a:path>
          </a:pathLst>
        </a:custGeom>
        <a:noFill/>
        <a:ln w="12700" cap="flat" cmpd="sng" algn="ctr">
          <a:solidFill>
            <a:schemeClr val="accent1">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2E38E82-7C04-4EC0-BEC8-7A65C0163F4C}">
      <dsp:nvSpPr>
        <dsp:cNvPr id="0" name=""/>
        <dsp:cNvSpPr/>
      </dsp:nvSpPr>
      <dsp:spPr>
        <a:xfrm>
          <a:off x="3487502" y="2605982"/>
          <a:ext cx="214352" cy="2759176"/>
        </a:xfrm>
        <a:custGeom>
          <a:avLst/>
          <a:gdLst/>
          <a:ahLst/>
          <a:cxnLst/>
          <a:rect l="0" t="0" r="0" b="0"/>
          <a:pathLst>
            <a:path>
              <a:moveTo>
                <a:pt x="0" y="0"/>
              </a:moveTo>
              <a:lnTo>
                <a:pt x="0" y="2759176"/>
              </a:lnTo>
              <a:lnTo>
                <a:pt x="214352" y="2759176"/>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3390AE-4722-4F39-8710-EFB7A7BF78AB}">
      <dsp:nvSpPr>
        <dsp:cNvPr id="0" name=""/>
        <dsp:cNvSpPr/>
      </dsp:nvSpPr>
      <dsp:spPr>
        <a:xfrm>
          <a:off x="3487502" y="2605982"/>
          <a:ext cx="303703" cy="2094744"/>
        </a:xfrm>
        <a:custGeom>
          <a:avLst/>
          <a:gdLst/>
          <a:ahLst/>
          <a:cxnLst/>
          <a:rect l="0" t="0" r="0" b="0"/>
          <a:pathLst>
            <a:path>
              <a:moveTo>
                <a:pt x="0" y="0"/>
              </a:moveTo>
              <a:lnTo>
                <a:pt x="0" y="2094744"/>
              </a:lnTo>
              <a:lnTo>
                <a:pt x="303703" y="2094744"/>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ACE957-7C6B-43BB-B710-A58F59F5DEDA}">
      <dsp:nvSpPr>
        <dsp:cNvPr id="0" name=""/>
        <dsp:cNvSpPr/>
      </dsp:nvSpPr>
      <dsp:spPr>
        <a:xfrm>
          <a:off x="3487502" y="2605982"/>
          <a:ext cx="314137" cy="1551404"/>
        </a:xfrm>
        <a:custGeom>
          <a:avLst/>
          <a:gdLst/>
          <a:ahLst/>
          <a:cxnLst/>
          <a:rect l="0" t="0" r="0" b="0"/>
          <a:pathLst>
            <a:path>
              <a:moveTo>
                <a:pt x="0" y="0"/>
              </a:moveTo>
              <a:lnTo>
                <a:pt x="0" y="1551404"/>
              </a:lnTo>
              <a:lnTo>
                <a:pt x="314137" y="1551404"/>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E7B47D-BFD5-4430-80C7-526BB97C304C}">
      <dsp:nvSpPr>
        <dsp:cNvPr id="0" name=""/>
        <dsp:cNvSpPr/>
      </dsp:nvSpPr>
      <dsp:spPr>
        <a:xfrm>
          <a:off x="3487502" y="2605982"/>
          <a:ext cx="302988" cy="930860"/>
        </a:xfrm>
        <a:custGeom>
          <a:avLst/>
          <a:gdLst/>
          <a:ahLst/>
          <a:cxnLst/>
          <a:rect l="0" t="0" r="0" b="0"/>
          <a:pathLst>
            <a:path>
              <a:moveTo>
                <a:pt x="0" y="0"/>
              </a:moveTo>
              <a:lnTo>
                <a:pt x="0" y="930860"/>
              </a:lnTo>
              <a:lnTo>
                <a:pt x="302988" y="930860"/>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5A6B85-84CB-4A5C-A801-2C4F550E9567}">
      <dsp:nvSpPr>
        <dsp:cNvPr id="0" name=""/>
        <dsp:cNvSpPr/>
      </dsp:nvSpPr>
      <dsp:spPr>
        <a:xfrm>
          <a:off x="3487502" y="2605982"/>
          <a:ext cx="347445" cy="358869"/>
        </a:xfrm>
        <a:custGeom>
          <a:avLst/>
          <a:gdLst/>
          <a:ahLst/>
          <a:cxnLst/>
          <a:rect l="0" t="0" r="0" b="0"/>
          <a:pathLst>
            <a:path>
              <a:moveTo>
                <a:pt x="0" y="0"/>
              </a:moveTo>
              <a:lnTo>
                <a:pt x="0" y="358869"/>
              </a:lnTo>
              <a:lnTo>
                <a:pt x="347445" y="358869"/>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273839-DAED-4383-A406-49CF3CB8FA98}">
      <dsp:nvSpPr>
        <dsp:cNvPr id="0" name=""/>
        <dsp:cNvSpPr/>
      </dsp:nvSpPr>
      <dsp:spPr>
        <a:xfrm>
          <a:off x="4023793" y="691592"/>
          <a:ext cx="2111584" cy="1508397"/>
        </a:xfrm>
        <a:custGeom>
          <a:avLst/>
          <a:gdLst/>
          <a:ahLst/>
          <a:cxnLst/>
          <a:rect l="0" t="0" r="0" b="0"/>
          <a:pathLst>
            <a:path>
              <a:moveTo>
                <a:pt x="2111584" y="0"/>
              </a:moveTo>
              <a:lnTo>
                <a:pt x="2111584" y="1423138"/>
              </a:lnTo>
              <a:lnTo>
                <a:pt x="0" y="1423138"/>
              </a:lnTo>
              <a:lnTo>
                <a:pt x="0" y="1508397"/>
              </a:lnTo>
            </a:path>
          </a:pathLst>
        </a:custGeom>
        <a:noFill/>
        <a:ln w="12700" cap="flat" cmpd="sng" algn="ctr">
          <a:solidFill>
            <a:schemeClr val="accent1">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A2F3FCC-E1DA-4A85-9DCA-34D8DE9D329B}">
      <dsp:nvSpPr>
        <dsp:cNvPr id="0" name=""/>
        <dsp:cNvSpPr/>
      </dsp:nvSpPr>
      <dsp:spPr>
        <a:xfrm>
          <a:off x="2380013" y="2598857"/>
          <a:ext cx="360895" cy="1698714"/>
        </a:xfrm>
        <a:custGeom>
          <a:avLst/>
          <a:gdLst/>
          <a:ahLst/>
          <a:cxnLst/>
          <a:rect l="0" t="0" r="0" b="0"/>
          <a:pathLst>
            <a:path>
              <a:moveTo>
                <a:pt x="0" y="0"/>
              </a:moveTo>
              <a:lnTo>
                <a:pt x="0" y="1613456"/>
              </a:lnTo>
              <a:lnTo>
                <a:pt x="360895" y="1613456"/>
              </a:lnTo>
              <a:lnTo>
                <a:pt x="360895" y="1698714"/>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7D7317-A165-4EDE-A750-C3F2482C6972}">
      <dsp:nvSpPr>
        <dsp:cNvPr id="0" name=""/>
        <dsp:cNvSpPr/>
      </dsp:nvSpPr>
      <dsp:spPr>
        <a:xfrm>
          <a:off x="2380013" y="2598857"/>
          <a:ext cx="472153" cy="568990"/>
        </a:xfrm>
        <a:custGeom>
          <a:avLst/>
          <a:gdLst/>
          <a:ahLst/>
          <a:cxnLst/>
          <a:rect l="0" t="0" r="0" b="0"/>
          <a:pathLst>
            <a:path>
              <a:moveTo>
                <a:pt x="0" y="0"/>
              </a:moveTo>
              <a:lnTo>
                <a:pt x="0" y="483732"/>
              </a:lnTo>
              <a:lnTo>
                <a:pt x="472153" y="483732"/>
              </a:lnTo>
              <a:lnTo>
                <a:pt x="472153" y="568990"/>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E805143-988F-4F2C-84C7-4D01B94BD755}">
      <dsp:nvSpPr>
        <dsp:cNvPr id="0" name=""/>
        <dsp:cNvSpPr/>
      </dsp:nvSpPr>
      <dsp:spPr>
        <a:xfrm>
          <a:off x="2380013" y="691592"/>
          <a:ext cx="3755364" cy="1501272"/>
        </a:xfrm>
        <a:custGeom>
          <a:avLst/>
          <a:gdLst/>
          <a:ahLst/>
          <a:cxnLst/>
          <a:rect l="0" t="0" r="0" b="0"/>
          <a:pathLst>
            <a:path>
              <a:moveTo>
                <a:pt x="3755364" y="0"/>
              </a:moveTo>
              <a:lnTo>
                <a:pt x="3755364" y="1416013"/>
              </a:lnTo>
              <a:lnTo>
                <a:pt x="0" y="1416013"/>
              </a:lnTo>
              <a:lnTo>
                <a:pt x="0" y="1501272"/>
              </a:lnTo>
            </a:path>
          </a:pathLst>
        </a:custGeom>
        <a:noFill/>
        <a:ln w="12700" cap="flat" cmpd="sng" algn="ctr">
          <a:solidFill>
            <a:schemeClr val="accent1">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77152B9-BA32-4DC9-AD88-33D954D8D165}">
      <dsp:nvSpPr>
        <dsp:cNvPr id="0" name=""/>
        <dsp:cNvSpPr/>
      </dsp:nvSpPr>
      <dsp:spPr>
        <a:xfrm>
          <a:off x="5168007" y="691592"/>
          <a:ext cx="967371" cy="781865"/>
        </a:xfrm>
        <a:custGeom>
          <a:avLst/>
          <a:gdLst/>
          <a:ahLst/>
          <a:cxnLst/>
          <a:rect l="0" t="0" r="0" b="0"/>
          <a:pathLst>
            <a:path>
              <a:moveTo>
                <a:pt x="967371" y="0"/>
              </a:moveTo>
              <a:lnTo>
                <a:pt x="967371" y="696606"/>
              </a:lnTo>
              <a:lnTo>
                <a:pt x="0" y="696606"/>
              </a:lnTo>
              <a:lnTo>
                <a:pt x="0" y="781865"/>
              </a:lnTo>
            </a:path>
          </a:pathLst>
        </a:custGeom>
        <a:noFill/>
        <a:ln w="12700" cap="flat" cmpd="sng" algn="ctr">
          <a:solidFill>
            <a:schemeClr val="accent1">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9E94D36-CC7B-4A81-BE5F-D500A69F21C1}">
      <dsp:nvSpPr>
        <dsp:cNvPr id="0" name=""/>
        <dsp:cNvSpPr/>
      </dsp:nvSpPr>
      <dsp:spPr>
        <a:xfrm>
          <a:off x="767280" y="2588577"/>
          <a:ext cx="460265" cy="1243819"/>
        </a:xfrm>
        <a:custGeom>
          <a:avLst/>
          <a:gdLst/>
          <a:ahLst/>
          <a:cxnLst/>
          <a:rect l="0" t="0" r="0" b="0"/>
          <a:pathLst>
            <a:path>
              <a:moveTo>
                <a:pt x="0" y="0"/>
              </a:moveTo>
              <a:lnTo>
                <a:pt x="0" y="1243819"/>
              </a:lnTo>
              <a:lnTo>
                <a:pt x="460265" y="1243819"/>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9FF510A-3100-42A3-B9F4-EDE145A97951}">
      <dsp:nvSpPr>
        <dsp:cNvPr id="0" name=""/>
        <dsp:cNvSpPr/>
      </dsp:nvSpPr>
      <dsp:spPr>
        <a:xfrm>
          <a:off x="767280" y="2588577"/>
          <a:ext cx="1740515" cy="3546664"/>
        </a:xfrm>
        <a:custGeom>
          <a:avLst/>
          <a:gdLst/>
          <a:ahLst/>
          <a:cxnLst/>
          <a:rect l="0" t="0" r="0" b="0"/>
          <a:pathLst>
            <a:path>
              <a:moveTo>
                <a:pt x="0" y="0"/>
              </a:moveTo>
              <a:lnTo>
                <a:pt x="0" y="3546664"/>
              </a:lnTo>
              <a:lnTo>
                <a:pt x="1740515" y="3546664"/>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D3CD562-0F17-4833-A03A-9332DA468F30}">
      <dsp:nvSpPr>
        <dsp:cNvPr id="0" name=""/>
        <dsp:cNvSpPr/>
      </dsp:nvSpPr>
      <dsp:spPr>
        <a:xfrm>
          <a:off x="767280" y="2588577"/>
          <a:ext cx="463262" cy="782266"/>
        </a:xfrm>
        <a:custGeom>
          <a:avLst/>
          <a:gdLst/>
          <a:ahLst/>
          <a:cxnLst/>
          <a:rect l="0" t="0" r="0" b="0"/>
          <a:pathLst>
            <a:path>
              <a:moveTo>
                <a:pt x="0" y="0"/>
              </a:moveTo>
              <a:lnTo>
                <a:pt x="0" y="782266"/>
              </a:lnTo>
              <a:lnTo>
                <a:pt x="463262" y="782266"/>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67994D-4A7E-4241-8E8A-C253BF5E6D16}">
      <dsp:nvSpPr>
        <dsp:cNvPr id="0" name=""/>
        <dsp:cNvSpPr/>
      </dsp:nvSpPr>
      <dsp:spPr>
        <a:xfrm>
          <a:off x="767280" y="2588577"/>
          <a:ext cx="1738404" cy="3017846"/>
        </a:xfrm>
        <a:custGeom>
          <a:avLst/>
          <a:gdLst/>
          <a:ahLst/>
          <a:cxnLst/>
          <a:rect l="0" t="0" r="0" b="0"/>
          <a:pathLst>
            <a:path>
              <a:moveTo>
                <a:pt x="0" y="0"/>
              </a:moveTo>
              <a:lnTo>
                <a:pt x="0" y="3017846"/>
              </a:lnTo>
              <a:lnTo>
                <a:pt x="1738404" y="3017846"/>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57C84DD-207B-4026-A0B7-3767E13935B4}">
      <dsp:nvSpPr>
        <dsp:cNvPr id="0" name=""/>
        <dsp:cNvSpPr/>
      </dsp:nvSpPr>
      <dsp:spPr>
        <a:xfrm>
          <a:off x="767280" y="2588577"/>
          <a:ext cx="487280" cy="271621"/>
        </a:xfrm>
        <a:custGeom>
          <a:avLst/>
          <a:gdLst/>
          <a:ahLst/>
          <a:cxnLst/>
          <a:rect l="0" t="0" r="0" b="0"/>
          <a:pathLst>
            <a:path>
              <a:moveTo>
                <a:pt x="0" y="0"/>
              </a:moveTo>
              <a:lnTo>
                <a:pt x="0" y="271621"/>
              </a:lnTo>
              <a:lnTo>
                <a:pt x="487280" y="271621"/>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1B00E32-2F9A-43E0-A70A-CDC9D7CE22AC}">
      <dsp:nvSpPr>
        <dsp:cNvPr id="0" name=""/>
        <dsp:cNvSpPr/>
      </dsp:nvSpPr>
      <dsp:spPr>
        <a:xfrm>
          <a:off x="767280" y="2588577"/>
          <a:ext cx="511253" cy="3593893"/>
        </a:xfrm>
        <a:custGeom>
          <a:avLst/>
          <a:gdLst/>
          <a:ahLst/>
          <a:cxnLst/>
          <a:rect l="0" t="0" r="0" b="0"/>
          <a:pathLst>
            <a:path>
              <a:moveTo>
                <a:pt x="0" y="0"/>
              </a:moveTo>
              <a:lnTo>
                <a:pt x="0" y="3593893"/>
              </a:lnTo>
              <a:lnTo>
                <a:pt x="511253" y="3593893"/>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D0D81D6-59CD-460D-B80E-3A3D7BD0FCEB}">
      <dsp:nvSpPr>
        <dsp:cNvPr id="0" name=""/>
        <dsp:cNvSpPr/>
      </dsp:nvSpPr>
      <dsp:spPr>
        <a:xfrm>
          <a:off x="767280" y="2588577"/>
          <a:ext cx="477174" cy="3078655"/>
        </a:xfrm>
        <a:custGeom>
          <a:avLst/>
          <a:gdLst/>
          <a:ahLst/>
          <a:cxnLst/>
          <a:rect l="0" t="0" r="0" b="0"/>
          <a:pathLst>
            <a:path>
              <a:moveTo>
                <a:pt x="0" y="0"/>
              </a:moveTo>
              <a:lnTo>
                <a:pt x="0" y="3078655"/>
              </a:lnTo>
              <a:lnTo>
                <a:pt x="477174" y="3078655"/>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6EA9314-ED55-45B8-A1ED-2ABFB69B3BA2}">
      <dsp:nvSpPr>
        <dsp:cNvPr id="0" name=""/>
        <dsp:cNvSpPr/>
      </dsp:nvSpPr>
      <dsp:spPr>
        <a:xfrm>
          <a:off x="767280" y="2588577"/>
          <a:ext cx="445206" cy="2451884"/>
        </a:xfrm>
        <a:custGeom>
          <a:avLst/>
          <a:gdLst/>
          <a:ahLst/>
          <a:cxnLst/>
          <a:rect l="0" t="0" r="0" b="0"/>
          <a:pathLst>
            <a:path>
              <a:moveTo>
                <a:pt x="0" y="0"/>
              </a:moveTo>
              <a:lnTo>
                <a:pt x="0" y="2451884"/>
              </a:lnTo>
              <a:lnTo>
                <a:pt x="445206" y="2451884"/>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4D02019-3EAE-4F0A-B30D-2901E837D246}">
      <dsp:nvSpPr>
        <dsp:cNvPr id="0" name=""/>
        <dsp:cNvSpPr/>
      </dsp:nvSpPr>
      <dsp:spPr>
        <a:xfrm>
          <a:off x="767280" y="2588577"/>
          <a:ext cx="456217" cy="1862240"/>
        </a:xfrm>
        <a:custGeom>
          <a:avLst/>
          <a:gdLst/>
          <a:ahLst/>
          <a:cxnLst/>
          <a:rect l="0" t="0" r="0" b="0"/>
          <a:pathLst>
            <a:path>
              <a:moveTo>
                <a:pt x="0" y="0"/>
              </a:moveTo>
              <a:lnTo>
                <a:pt x="0" y="1862240"/>
              </a:lnTo>
              <a:lnTo>
                <a:pt x="456217" y="1862240"/>
              </a:lnTo>
            </a:path>
          </a:pathLst>
        </a:custGeom>
        <a:noFill/>
        <a:ln w="12700" cap="flat" cmpd="sng" algn="ctr">
          <a:solidFill>
            <a:schemeClr val="accent1">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D25319-5FFA-4D8A-BFD9-092FE4BA8EDB}">
      <dsp:nvSpPr>
        <dsp:cNvPr id="0" name=""/>
        <dsp:cNvSpPr/>
      </dsp:nvSpPr>
      <dsp:spPr>
        <a:xfrm>
          <a:off x="767280" y="691592"/>
          <a:ext cx="5368098" cy="1490992"/>
        </a:xfrm>
        <a:custGeom>
          <a:avLst/>
          <a:gdLst/>
          <a:ahLst/>
          <a:cxnLst/>
          <a:rect l="0" t="0" r="0" b="0"/>
          <a:pathLst>
            <a:path>
              <a:moveTo>
                <a:pt x="5368098" y="0"/>
              </a:moveTo>
              <a:lnTo>
                <a:pt x="5368098" y="1405733"/>
              </a:lnTo>
              <a:lnTo>
                <a:pt x="0" y="1405733"/>
              </a:lnTo>
              <a:lnTo>
                <a:pt x="0" y="1490992"/>
              </a:lnTo>
            </a:path>
          </a:pathLst>
        </a:custGeom>
        <a:noFill/>
        <a:ln w="12700" cap="flat" cmpd="sng" algn="ctr">
          <a:solidFill>
            <a:schemeClr val="accent1">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DE84C9-D8E5-4187-A7AC-72BFBCACC8F3}">
      <dsp:nvSpPr>
        <dsp:cNvPr id="0" name=""/>
        <dsp:cNvSpPr/>
      </dsp:nvSpPr>
      <dsp:spPr>
        <a:xfrm>
          <a:off x="1419402" y="93"/>
          <a:ext cx="9431952" cy="691499"/>
        </a:xfrm>
        <a:prstGeom prst="rect">
          <a:avLst/>
        </a:prstGeom>
        <a:gradFill rotWithShape="0">
          <a:gsLst>
            <a:gs pos="0">
              <a:schemeClr val="accent1">
                <a:alpha val="80000"/>
                <a:hueOff val="0"/>
                <a:satOff val="0"/>
                <a:lumOff val="0"/>
                <a:alphaOff val="0"/>
                <a:lumMod val="110000"/>
                <a:satMod val="105000"/>
                <a:tint val="67000"/>
              </a:schemeClr>
            </a:gs>
            <a:gs pos="50000">
              <a:schemeClr val="accent1">
                <a:alpha val="80000"/>
                <a:hueOff val="0"/>
                <a:satOff val="0"/>
                <a:lumOff val="0"/>
                <a:alphaOff val="0"/>
                <a:lumMod val="105000"/>
                <a:satMod val="103000"/>
                <a:tint val="73000"/>
              </a:schemeClr>
            </a:gs>
            <a:gs pos="100000">
              <a:schemeClr val="accent1">
                <a:alpha val="8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ar-EG" sz="3200" b="1" kern="1200" dirty="0">
              <a:latin typeface="Cambria"/>
              <a:ea typeface="+mn-ea"/>
              <a:cs typeface="Arial" panose="020B0604020202020204" pitchFamily="34" charset="0"/>
            </a:rPr>
            <a:t>رئيس قطاع المعامل وضبط الجودة</a:t>
          </a:r>
          <a:endParaRPr lang="en-US" sz="3200" b="1" kern="1200" dirty="0">
            <a:latin typeface="Cambria"/>
            <a:ea typeface="+mn-ea"/>
            <a:cs typeface="+mn-cs"/>
          </a:endParaRPr>
        </a:p>
      </dsp:txBody>
      <dsp:txXfrm>
        <a:off x="1419402" y="93"/>
        <a:ext cx="9431952" cy="691499"/>
      </dsp:txXfrm>
    </dsp:sp>
    <dsp:sp modelId="{DEC60842-F388-4FBB-835A-2BC630B23CC7}">
      <dsp:nvSpPr>
        <dsp:cNvPr id="0" name=""/>
        <dsp:cNvSpPr/>
      </dsp:nvSpPr>
      <dsp:spPr>
        <a:xfrm>
          <a:off x="249330" y="2182584"/>
          <a:ext cx="1035898" cy="405992"/>
        </a:xfrm>
        <a:prstGeom prst="rect">
          <a:avLst/>
        </a:prstGeom>
        <a:gradFill rotWithShape="0">
          <a:gsLst>
            <a:gs pos="0">
              <a:schemeClr val="accent1">
                <a:alpha val="70000"/>
                <a:hueOff val="0"/>
                <a:satOff val="0"/>
                <a:lumOff val="0"/>
                <a:alphaOff val="0"/>
                <a:lumMod val="110000"/>
                <a:satMod val="105000"/>
                <a:tint val="67000"/>
              </a:schemeClr>
            </a:gs>
            <a:gs pos="50000">
              <a:schemeClr val="accent1">
                <a:alpha val="70000"/>
                <a:hueOff val="0"/>
                <a:satOff val="0"/>
                <a:lumOff val="0"/>
                <a:alphaOff val="0"/>
                <a:lumMod val="105000"/>
                <a:satMod val="103000"/>
                <a:tint val="73000"/>
              </a:schemeClr>
            </a:gs>
            <a:gs pos="100000">
              <a:schemeClr val="accent1">
                <a:alpha val="7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ar-EG" sz="1100" b="1" kern="1200" dirty="0">
              <a:latin typeface="Cambria"/>
              <a:ea typeface="+mn-ea"/>
              <a:cs typeface="+mj-cs"/>
            </a:rPr>
            <a:t>الادارة العامة لمعامل الصرف الصحي </a:t>
          </a:r>
          <a:endParaRPr lang="en-US" sz="1100" b="1" kern="1200" dirty="0">
            <a:latin typeface="Cambria"/>
            <a:ea typeface="+mn-ea"/>
            <a:cs typeface="+mj-cs"/>
          </a:endParaRPr>
        </a:p>
      </dsp:txBody>
      <dsp:txXfrm>
        <a:off x="249330" y="2182584"/>
        <a:ext cx="1035898" cy="405992"/>
      </dsp:txXfrm>
    </dsp:sp>
    <dsp:sp modelId="{AC18736C-AD4E-4996-9CC0-C230FCC00C81}">
      <dsp:nvSpPr>
        <dsp:cNvPr id="0" name=""/>
        <dsp:cNvSpPr/>
      </dsp:nvSpPr>
      <dsp:spPr>
        <a:xfrm>
          <a:off x="1223497" y="4247821"/>
          <a:ext cx="811985" cy="405992"/>
        </a:xfrm>
        <a:prstGeom prst="rect">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إدارة معمل عرب المدابغ وتابعه بني غالب</a:t>
          </a:r>
          <a:endParaRPr lang="en-US" sz="900" b="1" kern="1200">
            <a:latin typeface="Cambria"/>
            <a:ea typeface="+mn-ea"/>
            <a:cs typeface="+mn-cs"/>
          </a:endParaRPr>
        </a:p>
      </dsp:txBody>
      <dsp:txXfrm>
        <a:off x="1223497" y="4247821"/>
        <a:ext cx="811985" cy="405992"/>
      </dsp:txXfrm>
    </dsp:sp>
    <dsp:sp modelId="{F25243AE-1D2B-4C67-8B76-94271117BC6A}">
      <dsp:nvSpPr>
        <dsp:cNvPr id="0" name=""/>
        <dsp:cNvSpPr/>
      </dsp:nvSpPr>
      <dsp:spPr>
        <a:xfrm>
          <a:off x="1212487" y="4837465"/>
          <a:ext cx="811985" cy="405992"/>
        </a:xfrm>
        <a:prstGeom prst="rect">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rtl="1">
            <a:lnSpc>
              <a:spcPct val="90000"/>
            </a:lnSpc>
            <a:spcBef>
              <a:spcPct val="0"/>
            </a:spcBef>
            <a:spcAft>
              <a:spcPct val="35000"/>
            </a:spcAft>
            <a:buNone/>
          </a:pPr>
          <a:r>
            <a:rPr lang="ar-EG" sz="900" b="1" kern="1200" dirty="0">
              <a:latin typeface="Cambria"/>
              <a:ea typeface="+mn-ea"/>
              <a:cs typeface="Arial" panose="020B0604020202020204" pitchFamily="34" charset="0"/>
            </a:rPr>
            <a:t>إدارة معمل صدفا </a:t>
          </a:r>
          <a:r>
            <a:rPr lang="ar-EG" sz="900" b="1" kern="1200" dirty="0" err="1">
              <a:latin typeface="Cambria"/>
              <a:ea typeface="+mn-ea"/>
              <a:cs typeface="Arial" panose="020B0604020202020204" pitchFamily="34" charset="0"/>
            </a:rPr>
            <a:t>والغنايم</a:t>
          </a:r>
          <a:r>
            <a:rPr lang="ar-EG" sz="900" b="1" kern="1200" dirty="0">
              <a:latin typeface="Cambria"/>
              <a:ea typeface="+mn-ea"/>
              <a:cs typeface="Arial" panose="020B0604020202020204" pitchFamily="34" charset="0"/>
            </a:rPr>
            <a:t> وتابعه الزرابي</a:t>
          </a:r>
          <a:endParaRPr lang="en-US" sz="900" kern="1200" dirty="0">
            <a:latin typeface="Cambria"/>
            <a:ea typeface="+mn-ea"/>
            <a:cs typeface="+mn-cs"/>
          </a:endParaRPr>
        </a:p>
      </dsp:txBody>
      <dsp:txXfrm>
        <a:off x="1212487" y="4837465"/>
        <a:ext cx="811985" cy="405992"/>
      </dsp:txXfrm>
    </dsp:sp>
    <dsp:sp modelId="{0574C320-C8A9-4D79-B17F-852ADC7BEA3D}">
      <dsp:nvSpPr>
        <dsp:cNvPr id="0" name=""/>
        <dsp:cNvSpPr/>
      </dsp:nvSpPr>
      <dsp:spPr>
        <a:xfrm>
          <a:off x="1244454" y="5464237"/>
          <a:ext cx="811985" cy="405992"/>
        </a:xfrm>
        <a:prstGeom prst="rect">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dirty="0">
              <a:latin typeface="Cambria"/>
              <a:ea typeface="+mn-ea"/>
              <a:cs typeface="Arial" panose="020B0604020202020204" pitchFamily="34" charset="0"/>
            </a:rPr>
            <a:t>إدارة معمل أبنوب والفتح وتابعه عرب العوامر</a:t>
          </a:r>
          <a:endParaRPr lang="en-US" sz="900" b="1" kern="1200" dirty="0">
            <a:latin typeface="Cambria"/>
            <a:ea typeface="+mn-ea"/>
            <a:cs typeface="+mn-cs"/>
          </a:endParaRPr>
        </a:p>
      </dsp:txBody>
      <dsp:txXfrm>
        <a:off x="1244454" y="5464237"/>
        <a:ext cx="811985" cy="405992"/>
      </dsp:txXfrm>
    </dsp:sp>
    <dsp:sp modelId="{BF71FB88-63A1-4F76-9F80-3069C3028951}">
      <dsp:nvSpPr>
        <dsp:cNvPr id="0" name=""/>
        <dsp:cNvSpPr/>
      </dsp:nvSpPr>
      <dsp:spPr>
        <a:xfrm>
          <a:off x="1278534" y="5979474"/>
          <a:ext cx="811985" cy="405992"/>
        </a:xfrm>
        <a:prstGeom prst="rect">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إدارة معمل منفلوط</a:t>
          </a:r>
          <a:endParaRPr lang="en-US" sz="900" b="1" kern="1200">
            <a:latin typeface="Cambria"/>
            <a:ea typeface="+mn-ea"/>
            <a:cs typeface="+mn-cs"/>
          </a:endParaRPr>
        </a:p>
      </dsp:txBody>
      <dsp:txXfrm>
        <a:off x="1278534" y="5979474"/>
        <a:ext cx="811985" cy="405992"/>
      </dsp:txXfrm>
    </dsp:sp>
    <dsp:sp modelId="{AFE9E7FE-9FFA-49ED-A695-65E9CF5C3B89}">
      <dsp:nvSpPr>
        <dsp:cNvPr id="0" name=""/>
        <dsp:cNvSpPr/>
      </dsp:nvSpPr>
      <dsp:spPr>
        <a:xfrm>
          <a:off x="1254560" y="2674189"/>
          <a:ext cx="811985" cy="372019"/>
        </a:xfrm>
        <a:prstGeom prst="rect">
          <a:avLst/>
        </a:prstGeom>
        <a:gradFill rotWithShape="0">
          <a:gsLst>
            <a:gs pos="0">
              <a:schemeClr val="accent1">
                <a:alpha val="90000"/>
                <a:hueOff val="0"/>
                <a:satOff val="0"/>
                <a:lumOff val="0"/>
                <a:alphaOff val="0"/>
                <a:lumMod val="110000"/>
                <a:satMod val="105000"/>
                <a:tint val="67000"/>
              </a:schemeClr>
            </a:gs>
            <a:gs pos="50000">
              <a:schemeClr val="accent1">
                <a:alpha val="90000"/>
                <a:hueOff val="0"/>
                <a:satOff val="0"/>
                <a:lumOff val="0"/>
                <a:alphaOff val="0"/>
                <a:lumMod val="105000"/>
                <a:satMod val="103000"/>
                <a:tint val="73000"/>
              </a:schemeClr>
            </a:gs>
            <a:gs pos="100000">
              <a:schemeClr val="accent1">
                <a:alpha val="9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إدارة معمل القوصية</a:t>
          </a:r>
          <a:endParaRPr lang="en-US" sz="900" b="1" kern="1200" dirty="0">
            <a:latin typeface="Cambria"/>
            <a:ea typeface="+mn-ea"/>
            <a:cs typeface="+mn-cs"/>
          </a:endParaRPr>
        </a:p>
      </dsp:txBody>
      <dsp:txXfrm>
        <a:off x="1254560" y="2674189"/>
        <a:ext cx="811985" cy="372019"/>
      </dsp:txXfrm>
    </dsp:sp>
    <dsp:sp modelId="{50864B4F-E644-481C-8B2A-B0ECCE6EB5C7}">
      <dsp:nvSpPr>
        <dsp:cNvPr id="0" name=""/>
        <dsp:cNvSpPr/>
      </dsp:nvSpPr>
      <dsp:spPr>
        <a:xfrm>
          <a:off x="2505684" y="5403427"/>
          <a:ext cx="811985" cy="405992"/>
        </a:xfrm>
        <a:prstGeom prst="rect">
          <a:avLst/>
        </a:prstGeom>
        <a:gradFill rotWithShape="0">
          <a:gsLst>
            <a:gs pos="0">
              <a:schemeClr val="accent1">
                <a:alpha val="90000"/>
                <a:hueOff val="0"/>
                <a:satOff val="0"/>
                <a:lumOff val="0"/>
                <a:alphaOff val="0"/>
                <a:lumMod val="110000"/>
                <a:satMod val="105000"/>
                <a:tint val="67000"/>
              </a:schemeClr>
            </a:gs>
            <a:gs pos="50000">
              <a:schemeClr val="accent1">
                <a:alpha val="90000"/>
                <a:hueOff val="0"/>
                <a:satOff val="0"/>
                <a:lumOff val="0"/>
                <a:alphaOff val="0"/>
                <a:lumMod val="105000"/>
                <a:satMod val="103000"/>
                <a:tint val="73000"/>
              </a:schemeClr>
            </a:gs>
            <a:gs pos="100000">
              <a:schemeClr val="accent1">
                <a:alpha val="9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إدارة معمل ديروط</a:t>
          </a:r>
          <a:endParaRPr lang="en-US" sz="900" b="1" kern="1200" dirty="0">
            <a:latin typeface="Cambria"/>
            <a:ea typeface="+mn-ea"/>
            <a:cs typeface="+mn-cs"/>
          </a:endParaRPr>
        </a:p>
      </dsp:txBody>
      <dsp:txXfrm>
        <a:off x="2505684" y="5403427"/>
        <a:ext cx="811985" cy="405992"/>
      </dsp:txXfrm>
    </dsp:sp>
    <dsp:sp modelId="{9FC1E465-0238-47FD-B8C9-8584EA44DD56}">
      <dsp:nvSpPr>
        <dsp:cNvPr id="0" name=""/>
        <dsp:cNvSpPr/>
      </dsp:nvSpPr>
      <dsp:spPr>
        <a:xfrm>
          <a:off x="1230542" y="3167848"/>
          <a:ext cx="811985" cy="405992"/>
        </a:xfrm>
        <a:prstGeom prst="rect">
          <a:avLst/>
        </a:prstGeom>
        <a:gradFill rotWithShape="0">
          <a:gsLst>
            <a:gs pos="0">
              <a:schemeClr val="accent1">
                <a:alpha val="90000"/>
                <a:hueOff val="0"/>
                <a:satOff val="0"/>
                <a:lumOff val="0"/>
                <a:alphaOff val="0"/>
                <a:lumMod val="110000"/>
                <a:satMod val="105000"/>
                <a:tint val="67000"/>
              </a:schemeClr>
            </a:gs>
            <a:gs pos="50000">
              <a:schemeClr val="accent1">
                <a:alpha val="90000"/>
                <a:hueOff val="0"/>
                <a:satOff val="0"/>
                <a:lumOff val="0"/>
                <a:alphaOff val="0"/>
                <a:lumMod val="105000"/>
                <a:satMod val="103000"/>
                <a:tint val="73000"/>
              </a:schemeClr>
            </a:gs>
            <a:gs pos="100000">
              <a:schemeClr val="accent1">
                <a:alpha val="9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إدارة معمل البداري</a:t>
          </a:r>
          <a:endParaRPr lang="en-US" sz="900" b="1" kern="1200">
            <a:latin typeface="Cambria"/>
            <a:ea typeface="+mn-ea"/>
            <a:cs typeface="+mn-cs"/>
          </a:endParaRPr>
        </a:p>
      </dsp:txBody>
      <dsp:txXfrm>
        <a:off x="1230542" y="3167848"/>
        <a:ext cx="811985" cy="405992"/>
      </dsp:txXfrm>
    </dsp:sp>
    <dsp:sp modelId="{7553505D-627D-4FEE-821A-F8817A14E031}">
      <dsp:nvSpPr>
        <dsp:cNvPr id="0" name=""/>
        <dsp:cNvSpPr/>
      </dsp:nvSpPr>
      <dsp:spPr>
        <a:xfrm>
          <a:off x="2507795" y="5932245"/>
          <a:ext cx="811985" cy="405992"/>
        </a:xfrm>
        <a:prstGeom prst="rect">
          <a:avLst/>
        </a:prstGeom>
        <a:gradFill rotWithShape="0">
          <a:gsLst>
            <a:gs pos="0">
              <a:schemeClr val="accent1">
                <a:alpha val="90000"/>
                <a:hueOff val="0"/>
                <a:satOff val="0"/>
                <a:lumOff val="0"/>
                <a:alphaOff val="0"/>
                <a:lumMod val="110000"/>
                <a:satMod val="105000"/>
                <a:tint val="67000"/>
              </a:schemeClr>
            </a:gs>
            <a:gs pos="50000">
              <a:schemeClr val="accent1">
                <a:alpha val="90000"/>
                <a:hueOff val="0"/>
                <a:satOff val="0"/>
                <a:lumOff val="0"/>
                <a:alphaOff val="0"/>
                <a:lumMod val="105000"/>
                <a:satMod val="103000"/>
                <a:tint val="73000"/>
              </a:schemeClr>
            </a:gs>
            <a:gs pos="100000">
              <a:schemeClr val="accent1">
                <a:alpha val="9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إدارة معمل شطب</a:t>
          </a:r>
          <a:endParaRPr lang="en-US" sz="900" b="1" kern="1200">
            <a:latin typeface="Cambria"/>
            <a:ea typeface="+mn-ea"/>
            <a:cs typeface="+mn-cs"/>
          </a:endParaRPr>
        </a:p>
      </dsp:txBody>
      <dsp:txXfrm>
        <a:off x="2507795" y="5932245"/>
        <a:ext cx="811985" cy="405992"/>
      </dsp:txXfrm>
    </dsp:sp>
    <dsp:sp modelId="{77D0C5E6-13D2-4C32-9109-49C780E742B7}">
      <dsp:nvSpPr>
        <dsp:cNvPr id="0" name=""/>
        <dsp:cNvSpPr/>
      </dsp:nvSpPr>
      <dsp:spPr>
        <a:xfrm>
          <a:off x="1227546" y="3629401"/>
          <a:ext cx="811985" cy="405992"/>
        </a:xfrm>
        <a:prstGeom prst="rect">
          <a:avLst/>
        </a:prstGeom>
        <a:gradFill rotWithShape="0">
          <a:gsLst>
            <a:gs pos="0">
              <a:schemeClr val="accent1">
                <a:alpha val="90000"/>
                <a:hueOff val="0"/>
                <a:satOff val="0"/>
                <a:lumOff val="0"/>
                <a:alphaOff val="0"/>
                <a:lumMod val="110000"/>
                <a:satMod val="105000"/>
                <a:tint val="67000"/>
              </a:schemeClr>
            </a:gs>
            <a:gs pos="50000">
              <a:schemeClr val="accent1">
                <a:alpha val="90000"/>
                <a:hueOff val="0"/>
                <a:satOff val="0"/>
                <a:lumOff val="0"/>
                <a:alphaOff val="0"/>
                <a:lumMod val="105000"/>
                <a:satMod val="103000"/>
                <a:tint val="73000"/>
              </a:schemeClr>
            </a:gs>
            <a:gs pos="100000">
              <a:schemeClr val="accent1">
                <a:alpha val="9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إدارة معامل صرف الوادي الجديد</a:t>
          </a:r>
          <a:endParaRPr lang="en-US" sz="900" b="1" kern="1200" dirty="0">
            <a:latin typeface="Cambria"/>
            <a:ea typeface="+mn-ea"/>
            <a:cs typeface="+mn-cs"/>
          </a:endParaRPr>
        </a:p>
      </dsp:txBody>
      <dsp:txXfrm>
        <a:off x="1227546" y="3629401"/>
        <a:ext cx="811985" cy="405992"/>
      </dsp:txXfrm>
    </dsp:sp>
    <dsp:sp modelId="{E0FEECDA-E227-4857-8AF7-F289E3B6C35E}">
      <dsp:nvSpPr>
        <dsp:cNvPr id="0" name=""/>
        <dsp:cNvSpPr/>
      </dsp:nvSpPr>
      <dsp:spPr>
        <a:xfrm>
          <a:off x="4762014" y="1473457"/>
          <a:ext cx="811985" cy="405992"/>
        </a:xfrm>
        <a:prstGeom prst="rect">
          <a:avLst/>
        </a:prstGeom>
        <a:gradFill rotWithShape="0">
          <a:gsLst>
            <a:gs pos="0">
              <a:schemeClr val="accent1">
                <a:alpha val="70000"/>
                <a:hueOff val="0"/>
                <a:satOff val="0"/>
                <a:lumOff val="0"/>
                <a:alphaOff val="0"/>
                <a:lumMod val="110000"/>
                <a:satMod val="105000"/>
                <a:tint val="67000"/>
              </a:schemeClr>
            </a:gs>
            <a:gs pos="50000">
              <a:schemeClr val="accent1">
                <a:alpha val="70000"/>
                <a:hueOff val="0"/>
                <a:satOff val="0"/>
                <a:lumOff val="0"/>
                <a:alphaOff val="0"/>
                <a:lumMod val="105000"/>
                <a:satMod val="103000"/>
                <a:tint val="73000"/>
              </a:schemeClr>
            </a:gs>
            <a:gs pos="100000">
              <a:schemeClr val="accent1">
                <a:alpha val="7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ar-EG" sz="1200" b="1" kern="1200" dirty="0">
              <a:latin typeface="Cambria"/>
              <a:ea typeface="+mn-ea"/>
              <a:cs typeface="Arial" panose="020B0604020202020204" pitchFamily="34" charset="0"/>
            </a:rPr>
            <a:t>ادارة للاحتياجات</a:t>
          </a:r>
          <a:endParaRPr lang="en-US" sz="1200" b="1" kern="1200" dirty="0">
            <a:latin typeface="Cambria"/>
            <a:ea typeface="+mn-ea"/>
            <a:cs typeface="+mn-cs"/>
          </a:endParaRPr>
        </a:p>
      </dsp:txBody>
      <dsp:txXfrm>
        <a:off x="4762014" y="1473457"/>
        <a:ext cx="811985" cy="405992"/>
      </dsp:txXfrm>
    </dsp:sp>
    <dsp:sp modelId="{B4ACD7D0-73B8-40FF-BB4E-B346A5EA79E6}">
      <dsp:nvSpPr>
        <dsp:cNvPr id="0" name=""/>
        <dsp:cNvSpPr/>
      </dsp:nvSpPr>
      <dsp:spPr>
        <a:xfrm>
          <a:off x="1634968" y="2192864"/>
          <a:ext cx="1490091" cy="405992"/>
        </a:xfrm>
        <a:prstGeom prst="rect">
          <a:avLst/>
        </a:prstGeom>
        <a:gradFill rotWithShape="0">
          <a:gsLst>
            <a:gs pos="0">
              <a:schemeClr val="accent1">
                <a:alpha val="70000"/>
                <a:hueOff val="0"/>
                <a:satOff val="0"/>
                <a:lumOff val="0"/>
                <a:alphaOff val="0"/>
                <a:lumMod val="110000"/>
                <a:satMod val="105000"/>
                <a:tint val="67000"/>
              </a:schemeClr>
            </a:gs>
            <a:gs pos="50000">
              <a:schemeClr val="accent1">
                <a:alpha val="70000"/>
                <a:hueOff val="0"/>
                <a:satOff val="0"/>
                <a:lumOff val="0"/>
                <a:alphaOff val="0"/>
                <a:lumMod val="105000"/>
                <a:satMod val="103000"/>
                <a:tint val="73000"/>
              </a:schemeClr>
            </a:gs>
            <a:gs pos="100000">
              <a:schemeClr val="accent1">
                <a:alpha val="7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985" tIns="6985" rIns="6985" bIns="6985" numCol="1" spcCol="1270" anchor="ctr" anchorCtr="0">
          <a:noAutofit/>
        </a:bodyPr>
        <a:lstStyle/>
        <a:p>
          <a:pPr marL="0" lvl="0" indent="0" algn="ctr" defTabSz="488950" rtl="1">
            <a:lnSpc>
              <a:spcPct val="90000"/>
            </a:lnSpc>
            <a:spcBef>
              <a:spcPct val="0"/>
            </a:spcBef>
            <a:spcAft>
              <a:spcPct val="35000"/>
            </a:spcAft>
            <a:buNone/>
          </a:pPr>
          <a:r>
            <a:rPr lang="ar-EG" sz="1100" b="1" kern="1200">
              <a:latin typeface="Cambria"/>
              <a:ea typeface="+mn-ea"/>
              <a:cs typeface="Arial" panose="020B0604020202020204" pitchFamily="34" charset="0"/>
            </a:rPr>
            <a:t>الإدارة العامة للصرف </a:t>
          </a:r>
          <a:r>
            <a:rPr lang="ar-EG" sz="1100" b="1" kern="1200">
              <a:latin typeface="Cambria"/>
              <a:ea typeface="+mn-ea"/>
              <a:cs typeface="Times New Roman" panose="02020603050405020304" pitchFamily="18" charset="0"/>
            </a:rPr>
            <a:t>والصناعي</a:t>
          </a:r>
          <a:endParaRPr lang="en-US" sz="1100" b="1" kern="1200" dirty="0">
            <a:latin typeface="Cambria"/>
            <a:ea typeface="+mn-ea"/>
            <a:cs typeface="Times New Roman" panose="02020603050405020304" pitchFamily="18" charset="0"/>
          </a:endParaRPr>
        </a:p>
      </dsp:txBody>
      <dsp:txXfrm>
        <a:off x="1634968" y="2192864"/>
        <a:ext cx="1490091" cy="405992"/>
      </dsp:txXfrm>
    </dsp:sp>
    <dsp:sp modelId="{F4AE7401-A1EE-4233-B0A0-B1950F30C8CC}">
      <dsp:nvSpPr>
        <dsp:cNvPr id="0" name=""/>
        <dsp:cNvSpPr/>
      </dsp:nvSpPr>
      <dsp:spPr>
        <a:xfrm>
          <a:off x="2446174" y="3167848"/>
          <a:ext cx="811985" cy="405992"/>
        </a:xfrm>
        <a:prstGeom prst="rect">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ادارة الصرف الصناعي</a:t>
          </a:r>
          <a:endParaRPr lang="en-US" sz="900" b="1" kern="1200">
            <a:latin typeface="Cambria"/>
            <a:ea typeface="+mn-ea"/>
            <a:cs typeface="+mn-cs"/>
          </a:endParaRPr>
        </a:p>
      </dsp:txBody>
      <dsp:txXfrm>
        <a:off x="2446174" y="3167848"/>
        <a:ext cx="811985" cy="405992"/>
      </dsp:txXfrm>
    </dsp:sp>
    <dsp:sp modelId="{6D3B3D05-A9AF-44D2-89DA-C3DFC01108BD}">
      <dsp:nvSpPr>
        <dsp:cNvPr id="0" name=""/>
        <dsp:cNvSpPr/>
      </dsp:nvSpPr>
      <dsp:spPr>
        <a:xfrm>
          <a:off x="2334916" y="4297572"/>
          <a:ext cx="811985" cy="405992"/>
        </a:xfrm>
        <a:prstGeom prst="rect">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ادارة التراخيص الصناعية</a:t>
          </a:r>
          <a:endParaRPr lang="en-US" sz="900" kern="1200">
            <a:latin typeface="Cambria"/>
            <a:ea typeface="+mn-ea"/>
            <a:cs typeface="+mn-cs"/>
          </a:endParaRPr>
        </a:p>
      </dsp:txBody>
      <dsp:txXfrm>
        <a:off x="2334916" y="4297572"/>
        <a:ext cx="811985" cy="405992"/>
      </dsp:txXfrm>
    </dsp:sp>
    <dsp:sp modelId="{897DC43A-B513-439D-B6F9-6C11B69E6BA2}">
      <dsp:nvSpPr>
        <dsp:cNvPr id="0" name=""/>
        <dsp:cNvSpPr/>
      </dsp:nvSpPr>
      <dsp:spPr>
        <a:xfrm>
          <a:off x="3353430" y="2199989"/>
          <a:ext cx="1340726" cy="405992"/>
        </a:xfrm>
        <a:prstGeom prst="rect">
          <a:avLst/>
        </a:prstGeom>
        <a:gradFill rotWithShape="0">
          <a:gsLst>
            <a:gs pos="0">
              <a:schemeClr val="accent1">
                <a:alpha val="70000"/>
                <a:hueOff val="0"/>
                <a:satOff val="0"/>
                <a:lumOff val="0"/>
                <a:alphaOff val="0"/>
                <a:lumMod val="110000"/>
                <a:satMod val="105000"/>
                <a:tint val="67000"/>
              </a:schemeClr>
            </a:gs>
            <a:gs pos="50000">
              <a:schemeClr val="accent1">
                <a:alpha val="70000"/>
                <a:hueOff val="0"/>
                <a:satOff val="0"/>
                <a:lumOff val="0"/>
                <a:alphaOff val="0"/>
                <a:lumMod val="105000"/>
                <a:satMod val="103000"/>
                <a:tint val="73000"/>
              </a:schemeClr>
            </a:gs>
            <a:gs pos="100000">
              <a:schemeClr val="accent1">
                <a:alpha val="7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dirty="0">
              <a:latin typeface="Cambria"/>
              <a:ea typeface="+mn-ea"/>
              <a:cs typeface="Arial" panose="020B0604020202020204" pitchFamily="34" charset="0"/>
            </a:rPr>
            <a:t>الادارة العامة للمعمل المركزي لتحاليل عينات الصرف الصحي </a:t>
          </a:r>
          <a:endParaRPr lang="en-US" sz="900" b="1" kern="1200" dirty="0">
            <a:latin typeface="Cambria"/>
            <a:ea typeface="+mn-ea"/>
            <a:cs typeface="+mn-cs"/>
          </a:endParaRPr>
        </a:p>
      </dsp:txBody>
      <dsp:txXfrm>
        <a:off x="3353430" y="2199989"/>
        <a:ext cx="1340726" cy="405992"/>
      </dsp:txXfrm>
    </dsp:sp>
    <dsp:sp modelId="{F73B7258-AF40-4CFA-8368-B4A8DFF8DFC5}">
      <dsp:nvSpPr>
        <dsp:cNvPr id="0" name=""/>
        <dsp:cNvSpPr/>
      </dsp:nvSpPr>
      <dsp:spPr>
        <a:xfrm>
          <a:off x="3834947" y="2761855"/>
          <a:ext cx="811985" cy="405992"/>
        </a:xfrm>
        <a:prstGeom prst="rect">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ادارة معمل الكيمياء غير العضوية</a:t>
          </a:r>
          <a:endParaRPr lang="en-US" sz="900" b="1" kern="1200">
            <a:latin typeface="Cambria"/>
            <a:ea typeface="+mn-ea"/>
            <a:cs typeface="+mn-cs"/>
          </a:endParaRPr>
        </a:p>
      </dsp:txBody>
      <dsp:txXfrm>
        <a:off x="3834947" y="2761855"/>
        <a:ext cx="811985" cy="405992"/>
      </dsp:txXfrm>
    </dsp:sp>
    <dsp:sp modelId="{01FC5F03-708B-41A5-BCE1-026E19A0906D}">
      <dsp:nvSpPr>
        <dsp:cNvPr id="0" name=""/>
        <dsp:cNvSpPr/>
      </dsp:nvSpPr>
      <dsp:spPr>
        <a:xfrm>
          <a:off x="3790491" y="3333846"/>
          <a:ext cx="811985" cy="405992"/>
        </a:xfrm>
        <a:prstGeom prst="rect">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ادارة معمل الكيمياء العضوية</a:t>
          </a:r>
          <a:endParaRPr lang="en-US" sz="900" b="1" kern="1200" dirty="0">
            <a:latin typeface="Cambria"/>
            <a:ea typeface="+mn-ea"/>
            <a:cs typeface="+mn-cs"/>
          </a:endParaRPr>
        </a:p>
      </dsp:txBody>
      <dsp:txXfrm>
        <a:off x="3790491" y="3333846"/>
        <a:ext cx="811985" cy="405992"/>
      </dsp:txXfrm>
    </dsp:sp>
    <dsp:sp modelId="{1E9A6824-6CAF-4A34-8128-2B8FB8922072}">
      <dsp:nvSpPr>
        <dsp:cNvPr id="0" name=""/>
        <dsp:cNvSpPr/>
      </dsp:nvSpPr>
      <dsp:spPr>
        <a:xfrm>
          <a:off x="3801640" y="3954390"/>
          <a:ext cx="811985" cy="405992"/>
        </a:xfrm>
        <a:prstGeom prst="rect">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ادارة معمل الميكروبيولوجي</a:t>
          </a:r>
        </a:p>
      </dsp:txBody>
      <dsp:txXfrm>
        <a:off x="3801640" y="3954390"/>
        <a:ext cx="811985" cy="405992"/>
      </dsp:txXfrm>
    </dsp:sp>
    <dsp:sp modelId="{EE3C2758-1796-4735-9567-1236E3E2548B}">
      <dsp:nvSpPr>
        <dsp:cNvPr id="0" name=""/>
        <dsp:cNvSpPr/>
      </dsp:nvSpPr>
      <dsp:spPr>
        <a:xfrm>
          <a:off x="3791206" y="4497730"/>
          <a:ext cx="811985" cy="405992"/>
        </a:xfrm>
        <a:prstGeom prst="rect">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ادارة جمع وتكويد العينات</a:t>
          </a:r>
          <a:endParaRPr lang="en-US" sz="900" b="1" kern="1200" dirty="0">
            <a:latin typeface="Cambria"/>
            <a:ea typeface="+mn-ea"/>
            <a:cs typeface="+mn-cs"/>
          </a:endParaRPr>
        </a:p>
      </dsp:txBody>
      <dsp:txXfrm>
        <a:off x="3791206" y="4497730"/>
        <a:ext cx="811985" cy="405992"/>
      </dsp:txXfrm>
    </dsp:sp>
    <dsp:sp modelId="{20CE5D94-5984-495A-860F-44A5F439B145}">
      <dsp:nvSpPr>
        <dsp:cNvPr id="0" name=""/>
        <dsp:cNvSpPr/>
      </dsp:nvSpPr>
      <dsp:spPr>
        <a:xfrm>
          <a:off x="3701855" y="5162162"/>
          <a:ext cx="811985" cy="405992"/>
        </a:xfrm>
        <a:prstGeom prst="rect">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ادارة جودة المعمل المركزي</a:t>
          </a:r>
          <a:endParaRPr lang="en-US" sz="900" b="1" kern="1200" dirty="0">
            <a:latin typeface="Cambria"/>
            <a:ea typeface="+mn-ea"/>
            <a:cs typeface="Arial" panose="020B0604020202020204" pitchFamily="34" charset="0"/>
          </a:endParaRPr>
        </a:p>
      </dsp:txBody>
      <dsp:txXfrm>
        <a:off x="3701855" y="5162162"/>
        <a:ext cx="811985" cy="405992"/>
      </dsp:txXfrm>
    </dsp:sp>
    <dsp:sp modelId="{C6BE2EAC-7F7C-41A6-A549-50188A798350}">
      <dsp:nvSpPr>
        <dsp:cNvPr id="0" name=""/>
        <dsp:cNvSpPr/>
      </dsp:nvSpPr>
      <dsp:spPr>
        <a:xfrm>
          <a:off x="4968412" y="2270319"/>
          <a:ext cx="1452561" cy="405992"/>
        </a:xfrm>
        <a:prstGeom prst="rect">
          <a:avLst/>
        </a:prstGeom>
        <a:gradFill rotWithShape="0">
          <a:gsLst>
            <a:gs pos="0">
              <a:schemeClr val="accent1">
                <a:alpha val="70000"/>
                <a:hueOff val="0"/>
                <a:satOff val="0"/>
                <a:lumOff val="0"/>
                <a:alphaOff val="0"/>
                <a:lumMod val="110000"/>
                <a:satMod val="105000"/>
                <a:tint val="67000"/>
              </a:schemeClr>
            </a:gs>
            <a:gs pos="50000">
              <a:schemeClr val="accent1">
                <a:alpha val="70000"/>
                <a:hueOff val="0"/>
                <a:satOff val="0"/>
                <a:lumOff val="0"/>
                <a:alphaOff val="0"/>
                <a:lumMod val="105000"/>
                <a:satMod val="103000"/>
                <a:tint val="73000"/>
              </a:schemeClr>
            </a:gs>
            <a:gs pos="100000">
              <a:schemeClr val="accent1">
                <a:alpha val="7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dirty="0">
              <a:latin typeface="Cambria"/>
              <a:ea typeface="+mn-ea"/>
              <a:cs typeface="Arial" panose="020B0604020202020204" pitchFamily="34" charset="0"/>
            </a:rPr>
            <a:t>الادارة العامة للمعمل المركزي لتحاليل مياه الشرب</a:t>
          </a:r>
          <a:endParaRPr lang="en-US" sz="900" b="1" kern="1200" dirty="0">
            <a:latin typeface="Cambria"/>
            <a:ea typeface="+mn-ea"/>
            <a:cs typeface="+mn-cs"/>
          </a:endParaRPr>
        </a:p>
      </dsp:txBody>
      <dsp:txXfrm>
        <a:off x="4968412" y="2270319"/>
        <a:ext cx="1452561" cy="405992"/>
      </dsp:txXfrm>
    </dsp:sp>
    <dsp:sp modelId="{A78B89C2-3C0C-4AD6-98A8-EAAE3FC32872}">
      <dsp:nvSpPr>
        <dsp:cNvPr id="0" name=""/>
        <dsp:cNvSpPr/>
      </dsp:nvSpPr>
      <dsp:spPr>
        <a:xfrm>
          <a:off x="4741544" y="2903823"/>
          <a:ext cx="811985" cy="405992"/>
        </a:xfrm>
        <a:prstGeom prst="rect">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إدارة معمل الكيمياء غير العضوية</a:t>
          </a:r>
          <a:endParaRPr lang="en-US" sz="900" b="1" kern="1200">
            <a:latin typeface="Cambria"/>
            <a:ea typeface="+mn-ea"/>
            <a:cs typeface="+mn-cs"/>
          </a:endParaRPr>
        </a:p>
      </dsp:txBody>
      <dsp:txXfrm>
        <a:off x="4741544" y="2903823"/>
        <a:ext cx="811985" cy="405992"/>
      </dsp:txXfrm>
    </dsp:sp>
    <dsp:sp modelId="{E8CD64DC-D6EF-4FFA-9037-0FD1211118A2}">
      <dsp:nvSpPr>
        <dsp:cNvPr id="0" name=""/>
        <dsp:cNvSpPr/>
      </dsp:nvSpPr>
      <dsp:spPr>
        <a:xfrm>
          <a:off x="4800924" y="4804307"/>
          <a:ext cx="811985" cy="405992"/>
        </a:xfrm>
        <a:prstGeom prst="rect">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ادارة معمل الكيمياء العضوية</a:t>
          </a:r>
          <a:endParaRPr lang="en-US" sz="900" b="1" kern="1200" dirty="0">
            <a:latin typeface="Cambria"/>
            <a:ea typeface="+mn-ea"/>
            <a:cs typeface="+mn-cs"/>
          </a:endParaRPr>
        </a:p>
      </dsp:txBody>
      <dsp:txXfrm>
        <a:off x="4800924" y="4804307"/>
        <a:ext cx="811985" cy="405992"/>
      </dsp:txXfrm>
    </dsp:sp>
    <dsp:sp modelId="{596824FE-DB96-4D61-84D0-CD5E86F583B6}">
      <dsp:nvSpPr>
        <dsp:cNvPr id="0" name=""/>
        <dsp:cNvSpPr/>
      </dsp:nvSpPr>
      <dsp:spPr>
        <a:xfrm>
          <a:off x="4776150" y="3465372"/>
          <a:ext cx="811985" cy="405992"/>
        </a:xfrm>
        <a:prstGeom prst="rect">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ادارة جمع وتكويد العينات</a:t>
          </a:r>
          <a:endParaRPr lang="en-US" sz="900" b="1" kern="1200">
            <a:latin typeface="Cambria"/>
            <a:ea typeface="+mn-ea"/>
            <a:cs typeface="+mn-cs"/>
          </a:endParaRPr>
        </a:p>
      </dsp:txBody>
      <dsp:txXfrm>
        <a:off x="4776150" y="3465372"/>
        <a:ext cx="811985" cy="405992"/>
      </dsp:txXfrm>
    </dsp:sp>
    <dsp:sp modelId="{22E4E52E-6664-427C-9C65-E4EDF93C6A99}">
      <dsp:nvSpPr>
        <dsp:cNvPr id="0" name=""/>
        <dsp:cNvSpPr/>
      </dsp:nvSpPr>
      <dsp:spPr>
        <a:xfrm>
          <a:off x="4766017" y="5549300"/>
          <a:ext cx="811985" cy="405992"/>
        </a:xfrm>
        <a:prstGeom prst="rect">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rtl="1">
            <a:lnSpc>
              <a:spcPct val="90000"/>
            </a:lnSpc>
            <a:spcBef>
              <a:spcPct val="0"/>
            </a:spcBef>
            <a:spcAft>
              <a:spcPct val="35000"/>
            </a:spcAft>
            <a:buNone/>
          </a:pPr>
          <a:r>
            <a:rPr lang="ar-EG" sz="900" b="1" kern="1200">
              <a:latin typeface="Cambria"/>
              <a:ea typeface="+mn-ea"/>
              <a:cs typeface="Arial" panose="020B0604020202020204" pitchFamily="34" charset="0"/>
            </a:rPr>
            <a:t>إدارة معمل الميكروبيولوجي</a:t>
          </a:r>
          <a:endParaRPr lang="en-US" sz="900" b="1" kern="1200" dirty="0">
            <a:latin typeface="Cambria"/>
            <a:ea typeface="+mn-ea"/>
            <a:cs typeface="+mn-cs"/>
          </a:endParaRPr>
        </a:p>
      </dsp:txBody>
      <dsp:txXfrm>
        <a:off x="4766017" y="5549300"/>
        <a:ext cx="811985" cy="405992"/>
      </dsp:txXfrm>
    </dsp:sp>
    <dsp:sp modelId="{3E0890E9-8301-4EA9-8389-75F60A521E6E}">
      <dsp:nvSpPr>
        <dsp:cNvPr id="0" name=""/>
        <dsp:cNvSpPr/>
      </dsp:nvSpPr>
      <dsp:spPr>
        <a:xfrm>
          <a:off x="4765140" y="4085915"/>
          <a:ext cx="811985" cy="405992"/>
        </a:xfrm>
        <a:prstGeom prst="rect">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985" tIns="6985" rIns="6985" bIns="6985" numCol="1" spcCol="1270" anchor="ctr" anchorCtr="0">
          <a:noAutofit/>
        </a:bodyPr>
        <a:lstStyle/>
        <a:p>
          <a:pPr marL="0" lvl="0" indent="0" algn="ctr" defTabSz="466725">
            <a:lnSpc>
              <a:spcPct val="90000"/>
            </a:lnSpc>
            <a:spcBef>
              <a:spcPct val="0"/>
            </a:spcBef>
            <a:spcAft>
              <a:spcPct val="35000"/>
            </a:spcAft>
            <a:buNone/>
          </a:pPr>
          <a:r>
            <a:rPr lang="ar-EG" sz="1050" b="1" kern="1200">
              <a:latin typeface="Cambria"/>
              <a:ea typeface="+mn-ea"/>
              <a:cs typeface="Arial" panose="020B0604020202020204" pitchFamily="34" charset="0"/>
            </a:rPr>
            <a:t>ادارة جودة المعمل المركزي</a:t>
          </a:r>
          <a:endParaRPr lang="en-US" sz="1050" b="1" kern="1200" dirty="0">
            <a:latin typeface="Cambria"/>
            <a:ea typeface="+mn-ea"/>
            <a:cs typeface="+mn-cs"/>
          </a:endParaRPr>
        </a:p>
      </dsp:txBody>
      <dsp:txXfrm>
        <a:off x="4765140" y="4085915"/>
        <a:ext cx="811985" cy="405992"/>
      </dsp:txXfrm>
    </dsp:sp>
    <dsp:sp modelId="{98E4C7B8-D09D-417F-94F3-C109DBAF1D2E}">
      <dsp:nvSpPr>
        <dsp:cNvPr id="0" name=""/>
        <dsp:cNvSpPr/>
      </dsp:nvSpPr>
      <dsp:spPr>
        <a:xfrm>
          <a:off x="6704210" y="2248733"/>
          <a:ext cx="1429955" cy="405992"/>
        </a:xfrm>
        <a:prstGeom prst="rect">
          <a:avLst/>
        </a:prstGeom>
        <a:gradFill rotWithShape="0">
          <a:gsLst>
            <a:gs pos="0">
              <a:schemeClr val="accent1">
                <a:alpha val="70000"/>
                <a:hueOff val="0"/>
                <a:satOff val="0"/>
                <a:lumOff val="0"/>
                <a:alphaOff val="0"/>
                <a:lumMod val="110000"/>
                <a:satMod val="105000"/>
                <a:tint val="67000"/>
              </a:schemeClr>
            </a:gs>
            <a:gs pos="50000">
              <a:schemeClr val="accent1">
                <a:alpha val="70000"/>
                <a:hueOff val="0"/>
                <a:satOff val="0"/>
                <a:lumOff val="0"/>
                <a:alphaOff val="0"/>
                <a:lumMod val="105000"/>
                <a:satMod val="103000"/>
                <a:tint val="73000"/>
              </a:schemeClr>
            </a:gs>
            <a:gs pos="100000">
              <a:schemeClr val="accent1">
                <a:alpha val="7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dirty="0">
              <a:latin typeface="Cambria"/>
              <a:ea typeface="+mn-ea"/>
              <a:cs typeface="Arial" panose="020B0604020202020204" pitchFamily="34" charset="0"/>
            </a:rPr>
            <a:t>الادارة العامة لمراقبة وتأكيد الجودة وشئون البيئة</a:t>
          </a:r>
          <a:endParaRPr lang="en-US" sz="900" b="1" kern="1200" dirty="0">
            <a:latin typeface="Cambria"/>
            <a:ea typeface="+mn-ea"/>
            <a:cs typeface="+mn-cs"/>
          </a:endParaRPr>
        </a:p>
      </dsp:txBody>
      <dsp:txXfrm>
        <a:off x="6704210" y="2248733"/>
        <a:ext cx="1429955" cy="405992"/>
      </dsp:txXfrm>
    </dsp:sp>
    <dsp:sp modelId="{6B303DEE-BB34-46A7-92BA-83E9330CE9B4}">
      <dsp:nvSpPr>
        <dsp:cNvPr id="0" name=""/>
        <dsp:cNvSpPr/>
      </dsp:nvSpPr>
      <dsp:spPr>
        <a:xfrm>
          <a:off x="5871401" y="2838912"/>
          <a:ext cx="811985" cy="405992"/>
        </a:xfrm>
        <a:prstGeom prst="rect">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ادارة جودة المياه</a:t>
          </a:r>
          <a:endParaRPr lang="en-US" sz="900" b="1" kern="1200" dirty="0">
            <a:latin typeface="Cambria"/>
            <a:ea typeface="+mn-ea"/>
            <a:cs typeface="+mn-cs"/>
          </a:endParaRPr>
        </a:p>
      </dsp:txBody>
      <dsp:txXfrm>
        <a:off x="5871401" y="2838912"/>
        <a:ext cx="811985" cy="405992"/>
      </dsp:txXfrm>
    </dsp:sp>
    <dsp:sp modelId="{F7343356-C84D-4E81-B8F9-C3CCFB44A974}">
      <dsp:nvSpPr>
        <dsp:cNvPr id="0" name=""/>
        <dsp:cNvSpPr/>
      </dsp:nvSpPr>
      <dsp:spPr>
        <a:xfrm>
          <a:off x="5871401" y="3388314"/>
          <a:ext cx="811985" cy="405992"/>
        </a:xfrm>
        <a:prstGeom prst="rect">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ادارة جودة الصرف</a:t>
          </a:r>
          <a:endParaRPr lang="en-US" sz="900" b="1" kern="1200" dirty="0">
            <a:latin typeface="Cambria"/>
            <a:ea typeface="+mn-ea"/>
            <a:cs typeface="+mn-cs"/>
          </a:endParaRPr>
        </a:p>
      </dsp:txBody>
      <dsp:txXfrm>
        <a:off x="5871401" y="3388314"/>
        <a:ext cx="811985" cy="405992"/>
      </dsp:txXfrm>
    </dsp:sp>
    <dsp:sp modelId="{1050F1E9-23D6-45D5-8E83-BC8A3251926E}">
      <dsp:nvSpPr>
        <dsp:cNvPr id="0" name=""/>
        <dsp:cNvSpPr/>
      </dsp:nvSpPr>
      <dsp:spPr>
        <a:xfrm>
          <a:off x="5871401" y="4063898"/>
          <a:ext cx="811985" cy="405992"/>
        </a:xfrm>
        <a:prstGeom prst="rect">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ادارة شئون البيئة</a:t>
          </a:r>
          <a:endParaRPr lang="en-US" sz="900" b="1" kern="1200" dirty="0">
            <a:latin typeface="Cambria"/>
            <a:ea typeface="+mn-ea"/>
            <a:cs typeface="+mn-cs"/>
          </a:endParaRPr>
        </a:p>
      </dsp:txBody>
      <dsp:txXfrm>
        <a:off x="5871401" y="4063898"/>
        <a:ext cx="811985" cy="405992"/>
      </dsp:txXfrm>
    </dsp:sp>
    <dsp:sp modelId="{FD7D150C-6165-4CE0-BF02-8885D6498FA9}">
      <dsp:nvSpPr>
        <dsp:cNvPr id="0" name=""/>
        <dsp:cNvSpPr/>
      </dsp:nvSpPr>
      <dsp:spPr>
        <a:xfrm>
          <a:off x="5871401" y="4761500"/>
          <a:ext cx="811985" cy="405992"/>
        </a:xfrm>
        <a:prstGeom prst="rect">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ar-EG" sz="1200" b="1" kern="1200">
              <a:latin typeface="Cambria"/>
              <a:ea typeface="+mn-ea"/>
              <a:cs typeface="Arial" panose="020B0604020202020204" pitchFamily="34" charset="0"/>
            </a:rPr>
            <a:t>ادارة جودة مياه الوادي الجديد</a:t>
          </a:r>
          <a:endParaRPr lang="en-US" sz="1200" b="1" kern="1200" dirty="0">
            <a:latin typeface="Cambria"/>
            <a:ea typeface="+mn-ea"/>
            <a:cs typeface="+mn-cs"/>
          </a:endParaRPr>
        </a:p>
      </dsp:txBody>
      <dsp:txXfrm>
        <a:off x="5871401" y="4761500"/>
        <a:ext cx="811985" cy="405992"/>
      </dsp:txXfrm>
    </dsp:sp>
    <dsp:sp modelId="{05BA9CF9-D03A-4248-9C18-61A3B7D14EE6}">
      <dsp:nvSpPr>
        <dsp:cNvPr id="0" name=""/>
        <dsp:cNvSpPr/>
      </dsp:nvSpPr>
      <dsp:spPr>
        <a:xfrm>
          <a:off x="8566962" y="2224284"/>
          <a:ext cx="1323033" cy="405992"/>
        </a:xfrm>
        <a:prstGeom prst="rect">
          <a:avLst/>
        </a:prstGeom>
        <a:gradFill rotWithShape="0">
          <a:gsLst>
            <a:gs pos="0">
              <a:schemeClr val="accent1">
                <a:alpha val="70000"/>
                <a:hueOff val="0"/>
                <a:satOff val="0"/>
                <a:lumOff val="0"/>
                <a:alphaOff val="0"/>
                <a:lumMod val="110000"/>
                <a:satMod val="105000"/>
                <a:tint val="67000"/>
              </a:schemeClr>
            </a:gs>
            <a:gs pos="50000">
              <a:schemeClr val="accent1">
                <a:alpha val="70000"/>
                <a:hueOff val="0"/>
                <a:satOff val="0"/>
                <a:lumOff val="0"/>
                <a:alphaOff val="0"/>
                <a:lumMod val="105000"/>
                <a:satMod val="103000"/>
                <a:tint val="73000"/>
              </a:schemeClr>
            </a:gs>
            <a:gs pos="100000">
              <a:schemeClr val="accent1">
                <a:alpha val="7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ar-EG" sz="1100" b="1" kern="1200" dirty="0">
              <a:latin typeface="Cambria"/>
              <a:ea typeface="+mn-ea"/>
              <a:cs typeface="Arial" panose="020B0604020202020204" pitchFamily="34" charset="0"/>
            </a:rPr>
            <a:t>الادارة العامة لمعامل مياه الشرب</a:t>
          </a:r>
          <a:endParaRPr lang="en-US" sz="1100" b="1" kern="1200" dirty="0">
            <a:latin typeface="Cambria"/>
            <a:ea typeface="+mn-ea"/>
            <a:cs typeface="+mn-cs"/>
          </a:endParaRPr>
        </a:p>
      </dsp:txBody>
      <dsp:txXfrm>
        <a:off x="8566962" y="2224284"/>
        <a:ext cx="1323033" cy="405992"/>
      </dsp:txXfrm>
    </dsp:sp>
    <dsp:sp modelId="{F5DFB6A4-651B-452E-8724-DFA30DC25429}">
      <dsp:nvSpPr>
        <dsp:cNvPr id="0" name=""/>
        <dsp:cNvSpPr/>
      </dsp:nvSpPr>
      <dsp:spPr>
        <a:xfrm>
          <a:off x="7769812" y="2761855"/>
          <a:ext cx="811985" cy="714222"/>
        </a:xfrm>
        <a:prstGeom prst="rect">
          <a:avLst/>
        </a:prstGeom>
        <a:gradFill rotWithShape="0">
          <a:gsLst>
            <a:gs pos="0">
              <a:schemeClr val="accent1">
                <a:alpha val="90000"/>
                <a:hueOff val="0"/>
                <a:satOff val="0"/>
                <a:lumOff val="0"/>
                <a:alphaOff val="0"/>
                <a:lumMod val="110000"/>
                <a:satMod val="105000"/>
                <a:tint val="67000"/>
              </a:schemeClr>
            </a:gs>
            <a:gs pos="50000">
              <a:schemeClr val="accent1">
                <a:alpha val="90000"/>
                <a:hueOff val="0"/>
                <a:satOff val="0"/>
                <a:lumOff val="0"/>
                <a:alphaOff val="0"/>
                <a:lumMod val="105000"/>
                <a:satMod val="103000"/>
                <a:tint val="73000"/>
              </a:schemeClr>
            </a:gs>
            <a:gs pos="100000">
              <a:schemeClr val="accent1">
                <a:alpha val="9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rtl="1">
            <a:lnSpc>
              <a:spcPct val="90000"/>
            </a:lnSpc>
            <a:spcBef>
              <a:spcPct val="0"/>
            </a:spcBef>
            <a:spcAft>
              <a:spcPct val="35000"/>
            </a:spcAft>
            <a:buNone/>
          </a:pPr>
          <a:r>
            <a:rPr lang="ar-EG" sz="900" b="1" kern="1200" dirty="0">
              <a:latin typeface="Cambria"/>
              <a:ea typeface="+mn-ea"/>
              <a:cs typeface="Times New Roman" panose="02020603050405020304" pitchFamily="18" charset="0"/>
            </a:rPr>
            <a:t>إدارة معامل مياه الوادي الجديد</a:t>
          </a:r>
        </a:p>
        <a:p>
          <a:pPr marL="0" lvl="0" indent="0" algn="ctr" defTabSz="400050" rtl="1">
            <a:lnSpc>
              <a:spcPct val="90000"/>
            </a:lnSpc>
            <a:spcBef>
              <a:spcPct val="0"/>
            </a:spcBef>
            <a:spcAft>
              <a:spcPct val="35000"/>
            </a:spcAft>
            <a:buNone/>
          </a:pPr>
          <a:r>
            <a:rPr lang="ar-EG" sz="900" b="1" kern="1200" dirty="0">
              <a:latin typeface="Cambria"/>
              <a:ea typeface="+mn-ea"/>
              <a:cs typeface="Times New Roman" panose="02020603050405020304" pitchFamily="18" charset="0"/>
            </a:rPr>
            <a:t>(الخارجة - الداخلة - الفرافرة - باريس)</a:t>
          </a:r>
          <a:endParaRPr lang="en-US" sz="900" b="1" kern="1200" dirty="0">
            <a:latin typeface="Cambria"/>
            <a:ea typeface="+mn-ea"/>
            <a:cs typeface="+mn-cs"/>
          </a:endParaRPr>
        </a:p>
      </dsp:txBody>
      <dsp:txXfrm>
        <a:off x="7769812" y="2761855"/>
        <a:ext cx="811985" cy="714222"/>
      </dsp:txXfrm>
    </dsp:sp>
    <dsp:sp modelId="{D47A551E-6758-4EAA-AF66-3E10E785281A}">
      <dsp:nvSpPr>
        <dsp:cNvPr id="0" name=""/>
        <dsp:cNvSpPr/>
      </dsp:nvSpPr>
      <dsp:spPr>
        <a:xfrm>
          <a:off x="9434829" y="2964851"/>
          <a:ext cx="811985" cy="405992"/>
        </a:xfrm>
        <a:prstGeom prst="rect">
          <a:avLst/>
        </a:prstGeom>
        <a:gradFill rotWithShape="0">
          <a:gsLst>
            <a:gs pos="0">
              <a:schemeClr val="accent1">
                <a:alpha val="90000"/>
                <a:hueOff val="0"/>
                <a:satOff val="0"/>
                <a:lumOff val="0"/>
                <a:alphaOff val="0"/>
                <a:lumMod val="110000"/>
                <a:satMod val="105000"/>
                <a:tint val="67000"/>
              </a:schemeClr>
            </a:gs>
            <a:gs pos="50000">
              <a:schemeClr val="accent1">
                <a:alpha val="90000"/>
                <a:hueOff val="0"/>
                <a:satOff val="0"/>
                <a:lumOff val="0"/>
                <a:alphaOff val="0"/>
                <a:lumMod val="105000"/>
                <a:satMod val="103000"/>
                <a:tint val="73000"/>
              </a:schemeClr>
            </a:gs>
            <a:gs pos="100000">
              <a:schemeClr val="accent1">
                <a:alpha val="9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rtl="1">
            <a:lnSpc>
              <a:spcPct val="90000"/>
            </a:lnSpc>
            <a:spcBef>
              <a:spcPct val="0"/>
            </a:spcBef>
            <a:spcAft>
              <a:spcPct val="35000"/>
            </a:spcAft>
            <a:buNone/>
          </a:pPr>
          <a:r>
            <a:rPr lang="ar-EG" sz="900" b="1" kern="1200">
              <a:latin typeface="Cambria"/>
              <a:ea typeface="+mn-ea"/>
              <a:cs typeface="Arial" panose="020B0604020202020204" pitchFamily="34" charset="0"/>
            </a:rPr>
            <a:t>إدارة معمل نزلة عبداللاه وتابعه الزاوية</a:t>
          </a:r>
          <a:endParaRPr lang="en-US" sz="900" b="1" kern="1200" dirty="0">
            <a:latin typeface="Cambria"/>
            <a:ea typeface="+mn-ea"/>
            <a:cs typeface="+mn-cs"/>
          </a:endParaRPr>
        </a:p>
      </dsp:txBody>
      <dsp:txXfrm>
        <a:off x="9434829" y="2964851"/>
        <a:ext cx="811985" cy="405992"/>
      </dsp:txXfrm>
    </dsp:sp>
    <dsp:sp modelId="{CDAD3291-B05A-4280-BF8C-7ED68F14C34F}">
      <dsp:nvSpPr>
        <dsp:cNvPr id="0" name=""/>
        <dsp:cNvSpPr/>
      </dsp:nvSpPr>
      <dsp:spPr>
        <a:xfrm>
          <a:off x="7791825" y="3652510"/>
          <a:ext cx="811985" cy="405992"/>
        </a:xfrm>
        <a:prstGeom prst="rect">
          <a:avLst/>
        </a:prstGeom>
        <a:gradFill rotWithShape="0">
          <a:gsLst>
            <a:gs pos="0">
              <a:schemeClr val="accent1">
                <a:alpha val="90000"/>
                <a:hueOff val="0"/>
                <a:satOff val="0"/>
                <a:lumOff val="0"/>
                <a:alphaOff val="0"/>
                <a:lumMod val="110000"/>
                <a:satMod val="105000"/>
                <a:tint val="67000"/>
              </a:schemeClr>
            </a:gs>
            <a:gs pos="50000">
              <a:schemeClr val="accent1">
                <a:alpha val="90000"/>
                <a:hueOff val="0"/>
                <a:satOff val="0"/>
                <a:lumOff val="0"/>
                <a:alphaOff val="0"/>
                <a:lumMod val="105000"/>
                <a:satMod val="103000"/>
                <a:tint val="73000"/>
              </a:schemeClr>
            </a:gs>
            <a:gs pos="100000">
              <a:schemeClr val="accent1">
                <a:alpha val="9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إدارة معمل التشيكي والألماني وتابعه معمل الجامعة</a:t>
          </a:r>
          <a:endParaRPr lang="en-US" sz="900" b="1" kern="1200">
            <a:latin typeface="Cambria"/>
            <a:ea typeface="+mn-ea"/>
            <a:cs typeface="+mn-cs"/>
          </a:endParaRPr>
        </a:p>
      </dsp:txBody>
      <dsp:txXfrm>
        <a:off x="7791825" y="3652510"/>
        <a:ext cx="811985" cy="405992"/>
      </dsp:txXfrm>
    </dsp:sp>
    <dsp:sp modelId="{E9AF19D9-E860-4E02-8615-129C6F7875B4}">
      <dsp:nvSpPr>
        <dsp:cNvPr id="0" name=""/>
        <dsp:cNvSpPr/>
      </dsp:nvSpPr>
      <dsp:spPr>
        <a:xfrm>
          <a:off x="9478863" y="3971750"/>
          <a:ext cx="811985" cy="405992"/>
        </a:xfrm>
        <a:prstGeom prst="rect">
          <a:avLst/>
        </a:prstGeom>
        <a:gradFill rotWithShape="0">
          <a:gsLst>
            <a:gs pos="0">
              <a:schemeClr val="accent1">
                <a:alpha val="90000"/>
                <a:hueOff val="0"/>
                <a:satOff val="0"/>
                <a:lumOff val="0"/>
                <a:alphaOff val="0"/>
                <a:lumMod val="110000"/>
                <a:satMod val="105000"/>
                <a:tint val="67000"/>
              </a:schemeClr>
            </a:gs>
            <a:gs pos="50000">
              <a:schemeClr val="accent1">
                <a:alpha val="90000"/>
                <a:hueOff val="0"/>
                <a:satOff val="0"/>
                <a:lumOff val="0"/>
                <a:alphaOff val="0"/>
                <a:lumMod val="105000"/>
                <a:satMod val="103000"/>
                <a:tint val="73000"/>
              </a:schemeClr>
            </a:gs>
            <a:gs pos="100000">
              <a:schemeClr val="accent1">
                <a:alpha val="9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dirty="0">
              <a:latin typeface="Cambria"/>
              <a:ea typeface="+mn-ea"/>
              <a:cs typeface="Arial" panose="020B0604020202020204" pitchFamily="34" charset="0"/>
            </a:rPr>
            <a:t>إدارة معمل </a:t>
          </a:r>
          <a:r>
            <a:rPr lang="ar-EG" sz="900" b="1" kern="1200" dirty="0" err="1">
              <a:latin typeface="Cambria"/>
              <a:ea typeface="+mn-ea"/>
              <a:cs typeface="Arial" panose="020B0604020202020204" pitchFamily="34" charset="0"/>
            </a:rPr>
            <a:t>الوليدية</a:t>
          </a:r>
          <a:r>
            <a:rPr lang="ar-EG" sz="900" b="1" kern="1200" dirty="0">
              <a:latin typeface="Cambria"/>
              <a:ea typeface="+mn-ea"/>
              <a:cs typeface="Arial" panose="020B0604020202020204" pitchFamily="34" charset="0"/>
            </a:rPr>
            <a:t> وتابعه معامل بهيج والبورة </a:t>
          </a:r>
          <a:r>
            <a:rPr lang="ar-EG" sz="900" b="1" kern="1200" dirty="0" err="1">
              <a:latin typeface="Cambria"/>
              <a:ea typeface="+mn-ea"/>
              <a:cs typeface="Arial" panose="020B0604020202020204" pitchFamily="34" charset="0"/>
            </a:rPr>
            <a:t>ومنقباد</a:t>
          </a:r>
          <a:endParaRPr lang="en-US" sz="900" b="1" kern="1200" dirty="0">
            <a:latin typeface="Cambria"/>
            <a:ea typeface="+mn-ea"/>
            <a:cs typeface="+mn-cs"/>
          </a:endParaRPr>
        </a:p>
      </dsp:txBody>
      <dsp:txXfrm>
        <a:off x="9478863" y="3971750"/>
        <a:ext cx="811985" cy="405992"/>
      </dsp:txXfrm>
    </dsp:sp>
    <dsp:sp modelId="{A948903F-5157-4E70-9B66-5815B22E1A7D}">
      <dsp:nvSpPr>
        <dsp:cNvPr id="0" name=""/>
        <dsp:cNvSpPr/>
      </dsp:nvSpPr>
      <dsp:spPr>
        <a:xfrm>
          <a:off x="7813846" y="4240030"/>
          <a:ext cx="811985" cy="405992"/>
        </a:xfrm>
        <a:prstGeom prst="rect">
          <a:avLst/>
        </a:prstGeom>
        <a:gradFill rotWithShape="0">
          <a:gsLst>
            <a:gs pos="0">
              <a:schemeClr val="accent1">
                <a:alpha val="90000"/>
                <a:hueOff val="0"/>
                <a:satOff val="0"/>
                <a:lumOff val="0"/>
                <a:alphaOff val="0"/>
                <a:lumMod val="110000"/>
                <a:satMod val="105000"/>
                <a:tint val="67000"/>
              </a:schemeClr>
            </a:gs>
            <a:gs pos="50000">
              <a:schemeClr val="accent1">
                <a:alpha val="90000"/>
                <a:hueOff val="0"/>
                <a:satOff val="0"/>
                <a:lumOff val="0"/>
                <a:alphaOff val="0"/>
                <a:lumMod val="105000"/>
                <a:satMod val="103000"/>
                <a:tint val="73000"/>
              </a:schemeClr>
            </a:gs>
            <a:gs pos="100000">
              <a:schemeClr val="accent1">
                <a:alpha val="9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إدارة معمل منفلوط</a:t>
          </a:r>
          <a:endParaRPr lang="en-US" sz="900" b="1" kern="1200">
            <a:latin typeface="Cambria"/>
            <a:ea typeface="+mn-ea"/>
            <a:cs typeface="+mn-cs"/>
          </a:endParaRPr>
        </a:p>
      </dsp:txBody>
      <dsp:txXfrm>
        <a:off x="7813846" y="4240030"/>
        <a:ext cx="811985" cy="405992"/>
      </dsp:txXfrm>
    </dsp:sp>
    <dsp:sp modelId="{EB796D26-A88C-4B4A-ABF9-5D199F43CE96}">
      <dsp:nvSpPr>
        <dsp:cNvPr id="0" name=""/>
        <dsp:cNvSpPr/>
      </dsp:nvSpPr>
      <dsp:spPr>
        <a:xfrm>
          <a:off x="9489865" y="4548260"/>
          <a:ext cx="811985" cy="405992"/>
        </a:xfrm>
        <a:prstGeom prst="rect">
          <a:avLst/>
        </a:prstGeom>
        <a:gradFill rotWithShape="0">
          <a:gsLst>
            <a:gs pos="0">
              <a:schemeClr val="accent1">
                <a:alpha val="90000"/>
                <a:hueOff val="0"/>
                <a:satOff val="0"/>
                <a:lumOff val="0"/>
                <a:alphaOff val="0"/>
                <a:lumMod val="110000"/>
                <a:satMod val="105000"/>
                <a:tint val="67000"/>
              </a:schemeClr>
            </a:gs>
            <a:gs pos="50000">
              <a:schemeClr val="accent1">
                <a:alpha val="90000"/>
                <a:hueOff val="0"/>
                <a:satOff val="0"/>
                <a:lumOff val="0"/>
                <a:alphaOff val="0"/>
                <a:lumMod val="105000"/>
                <a:satMod val="103000"/>
                <a:tint val="73000"/>
              </a:schemeClr>
            </a:gs>
            <a:gs pos="100000">
              <a:schemeClr val="accent1">
                <a:alpha val="9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إدارة معمل القوصية وتابعه معمل مير</a:t>
          </a:r>
          <a:endParaRPr lang="en-US" sz="900" b="1" kern="1200" dirty="0">
            <a:latin typeface="Cambria"/>
            <a:ea typeface="+mn-ea"/>
            <a:cs typeface="+mn-cs"/>
          </a:endParaRPr>
        </a:p>
      </dsp:txBody>
      <dsp:txXfrm>
        <a:off x="9489865" y="4548260"/>
        <a:ext cx="811985" cy="405992"/>
      </dsp:txXfrm>
    </dsp:sp>
    <dsp:sp modelId="{CCDCC758-0046-4A61-9117-6E9827272C3F}">
      <dsp:nvSpPr>
        <dsp:cNvPr id="0" name=""/>
        <dsp:cNvSpPr/>
      </dsp:nvSpPr>
      <dsp:spPr>
        <a:xfrm>
          <a:off x="7890903" y="4860574"/>
          <a:ext cx="811985" cy="405992"/>
        </a:xfrm>
        <a:prstGeom prst="rect">
          <a:avLst/>
        </a:prstGeom>
        <a:gradFill rotWithShape="0">
          <a:gsLst>
            <a:gs pos="0">
              <a:schemeClr val="accent1">
                <a:alpha val="90000"/>
                <a:hueOff val="0"/>
                <a:satOff val="0"/>
                <a:lumOff val="0"/>
                <a:alphaOff val="0"/>
                <a:lumMod val="110000"/>
                <a:satMod val="105000"/>
                <a:tint val="67000"/>
              </a:schemeClr>
            </a:gs>
            <a:gs pos="50000">
              <a:schemeClr val="accent1">
                <a:alpha val="90000"/>
                <a:hueOff val="0"/>
                <a:satOff val="0"/>
                <a:lumOff val="0"/>
                <a:alphaOff val="0"/>
                <a:lumMod val="105000"/>
                <a:satMod val="103000"/>
                <a:tint val="73000"/>
              </a:schemeClr>
            </a:gs>
            <a:gs pos="100000">
              <a:schemeClr val="accent1">
                <a:alpha val="9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إدارة معمل ديروط وتابعه معمل مسارة</a:t>
          </a:r>
          <a:endParaRPr lang="en-US" sz="900" b="1" kern="1200">
            <a:latin typeface="Cambria"/>
            <a:ea typeface="+mn-ea"/>
            <a:cs typeface="+mn-cs"/>
          </a:endParaRPr>
        </a:p>
      </dsp:txBody>
      <dsp:txXfrm>
        <a:off x="7890903" y="4860574"/>
        <a:ext cx="811985" cy="405992"/>
      </dsp:txXfrm>
    </dsp:sp>
    <dsp:sp modelId="{82874E74-BCE5-4481-8C59-160C486A6F12}">
      <dsp:nvSpPr>
        <dsp:cNvPr id="0" name=""/>
        <dsp:cNvSpPr/>
      </dsp:nvSpPr>
      <dsp:spPr>
        <a:xfrm>
          <a:off x="9497319" y="5159474"/>
          <a:ext cx="811985" cy="405992"/>
        </a:xfrm>
        <a:prstGeom prst="rect">
          <a:avLst/>
        </a:prstGeom>
        <a:gradFill rotWithShape="0">
          <a:gsLst>
            <a:gs pos="0">
              <a:schemeClr val="accent1">
                <a:alpha val="90000"/>
                <a:hueOff val="0"/>
                <a:satOff val="0"/>
                <a:lumOff val="0"/>
                <a:alphaOff val="0"/>
                <a:lumMod val="110000"/>
                <a:satMod val="105000"/>
                <a:tint val="67000"/>
              </a:schemeClr>
            </a:gs>
            <a:gs pos="50000">
              <a:schemeClr val="accent1">
                <a:alpha val="90000"/>
                <a:hueOff val="0"/>
                <a:satOff val="0"/>
                <a:lumOff val="0"/>
                <a:alphaOff val="0"/>
                <a:lumMod val="105000"/>
                <a:satMod val="103000"/>
                <a:tint val="73000"/>
              </a:schemeClr>
            </a:gs>
            <a:gs pos="100000">
              <a:schemeClr val="accent1">
                <a:alpha val="9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dirty="0">
              <a:latin typeface="Cambria"/>
              <a:ea typeface="+mn-ea"/>
              <a:cs typeface="Arial" panose="020B0604020202020204" pitchFamily="34" charset="0"/>
            </a:rPr>
            <a:t>إدارة معمل </a:t>
          </a:r>
          <a:r>
            <a:rPr lang="ar-EG" sz="900" b="1" kern="1200" dirty="0" err="1">
              <a:latin typeface="Cambria"/>
              <a:ea typeface="+mn-ea"/>
              <a:cs typeface="Arial" panose="020B0604020202020204" pitchFamily="34" charset="0"/>
            </a:rPr>
            <a:t>الطوابية</a:t>
          </a:r>
          <a:r>
            <a:rPr lang="ar-EG" sz="900" b="1" kern="1200" dirty="0">
              <a:latin typeface="Cambria"/>
              <a:ea typeface="+mn-ea"/>
              <a:cs typeface="Arial" panose="020B0604020202020204" pitchFamily="34" charset="0"/>
            </a:rPr>
            <a:t> وتابعه معمل </a:t>
          </a:r>
          <a:r>
            <a:rPr lang="ar-EG" sz="900" b="1" kern="1200" dirty="0" err="1">
              <a:latin typeface="Cambria"/>
              <a:ea typeface="+mn-ea"/>
              <a:cs typeface="Arial" panose="020B0604020202020204" pitchFamily="34" charset="0"/>
            </a:rPr>
            <a:t>المعابدة</a:t>
          </a:r>
          <a:endParaRPr lang="en-US" sz="900" b="1" kern="1200" dirty="0">
            <a:latin typeface="Cambria"/>
            <a:ea typeface="+mn-ea"/>
            <a:cs typeface="+mn-cs"/>
          </a:endParaRPr>
        </a:p>
      </dsp:txBody>
      <dsp:txXfrm>
        <a:off x="9497319" y="5159474"/>
        <a:ext cx="811985" cy="405992"/>
      </dsp:txXfrm>
    </dsp:sp>
    <dsp:sp modelId="{64119781-36A9-412A-9BDB-00D06E7CB2FC}">
      <dsp:nvSpPr>
        <dsp:cNvPr id="0" name=""/>
        <dsp:cNvSpPr/>
      </dsp:nvSpPr>
      <dsp:spPr>
        <a:xfrm>
          <a:off x="7868882" y="5371033"/>
          <a:ext cx="811985" cy="405992"/>
        </a:xfrm>
        <a:prstGeom prst="rect">
          <a:avLst/>
        </a:prstGeom>
        <a:gradFill rotWithShape="0">
          <a:gsLst>
            <a:gs pos="0">
              <a:schemeClr val="accent1">
                <a:alpha val="90000"/>
                <a:hueOff val="0"/>
                <a:satOff val="0"/>
                <a:lumOff val="0"/>
                <a:alphaOff val="0"/>
                <a:lumMod val="110000"/>
                <a:satMod val="105000"/>
                <a:tint val="67000"/>
              </a:schemeClr>
            </a:gs>
            <a:gs pos="50000">
              <a:schemeClr val="accent1">
                <a:alpha val="90000"/>
                <a:hueOff val="0"/>
                <a:satOff val="0"/>
                <a:lumOff val="0"/>
                <a:alphaOff val="0"/>
                <a:lumMod val="105000"/>
                <a:satMod val="103000"/>
                <a:tint val="73000"/>
              </a:schemeClr>
            </a:gs>
            <a:gs pos="100000">
              <a:schemeClr val="accent1">
                <a:alpha val="9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إدارة معمل البداري وتابعه معمل ساحل سليم</a:t>
          </a:r>
          <a:endParaRPr lang="en-US" sz="900" b="1" kern="1200" dirty="0">
            <a:latin typeface="Cambria"/>
            <a:ea typeface="+mn-ea"/>
            <a:cs typeface="+mn-cs"/>
          </a:endParaRPr>
        </a:p>
      </dsp:txBody>
      <dsp:txXfrm>
        <a:off x="7868882" y="5371033"/>
        <a:ext cx="811985" cy="405992"/>
      </dsp:txXfrm>
    </dsp:sp>
    <dsp:sp modelId="{7E9A7791-FF86-462F-A409-A3CBA7F147D6}">
      <dsp:nvSpPr>
        <dsp:cNvPr id="0" name=""/>
        <dsp:cNvSpPr/>
      </dsp:nvSpPr>
      <dsp:spPr>
        <a:xfrm>
          <a:off x="9495427" y="5717320"/>
          <a:ext cx="811985" cy="405992"/>
        </a:xfrm>
        <a:prstGeom prst="rect">
          <a:avLst/>
        </a:prstGeom>
        <a:gradFill rotWithShape="0">
          <a:gsLst>
            <a:gs pos="0">
              <a:schemeClr val="accent1">
                <a:alpha val="90000"/>
                <a:hueOff val="0"/>
                <a:satOff val="0"/>
                <a:lumOff val="0"/>
                <a:alphaOff val="0"/>
                <a:lumMod val="110000"/>
                <a:satMod val="105000"/>
                <a:tint val="67000"/>
              </a:schemeClr>
            </a:gs>
            <a:gs pos="50000">
              <a:schemeClr val="accent1">
                <a:alpha val="90000"/>
                <a:hueOff val="0"/>
                <a:satOff val="0"/>
                <a:lumOff val="0"/>
                <a:alphaOff val="0"/>
                <a:lumMod val="105000"/>
                <a:satMod val="103000"/>
                <a:tint val="73000"/>
              </a:schemeClr>
            </a:gs>
            <a:gs pos="100000">
              <a:schemeClr val="accent1">
                <a:alpha val="9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إدارة معمل أبوتيج</a:t>
          </a:r>
          <a:endParaRPr lang="en-US" sz="900" b="1" kern="1200">
            <a:latin typeface="Cambria"/>
            <a:ea typeface="+mn-ea"/>
            <a:cs typeface="+mn-cs"/>
          </a:endParaRPr>
        </a:p>
      </dsp:txBody>
      <dsp:txXfrm>
        <a:off x="9495427" y="5717320"/>
        <a:ext cx="811985" cy="405992"/>
      </dsp:txXfrm>
    </dsp:sp>
    <dsp:sp modelId="{8587FE10-62EC-4E8F-9739-789E40556CE7}">
      <dsp:nvSpPr>
        <dsp:cNvPr id="0" name=""/>
        <dsp:cNvSpPr/>
      </dsp:nvSpPr>
      <dsp:spPr>
        <a:xfrm>
          <a:off x="7867737" y="5947543"/>
          <a:ext cx="811985" cy="405992"/>
        </a:xfrm>
        <a:prstGeom prst="rect">
          <a:avLst/>
        </a:prstGeom>
        <a:gradFill rotWithShape="0">
          <a:gsLst>
            <a:gs pos="0">
              <a:schemeClr val="accent1">
                <a:alpha val="90000"/>
                <a:hueOff val="0"/>
                <a:satOff val="0"/>
                <a:lumOff val="0"/>
                <a:alphaOff val="0"/>
                <a:lumMod val="110000"/>
                <a:satMod val="105000"/>
                <a:tint val="67000"/>
              </a:schemeClr>
            </a:gs>
            <a:gs pos="50000">
              <a:schemeClr val="accent1">
                <a:alpha val="90000"/>
                <a:hueOff val="0"/>
                <a:satOff val="0"/>
                <a:lumOff val="0"/>
                <a:alphaOff val="0"/>
                <a:lumMod val="105000"/>
                <a:satMod val="103000"/>
                <a:tint val="73000"/>
              </a:schemeClr>
            </a:gs>
            <a:gs pos="100000">
              <a:schemeClr val="accent1">
                <a:alpha val="9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إدارة معمل صدفا</a:t>
          </a:r>
          <a:endParaRPr lang="en-US" sz="900" b="1" kern="1200">
            <a:latin typeface="Cambria"/>
            <a:ea typeface="+mn-ea"/>
            <a:cs typeface="+mn-cs"/>
          </a:endParaRPr>
        </a:p>
      </dsp:txBody>
      <dsp:txXfrm>
        <a:off x="7867737" y="5947543"/>
        <a:ext cx="811985" cy="405992"/>
      </dsp:txXfrm>
    </dsp:sp>
    <dsp:sp modelId="{B133EEC0-A068-455A-B940-085093FB77F3}">
      <dsp:nvSpPr>
        <dsp:cNvPr id="0" name=""/>
        <dsp:cNvSpPr/>
      </dsp:nvSpPr>
      <dsp:spPr>
        <a:xfrm>
          <a:off x="10615716" y="2213277"/>
          <a:ext cx="1126776" cy="405992"/>
        </a:xfrm>
        <a:prstGeom prst="rect">
          <a:avLst/>
        </a:prstGeom>
        <a:gradFill rotWithShape="0">
          <a:gsLst>
            <a:gs pos="0">
              <a:schemeClr val="accent1">
                <a:alpha val="70000"/>
                <a:hueOff val="0"/>
                <a:satOff val="0"/>
                <a:lumOff val="0"/>
                <a:alphaOff val="0"/>
                <a:lumMod val="110000"/>
                <a:satMod val="105000"/>
                <a:tint val="67000"/>
              </a:schemeClr>
            </a:gs>
            <a:gs pos="50000">
              <a:schemeClr val="accent1">
                <a:alpha val="70000"/>
                <a:hueOff val="0"/>
                <a:satOff val="0"/>
                <a:lumOff val="0"/>
                <a:alphaOff val="0"/>
                <a:lumMod val="105000"/>
                <a:satMod val="103000"/>
                <a:tint val="73000"/>
              </a:schemeClr>
            </a:gs>
            <a:gs pos="100000">
              <a:schemeClr val="accent1">
                <a:alpha val="7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533400">
            <a:lnSpc>
              <a:spcPct val="90000"/>
            </a:lnSpc>
            <a:spcBef>
              <a:spcPct val="0"/>
            </a:spcBef>
            <a:spcAft>
              <a:spcPct val="35000"/>
            </a:spcAft>
            <a:buNone/>
          </a:pPr>
          <a:r>
            <a:rPr lang="ar-EG" sz="1200" b="1" kern="1200" dirty="0">
              <a:latin typeface="Cambria"/>
              <a:ea typeface="+mn-ea"/>
              <a:cs typeface="Arial" panose="020B0604020202020204" pitchFamily="34" charset="0"/>
            </a:rPr>
            <a:t>الادارة العامة للسلامة والمأمونية</a:t>
          </a:r>
          <a:endParaRPr lang="en-US" sz="1200" b="1" kern="1200" dirty="0">
            <a:latin typeface="Cambria"/>
            <a:ea typeface="+mn-ea"/>
            <a:cs typeface="+mn-cs"/>
          </a:endParaRPr>
        </a:p>
      </dsp:txBody>
      <dsp:txXfrm>
        <a:off x="10615716" y="2213277"/>
        <a:ext cx="1126776" cy="405992"/>
      </dsp:txXfrm>
    </dsp:sp>
    <dsp:sp modelId="{30DB2936-FDE0-4C64-9E84-6EC71C2379C6}">
      <dsp:nvSpPr>
        <dsp:cNvPr id="0" name=""/>
        <dsp:cNvSpPr/>
      </dsp:nvSpPr>
      <dsp:spPr>
        <a:xfrm>
          <a:off x="10831428" y="3406255"/>
          <a:ext cx="811985" cy="405992"/>
        </a:xfrm>
        <a:prstGeom prst="rect">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ar-EG" sz="1000" b="1" kern="1200" dirty="0">
              <a:latin typeface="Cambria"/>
              <a:ea typeface="+mn-ea"/>
              <a:cs typeface="Arial" panose="020B0604020202020204" pitchFamily="34" charset="0"/>
            </a:rPr>
            <a:t>إدارة </a:t>
          </a:r>
          <a:r>
            <a:rPr lang="ar-EG" sz="1100" b="1" kern="1200" dirty="0">
              <a:latin typeface="Cambria"/>
              <a:ea typeface="+mn-ea"/>
              <a:cs typeface="Arial" panose="020B0604020202020204" pitchFamily="34" charset="0"/>
            </a:rPr>
            <a:t>مأمونية</a:t>
          </a:r>
          <a:r>
            <a:rPr lang="ar-EG" sz="1000" b="1" kern="1200" dirty="0">
              <a:latin typeface="Cambria"/>
              <a:ea typeface="+mn-ea"/>
              <a:cs typeface="Arial" panose="020B0604020202020204" pitchFamily="34" charset="0"/>
            </a:rPr>
            <a:t> تداول الصرف الصحي</a:t>
          </a:r>
          <a:endParaRPr lang="en-US" sz="1000" b="1" kern="1200" dirty="0">
            <a:latin typeface="Cambria"/>
            <a:ea typeface="+mn-ea"/>
            <a:cs typeface="Arial" panose="020B0604020202020204" pitchFamily="34" charset="0"/>
          </a:endParaRPr>
        </a:p>
      </dsp:txBody>
      <dsp:txXfrm>
        <a:off x="10831428" y="3406255"/>
        <a:ext cx="811985" cy="405992"/>
      </dsp:txXfrm>
    </dsp:sp>
    <dsp:sp modelId="{BE9D8400-F6A3-4F77-912B-DB3572C40738}">
      <dsp:nvSpPr>
        <dsp:cNvPr id="0" name=""/>
        <dsp:cNvSpPr/>
      </dsp:nvSpPr>
      <dsp:spPr>
        <a:xfrm>
          <a:off x="10804551" y="4114863"/>
          <a:ext cx="811985" cy="405992"/>
        </a:xfrm>
        <a:prstGeom prst="rect">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ar-EG" sz="1200" b="1" kern="1200">
              <a:latin typeface="Cambria"/>
              <a:ea typeface="+mn-ea"/>
              <a:cs typeface="Arial" panose="020B0604020202020204" pitchFamily="34" charset="0"/>
            </a:rPr>
            <a:t>إدارة سلامة ومأمونية المياه</a:t>
          </a:r>
          <a:endParaRPr lang="en-US" sz="1200" b="1" kern="1200" dirty="0">
            <a:latin typeface="Cambria"/>
            <a:ea typeface="+mn-ea"/>
            <a:cs typeface="Arial" panose="020B0604020202020204" pitchFamily="34" charset="0"/>
          </a:endParaRPr>
        </a:p>
      </dsp:txBody>
      <dsp:txXfrm>
        <a:off x="10804551" y="4114863"/>
        <a:ext cx="811985" cy="405992"/>
      </dsp:txXfrm>
    </dsp:sp>
    <dsp:sp modelId="{943C90E0-46D8-4DBF-A9BD-C4C18E949A81}">
      <dsp:nvSpPr>
        <dsp:cNvPr id="0" name=""/>
        <dsp:cNvSpPr/>
      </dsp:nvSpPr>
      <dsp:spPr>
        <a:xfrm>
          <a:off x="10804551" y="4713389"/>
          <a:ext cx="811985" cy="405992"/>
        </a:xfrm>
        <a:prstGeom prst="rect">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ar-EG" sz="1200" b="1" kern="1200">
              <a:latin typeface="Cambria"/>
              <a:ea typeface="+mn-ea"/>
              <a:cs typeface="Arial" panose="020B0604020202020204" pitchFamily="34" charset="0"/>
            </a:rPr>
            <a:t>إدارة المتابعة والتقييم</a:t>
          </a:r>
          <a:endParaRPr lang="en-US" sz="1200" b="1" kern="1200" dirty="0">
            <a:latin typeface="Cambria"/>
            <a:ea typeface="+mn-ea"/>
            <a:cs typeface="Arial" panose="020B0604020202020204" pitchFamily="34" charset="0"/>
          </a:endParaRPr>
        </a:p>
      </dsp:txBody>
      <dsp:txXfrm>
        <a:off x="10804551" y="4713389"/>
        <a:ext cx="811985" cy="405992"/>
      </dsp:txXfrm>
    </dsp:sp>
    <dsp:sp modelId="{AAAEF301-FC86-4685-AA23-6E4EB90247A8}">
      <dsp:nvSpPr>
        <dsp:cNvPr id="0" name=""/>
        <dsp:cNvSpPr/>
      </dsp:nvSpPr>
      <dsp:spPr>
        <a:xfrm>
          <a:off x="4720745" y="851103"/>
          <a:ext cx="811985" cy="405992"/>
        </a:xfrm>
        <a:prstGeom prst="rect">
          <a:avLst/>
        </a:prstGeom>
        <a:gradFill rotWithShape="0">
          <a:gsLst>
            <a:gs pos="0">
              <a:schemeClr val="accent1">
                <a:alpha val="90000"/>
                <a:hueOff val="0"/>
                <a:satOff val="0"/>
                <a:lumOff val="0"/>
                <a:alphaOff val="0"/>
                <a:lumMod val="110000"/>
                <a:satMod val="105000"/>
                <a:tint val="67000"/>
              </a:schemeClr>
            </a:gs>
            <a:gs pos="50000">
              <a:schemeClr val="accent1">
                <a:alpha val="90000"/>
                <a:hueOff val="0"/>
                <a:satOff val="0"/>
                <a:lumOff val="0"/>
                <a:alphaOff val="0"/>
                <a:lumMod val="105000"/>
                <a:satMod val="103000"/>
                <a:tint val="73000"/>
              </a:schemeClr>
            </a:gs>
            <a:gs pos="100000">
              <a:schemeClr val="accent1">
                <a:alpha val="9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dirty="0">
              <a:latin typeface="Cambria"/>
              <a:ea typeface="+mn-ea"/>
              <a:cs typeface="Arial" panose="020B0604020202020204" pitchFamily="34" charset="0"/>
            </a:rPr>
            <a:t>ادارة تشغيل لصالح الغير (مياه، صرف)</a:t>
          </a:r>
          <a:endParaRPr lang="en-US" sz="900" b="1" kern="1200" dirty="0">
            <a:latin typeface="Cambria"/>
            <a:ea typeface="+mn-ea"/>
            <a:cs typeface="+mn-cs"/>
          </a:endParaRPr>
        </a:p>
      </dsp:txBody>
      <dsp:txXfrm>
        <a:off x="4720745" y="851103"/>
        <a:ext cx="811985" cy="405992"/>
      </dsp:txXfrm>
    </dsp:sp>
    <dsp:sp modelId="{84B43FE1-0358-4DEB-96AE-AFA203FC80B0}">
      <dsp:nvSpPr>
        <dsp:cNvPr id="0" name=""/>
        <dsp:cNvSpPr/>
      </dsp:nvSpPr>
      <dsp:spPr>
        <a:xfrm>
          <a:off x="6539877" y="873115"/>
          <a:ext cx="811985" cy="405992"/>
        </a:xfrm>
        <a:prstGeom prst="rect">
          <a:avLst/>
        </a:prstGeom>
        <a:gradFill rotWithShape="0">
          <a:gsLst>
            <a:gs pos="0">
              <a:schemeClr val="accent1">
                <a:alpha val="90000"/>
                <a:hueOff val="0"/>
                <a:satOff val="0"/>
                <a:lumOff val="0"/>
                <a:alphaOff val="0"/>
                <a:lumMod val="110000"/>
                <a:satMod val="105000"/>
                <a:tint val="67000"/>
              </a:schemeClr>
            </a:gs>
            <a:gs pos="50000">
              <a:schemeClr val="accent1">
                <a:alpha val="90000"/>
                <a:hueOff val="0"/>
                <a:satOff val="0"/>
                <a:lumOff val="0"/>
                <a:alphaOff val="0"/>
                <a:lumMod val="105000"/>
                <a:satMod val="103000"/>
                <a:tint val="73000"/>
              </a:schemeClr>
            </a:gs>
            <a:gs pos="100000">
              <a:schemeClr val="accent1">
                <a:alpha val="9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a:latin typeface="Cambria"/>
              <a:ea typeface="+mn-ea"/>
              <a:cs typeface="Arial" panose="020B0604020202020204" pitchFamily="34" charset="0"/>
            </a:rPr>
            <a:t>إدارة نظم المعلومات ومتابعة التقارير</a:t>
          </a:r>
          <a:endParaRPr lang="en-US" sz="900" b="1" kern="1200">
            <a:latin typeface="Cambria"/>
            <a:ea typeface="+mn-ea"/>
            <a:cs typeface="+mn-cs"/>
          </a:endParaRPr>
        </a:p>
      </dsp:txBody>
      <dsp:txXfrm>
        <a:off x="6539877" y="873115"/>
        <a:ext cx="811985" cy="405992"/>
      </dsp:txXfrm>
    </dsp:sp>
    <dsp:sp modelId="{B7564D3A-5120-4460-A320-0D20283785AB}">
      <dsp:nvSpPr>
        <dsp:cNvPr id="0" name=""/>
        <dsp:cNvSpPr/>
      </dsp:nvSpPr>
      <dsp:spPr>
        <a:xfrm>
          <a:off x="6581150" y="1493659"/>
          <a:ext cx="811985" cy="405992"/>
        </a:xfrm>
        <a:prstGeom prst="rect">
          <a:avLst/>
        </a:prstGeom>
        <a:gradFill rotWithShape="0">
          <a:gsLst>
            <a:gs pos="0">
              <a:schemeClr val="accent1">
                <a:alpha val="90000"/>
                <a:hueOff val="0"/>
                <a:satOff val="0"/>
                <a:lumOff val="0"/>
                <a:alphaOff val="0"/>
                <a:lumMod val="110000"/>
                <a:satMod val="105000"/>
                <a:tint val="67000"/>
              </a:schemeClr>
            </a:gs>
            <a:gs pos="50000">
              <a:schemeClr val="accent1">
                <a:alpha val="90000"/>
                <a:hueOff val="0"/>
                <a:satOff val="0"/>
                <a:lumOff val="0"/>
                <a:alphaOff val="0"/>
                <a:lumMod val="105000"/>
                <a:satMod val="103000"/>
                <a:tint val="73000"/>
              </a:schemeClr>
            </a:gs>
            <a:gs pos="100000">
              <a:schemeClr val="accent1">
                <a:alpha val="9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ar-EG" sz="900" b="1" kern="1200" dirty="0">
              <a:latin typeface="Cambria"/>
              <a:ea typeface="+mn-ea"/>
              <a:cs typeface="Arial" panose="020B0604020202020204" pitchFamily="34" charset="0"/>
            </a:rPr>
            <a:t>إدارة السكرتارية</a:t>
          </a:r>
          <a:endParaRPr lang="en-US" sz="900" b="1" kern="1200" dirty="0">
            <a:latin typeface="Cambria"/>
            <a:ea typeface="+mn-ea"/>
            <a:cs typeface="+mn-cs"/>
          </a:endParaRPr>
        </a:p>
      </dsp:txBody>
      <dsp:txXfrm>
        <a:off x="6581150" y="1493659"/>
        <a:ext cx="811985" cy="405992"/>
      </dsp:txXfrm>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ECDCBE-BC26-46C9-A87E-C8DF144EC4EB}" type="datetimeFigureOut">
              <a:rPr lang="fr-FR" smtClean="0"/>
              <a:t>24/08/2026</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6A0F9C-C92F-41E8-880E-79E6BB546BF4}" type="slidenum">
              <a:rPr lang="fr-FR" smtClean="0"/>
              <a:t>‹#›</a:t>
            </a:fld>
            <a:endParaRPr lang="fr-FR"/>
          </a:p>
        </p:txBody>
      </p:sp>
    </p:spTree>
    <p:extLst>
      <p:ext uri="{BB962C8B-B14F-4D97-AF65-F5344CB8AC3E}">
        <p14:creationId xmlns:p14="http://schemas.microsoft.com/office/powerpoint/2010/main" val="3043585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6A0F9C-C92F-41E8-880E-79E6BB546BF4}" type="slidenum">
              <a:rPr lang="fr-FR" smtClean="0"/>
              <a:t>23</a:t>
            </a:fld>
            <a:endParaRPr lang="fr-FR"/>
          </a:p>
        </p:txBody>
      </p:sp>
    </p:spTree>
    <p:extLst>
      <p:ext uri="{BB962C8B-B14F-4D97-AF65-F5344CB8AC3E}">
        <p14:creationId xmlns:p14="http://schemas.microsoft.com/office/powerpoint/2010/main" val="7740515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6A0F9C-C92F-41E8-880E-79E6BB546BF4}" type="slidenum">
              <a:rPr lang="fr-FR" smtClean="0"/>
              <a:t>28</a:t>
            </a:fld>
            <a:endParaRPr lang="fr-FR"/>
          </a:p>
        </p:txBody>
      </p:sp>
    </p:spTree>
    <p:extLst>
      <p:ext uri="{BB962C8B-B14F-4D97-AF65-F5344CB8AC3E}">
        <p14:creationId xmlns:p14="http://schemas.microsoft.com/office/powerpoint/2010/main" val="2406350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6A0F9C-C92F-41E8-880E-79E6BB546BF4}" type="slidenum">
              <a:rPr lang="fr-FR" smtClean="0"/>
              <a:t>29</a:t>
            </a:fld>
            <a:endParaRPr lang="fr-FR"/>
          </a:p>
        </p:txBody>
      </p:sp>
    </p:spTree>
    <p:extLst>
      <p:ext uri="{BB962C8B-B14F-4D97-AF65-F5344CB8AC3E}">
        <p14:creationId xmlns:p14="http://schemas.microsoft.com/office/powerpoint/2010/main" val="3062644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6A0F9C-C92F-41E8-880E-79E6BB546BF4}" type="slidenum">
              <a:rPr lang="fr-FR" smtClean="0"/>
              <a:t>30</a:t>
            </a:fld>
            <a:endParaRPr lang="fr-FR"/>
          </a:p>
        </p:txBody>
      </p:sp>
    </p:spTree>
    <p:extLst>
      <p:ext uri="{BB962C8B-B14F-4D97-AF65-F5344CB8AC3E}">
        <p14:creationId xmlns:p14="http://schemas.microsoft.com/office/powerpoint/2010/main" val="148138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6A0F9C-C92F-41E8-880E-79E6BB546BF4}" type="slidenum">
              <a:rPr lang="fr-FR" smtClean="0"/>
              <a:t>31</a:t>
            </a:fld>
            <a:endParaRPr lang="fr-FR"/>
          </a:p>
        </p:txBody>
      </p:sp>
    </p:spTree>
    <p:extLst>
      <p:ext uri="{BB962C8B-B14F-4D97-AF65-F5344CB8AC3E}">
        <p14:creationId xmlns:p14="http://schemas.microsoft.com/office/powerpoint/2010/main" val="21595220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376BD-0D3F-4BCA-81DB-8C18DDB2FB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C63C0526-24A2-409B-8AFD-E0AE89F061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8951FC37-4B27-4BA9-AD20-DA8C4BC5AF16}"/>
              </a:ext>
            </a:extLst>
          </p:cNvPr>
          <p:cNvSpPr>
            <a:spLocks noGrp="1"/>
          </p:cNvSpPr>
          <p:nvPr>
            <p:ph type="dt" sz="half" idx="10"/>
          </p:nvPr>
        </p:nvSpPr>
        <p:spPr/>
        <p:txBody>
          <a:bodyPr/>
          <a:lstStyle/>
          <a:p>
            <a:fld id="{50C9BA4B-2665-43AF-924D-33D39E081787}" type="datetime1">
              <a:rPr lang="fr-FR" smtClean="0"/>
              <a:t>24/08/2026</a:t>
            </a:fld>
            <a:endParaRPr lang="fr-FR"/>
          </a:p>
        </p:txBody>
      </p:sp>
      <p:sp>
        <p:nvSpPr>
          <p:cNvPr id="5" name="Footer Placeholder 4">
            <a:extLst>
              <a:ext uri="{FF2B5EF4-FFF2-40B4-BE49-F238E27FC236}">
                <a16:creationId xmlns:a16="http://schemas.microsoft.com/office/drawing/2014/main" id="{77E939D0-A10C-46D1-8683-9DBF1F6F4C7A}"/>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3D5647D9-D1E2-433D-8479-DD8CD3F3B032}"/>
              </a:ext>
            </a:extLst>
          </p:cNvPr>
          <p:cNvSpPr>
            <a:spLocks noGrp="1"/>
          </p:cNvSpPr>
          <p:nvPr>
            <p:ph type="sldNum" sz="quarter" idx="12"/>
          </p:nvPr>
        </p:nvSpPr>
        <p:spPr/>
        <p:txBody>
          <a:bodyPr/>
          <a:lstStyle/>
          <a:p>
            <a:fld id="{55566DE6-6023-4F1B-83B8-5B1409609C05}" type="slidenum">
              <a:rPr lang="fr-FR" smtClean="0"/>
              <a:t>‹#›</a:t>
            </a:fld>
            <a:endParaRPr lang="fr-FR"/>
          </a:p>
        </p:txBody>
      </p:sp>
    </p:spTree>
    <p:extLst>
      <p:ext uri="{BB962C8B-B14F-4D97-AF65-F5344CB8AC3E}">
        <p14:creationId xmlns:p14="http://schemas.microsoft.com/office/powerpoint/2010/main" val="2962927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12E02-3C45-4A0C-BE23-D715A52C4A7A}"/>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DFA153FA-5FE0-4F2A-8F04-050A8D3D753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00D1FE58-D18A-4381-8AAF-AF9A0B5C29EE}"/>
              </a:ext>
            </a:extLst>
          </p:cNvPr>
          <p:cNvSpPr>
            <a:spLocks noGrp="1"/>
          </p:cNvSpPr>
          <p:nvPr>
            <p:ph type="dt" sz="half" idx="10"/>
          </p:nvPr>
        </p:nvSpPr>
        <p:spPr/>
        <p:txBody>
          <a:bodyPr/>
          <a:lstStyle/>
          <a:p>
            <a:fld id="{D4DB88D4-25ED-4281-BA26-745929DE7A1E}" type="datetime1">
              <a:rPr lang="fr-FR" smtClean="0"/>
              <a:t>24/08/2026</a:t>
            </a:fld>
            <a:endParaRPr lang="fr-FR"/>
          </a:p>
        </p:txBody>
      </p:sp>
      <p:sp>
        <p:nvSpPr>
          <p:cNvPr id="5" name="Footer Placeholder 4">
            <a:extLst>
              <a:ext uri="{FF2B5EF4-FFF2-40B4-BE49-F238E27FC236}">
                <a16:creationId xmlns:a16="http://schemas.microsoft.com/office/drawing/2014/main" id="{065033D2-B363-4F7A-B56C-5AC7F264C6E6}"/>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F6A85AF3-0172-4DA1-815B-25ADC489F068}"/>
              </a:ext>
            </a:extLst>
          </p:cNvPr>
          <p:cNvSpPr>
            <a:spLocks noGrp="1"/>
          </p:cNvSpPr>
          <p:nvPr>
            <p:ph type="sldNum" sz="quarter" idx="12"/>
          </p:nvPr>
        </p:nvSpPr>
        <p:spPr/>
        <p:txBody>
          <a:bodyPr/>
          <a:lstStyle/>
          <a:p>
            <a:fld id="{55566DE6-6023-4F1B-83B8-5B1409609C05}" type="slidenum">
              <a:rPr lang="fr-FR" smtClean="0"/>
              <a:t>‹#›</a:t>
            </a:fld>
            <a:endParaRPr lang="fr-FR"/>
          </a:p>
        </p:txBody>
      </p:sp>
    </p:spTree>
    <p:extLst>
      <p:ext uri="{BB962C8B-B14F-4D97-AF65-F5344CB8AC3E}">
        <p14:creationId xmlns:p14="http://schemas.microsoft.com/office/powerpoint/2010/main" val="3385769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A8B4C-966F-46EE-8B6D-4DA5BCF5EB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1C9549AE-D998-46B7-BE9A-9940753D8E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D5D894B-8E4C-4D6A-862D-14F2CD81D997}"/>
              </a:ext>
            </a:extLst>
          </p:cNvPr>
          <p:cNvSpPr>
            <a:spLocks noGrp="1"/>
          </p:cNvSpPr>
          <p:nvPr>
            <p:ph type="dt" sz="half" idx="10"/>
          </p:nvPr>
        </p:nvSpPr>
        <p:spPr/>
        <p:txBody>
          <a:bodyPr/>
          <a:lstStyle/>
          <a:p>
            <a:fld id="{61D07DCB-3BAA-467E-9375-159A97ADC091}" type="datetime1">
              <a:rPr lang="fr-FR" smtClean="0"/>
              <a:t>24/08/2026</a:t>
            </a:fld>
            <a:endParaRPr lang="fr-FR"/>
          </a:p>
        </p:txBody>
      </p:sp>
      <p:sp>
        <p:nvSpPr>
          <p:cNvPr id="5" name="Footer Placeholder 4">
            <a:extLst>
              <a:ext uri="{FF2B5EF4-FFF2-40B4-BE49-F238E27FC236}">
                <a16:creationId xmlns:a16="http://schemas.microsoft.com/office/drawing/2014/main" id="{FE19CA5E-F76A-4FD1-8C0C-A8C8DE61EFB8}"/>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3BAAC193-1330-4129-AC4C-0540DB872373}"/>
              </a:ext>
            </a:extLst>
          </p:cNvPr>
          <p:cNvSpPr>
            <a:spLocks noGrp="1"/>
          </p:cNvSpPr>
          <p:nvPr>
            <p:ph type="sldNum" sz="quarter" idx="12"/>
          </p:nvPr>
        </p:nvSpPr>
        <p:spPr/>
        <p:txBody>
          <a:bodyPr/>
          <a:lstStyle/>
          <a:p>
            <a:fld id="{55566DE6-6023-4F1B-83B8-5B1409609C05}" type="slidenum">
              <a:rPr lang="fr-FR" smtClean="0"/>
              <a:t>‹#›</a:t>
            </a:fld>
            <a:endParaRPr lang="fr-FR"/>
          </a:p>
        </p:txBody>
      </p:sp>
    </p:spTree>
    <p:extLst>
      <p:ext uri="{BB962C8B-B14F-4D97-AF65-F5344CB8AC3E}">
        <p14:creationId xmlns:p14="http://schemas.microsoft.com/office/powerpoint/2010/main" val="959596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FB07D-C3C1-4ED7-BCC7-A865B1AF84F1}"/>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3C303F8C-A936-41C5-BE71-EA2BF8A86DE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4F9FD3ED-02CA-4DF2-8769-B3CEFEA52F2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67110851-9112-41FA-B219-A50CDE81DC83}"/>
              </a:ext>
            </a:extLst>
          </p:cNvPr>
          <p:cNvSpPr>
            <a:spLocks noGrp="1"/>
          </p:cNvSpPr>
          <p:nvPr>
            <p:ph type="dt" sz="half" idx="10"/>
          </p:nvPr>
        </p:nvSpPr>
        <p:spPr/>
        <p:txBody>
          <a:bodyPr/>
          <a:lstStyle/>
          <a:p>
            <a:fld id="{CBC23A86-84A6-47B4-AE68-5840F94CB78C}" type="datetime1">
              <a:rPr lang="fr-FR" smtClean="0"/>
              <a:t>24/08/2026</a:t>
            </a:fld>
            <a:endParaRPr lang="fr-FR"/>
          </a:p>
        </p:txBody>
      </p:sp>
      <p:sp>
        <p:nvSpPr>
          <p:cNvPr id="6" name="Footer Placeholder 5">
            <a:extLst>
              <a:ext uri="{FF2B5EF4-FFF2-40B4-BE49-F238E27FC236}">
                <a16:creationId xmlns:a16="http://schemas.microsoft.com/office/drawing/2014/main" id="{0B83FCBC-8497-4D12-A30E-AC7FD443F9C7}"/>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D3D96B2E-6A82-4456-8A37-4DA6A714B014}"/>
              </a:ext>
            </a:extLst>
          </p:cNvPr>
          <p:cNvSpPr>
            <a:spLocks noGrp="1"/>
          </p:cNvSpPr>
          <p:nvPr>
            <p:ph type="sldNum" sz="quarter" idx="12"/>
          </p:nvPr>
        </p:nvSpPr>
        <p:spPr/>
        <p:txBody>
          <a:bodyPr/>
          <a:lstStyle/>
          <a:p>
            <a:fld id="{55566DE6-6023-4F1B-83B8-5B1409609C05}" type="slidenum">
              <a:rPr lang="fr-FR" smtClean="0"/>
              <a:t>‹#›</a:t>
            </a:fld>
            <a:endParaRPr lang="fr-FR"/>
          </a:p>
        </p:txBody>
      </p:sp>
    </p:spTree>
    <p:extLst>
      <p:ext uri="{BB962C8B-B14F-4D97-AF65-F5344CB8AC3E}">
        <p14:creationId xmlns:p14="http://schemas.microsoft.com/office/powerpoint/2010/main" val="4274920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DB56B-3AD1-4549-B34F-0EEBBC697266}"/>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9F5103B5-E735-45AA-A4CF-043AA26A0C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913E6B1-93D9-453E-8FE4-18D4FB93DB9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4461558E-44FF-4F3A-9632-CFDE0AB637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8622521-C2FF-4569-8BC9-28A960FA995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C9BBC1AF-7150-46BE-A9F2-F2CF84F8691B}"/>
              </a:ext>
            </a:extLst>
          </p:cNvPr>
          <p:cNvSpPr>
            <a:spLocks noGrp="1"/>
          </p:cNvSpPr>
          <p:nvPr>
            <p:ph type="dt" sz="half" idx="10"/>
          </p:nvPr>
        </p:nvSpPr>
        <p:spPr/>
        <p:txBody>
          <a:bodyPr/>
          <a:lstStyle/>
          <a:p>
            <a:fld id="{2D5B0200-7A7C-4525-AD77-9CDAF11F0E0B}" type="datetime1">
              <a:rPr lang="fr-FR" smtClean="0"/>
              <a:t>24/08/2026</a:t>
            </a:fld>
            <a:endParaRPr lang="fr-FR"/>
          </a:p>
        </p:txBody>
      </p:sp>
      <p:sp>
        <p:nvSpPr>
          <p:cNvPr id="8" name="Footer Placeholder 7">
            <a:extLst>
              <a:ext uri="{FF2B5EF4-FFF2-40B4-BE49-F238E27FC236}">
                <a16:creationId xmlns:a16="http://schemas.microsoft.com/office/drawing/2014/main" id="{9B496E9F-873D-4CB0-9E1E-4B604084B936}"/>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18B791AB-226B-49E6-8DC3-7A89527E7AAA}"/>
              </a:ext>
            </a:extLst>
          </p:cNvPr>
          <p:cNvSpPr>
            <a:spLocks noGrp="1"/>
          </p:cNvSpPr>
          <p:nvPr>
            <p:ph type="sldNum" sz="quarter" idx="12"/>
          </p:nvPr>
        </p:nvSpPr>
        <p:spPr/>
        <p:txBody>
          <a:bodyPr/>
          <a:lstStyle/>
          <a:p>
            <a:fld id="{55566DE6-6023-4F1B-83B8-5B1409609C05}" type="slidenum">
              <a:rPr lang="fr-FR" smtClean="0"/>
              <a:t>‹#›</a:t>
            </a:fld>
            <a:endParaRPr lang="fr-FR"/>
          </a:p>
        </p:txBody>
      </p:sp>
    </p:spTree>
    <p:extLst>
      <p:ext uri="{BB962C8B-B14F-4D97-AF65-F5344CB8AC3E}">
        <p14:creationId xmlns:p14="http://schemas.microsoft.com/office/powerpoint/2010/main" val="3831950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85BC7-3057-480A-B931-EEA5A3EDC913}"/>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F1E4F777-33A8-424D-BAD3-68563CB08964}"/>
              </a:ext>
            </a:extLst>
          </p:cNvPr>
          <p:cNvSpPr>
            <a:spLocks noGrp="1"/>
          </p:cNvSpPr>
          <p:nvPr>
            <p:ph type="dt" sz="half" idx="10"/>
          </p:nvPr>
        </p:nvSpPr>
        <p:spPr/>
        <p:txBody>
          <a:bodyPr/>
          <a:lstStyle/>
          <a:p>
            <a:fld id="{B2B311D8-D40A-48C6-9674-3B281DCF1DEE}" type="datetime1">
              <a:rPr lang="fr-FR" smtClean="0"/>
              <a:t>24/08/2026</a:t>
            </a:fld>
            <a:endParaRPr lang="fr-FR"/>
          </a:p>
        </p:txBody>
      </p:sp>
      <p:sp>
        <p:nvSpPr>
          <p:cNvPr id="4" name="Footer Placeholder 3">
            <a:extLst>
              <a:ext uri="{FF2B5EF4-FFF2-40B4-BE49-F238E27FC236}">
                <a16:creationId xmlns:a16="http://schemas.microsoft.com/office/drawing/2014/main" id="{DD362D09-D05C-41B8-B628-4110B7013913}"/>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73434EBB-368C-474F-BAE4-A35184F4C5F1}"/>
              </a:ext>
            </a:extLst>
          </p:cNvPr>
          <p:cNvSpPr>
            <a:spLocks noGrp="1"/>
          </p:cNvSpPr>
          <p:nvPr>
            <p:ph type="sldNum" sz="quarter" idx="12"/>
          </p:nvPr>
        </p:nvSpPr>
        <p:spPr/>
        <p:txBody>
          <a:bodyPr/>
          <a:lstStyle/>
          <a:p>
            <a:fld id="{55566DE6-6023-4F1B-83B8-5B1409609C05}" type="slidenum">
              <a:rPr lang="fr-FR" smtClean="0"/>
              <a:t>‹#›</a:t>
            </a:fld>
            <a:endParaRPr lang="fr-FR"/>
          </a:p>
        </p:txBody>
      </p:sp>
    </p:spTree>
    <p:extLst>
      <p:ext uri="{BB962C8B-B14F-4D97-AF65-F5344CB8AC3E}">
        <p14:creationId xmlns:p14="http://schemas.microsoft.com/office/powerpoint/2010/main" val="125598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548526-0FC6-40F4-95D5-481DE4E00EDC}"/>
              </a:ext>
            </a:extLst>
          </p:cNvPr>
          <p:cNvSpPr>
            <a:spLocks noGrp="1"/>
          </p:cNvSpPr>
          <p:nvPr>
            <p:ph type="dt" sz="half" idx="10"/>
          </p:nvPr>
        </p:nvSpPr>
        <p:spPr/>
        <p:txBody>
          <a:bodyPr/>
          <a:lstStyle/>
          <a:p>
            <a:fld id="{64624212-D3CE-4A3D-B460-A4CC716B0E9C}" type="datetime1">
              <a:rPr lang="fr-FR" smtClean="0"/>
              <a:t>24/08/2026</a:t>
            </a:fld>
            <a:endParaRPr lang="fr-FR"/>
          </a:p>
        </p:txBody>
      </p:sp>
      <p:sp>
        <p:nvSpPr>
          <p:cNvPr id="3" name="Footer Placeholder 2">
            <a:extLst>
              <a:ext uri="{FF2B5EF4-FFF2-40B4-BE49-F238E27FC236}">
                <a16:creationId xmlns:a16="http://schemas.microsoft.com/office/drawing/2014/main" id="{886E3F22-2035-43BE-92D8-303B85908E47}"/>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72971BF2-377C-46F3-8EBD-20E33B5E5159}"/>
              </a:ext>
            </a:extLst>
          </p:cNvPr>
          <p:cNvSpPr>
            <a:spLocks noGrp="1"/>
          </p:cNvSpPr>
          <p:nvPr>
            <p:ph type="sldNum" sz="quarter" idx="12"/>
          </p:nvPr>
        </p:nvSpPr>
        <p:spPr/>
        <p:txBody>
          <a:bodyPr/>
          <a:lstStyle/>
          <a:p>
            <a:fld id="{55566DE6-6023-4F1B-83B8-5B1409609C05}" type="slidenum">
              <a:rPr lang="fr-FR" smtClean="0"/>
              <a:t>‹#›</a:t>
            </a:fld>
            <a:endParaRPr lang="fr-FR"/>
          </a:p>
        </p:txBody>
      </p:sp>
    </p:spTree>
    <p:extLst>
      <p:ext uri="{BB962C8B-B14F-4D97-AF65-F5344CB8AC3E}">
        <p14:creationId xmlns:p14="http://schemas.microsoft.com/office/powerpoint/2010/main" val="1993099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F980F-F21D-49ED-9926-FDD4C24C50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4899BEC7-76AD-4E77-84F2-59E6072F06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D5E856A9-39DE-405D-B78F-33B91F234C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6DEAA0A-B49F-4FE5-98AF-5FEA800481B9}"/>
              </a:ext>
            </a:extLst>
          </p:cNvPr>
          <p:cNvSpPr>
            <a:spLocks noGrp="1"/>
          </p:cNvSpPr>
          <p:nvPr>
            <p:ph type="dt" sz="half" idx="10"/>
          </p:nvPr>
        </p:nvSpPr>
        <p:spPr/>
        <p:txBody>
          <a:bodyPr/>
          <a:lstStyle/>
          <a:p>
            <a:fld id="{175A83D3-966B-400D-A439-3A5592584D0F}" type="datetime1">
              <a:rPr lang="fr-FR" smtClean="0"/>
              <a:t>24/08/2026</a:t>
            </a:fld>
            <a:endParaRPr lang="fr-FR"/>
          </a:p>
        </p:txBody>
      </p:sp>
      <p:sp>
        <p:nvSpPr>
          <p:cNvPr id="6" name="Footer Placeholder 5">
            <a:extLst>
              <a:ext uri="{FF2B5EF4-FFF2-40B4-BE49-F238E27FC236}">
                <a16:creationId xmlns:a16="http://schemas.microsoft.com/office/drawing/2014/main" id="{C45438D8-A749-47CE-9964-610C2FA665D1}"/>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3ABB8298-6EC3-4C52-AD76-94E000F751B5}"/>
              </a:ext>
            </a:extLst>
          </p:cNvPr>
          <p:cNvSpPr>
            <a:spLocks noGrp="1"/>
          </p:cNvSpPr>
          <p:nvPr>
            <p:ph type="sldNum" sz="quarter" idx="12"/>
          </p:nvPr>
        </p:nvSpPr>
        <p:spPr/>
        <p:txBody>
          <a:bodyPr/>
          <a:lstStyle/>
          <a:p>
            <a:fld id="{55566DE6-6023-4F1B-83B8-5B1409609C05}" type="slidenum">
              <a:rPr lang="fr-FR" smtClean="0"/>
              <a:t>‹#›</a:t>
            </a:fld>
            <a:endParaRPr lang="fr-FR"/>
          </a:p>
        </p:txBody>
      </p:sp>
    </p:spTree>
    <p:extLst>
      <p:ext uri="{BB962C8B-B14F-4D97-AF65-F5344CB8AC3E}">
        <p14:creationId xmlns:p14="http://schemas.microsoft.com/office/powerpoint/2010/main" val="4102285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F5A39-1872-436A-A2E7-6AE42B264F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4AE7123B-21CA-47C7-BF08-8FF558E420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B866B924-601B-4A92-9608-A19DB93CA7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C27328F-A020-48AF-96DA-C426EF70CF12}"/>
              </a:ext>
            </a:extLst>
          </p:cNvPr>
          <p:cNvSpPr>
            <a:spLocks noGrp="1"/>
          </p:cNvSpPr>
          <p:nvPr>
            <p:ph type="dt" sz="half" idx="10"/>
          </p:nvPr>
        </p:nvSpPr>
        <p:spPr/>
        <p:txBody>
          <a:bodyPr/>
          <a:lstStyle/>
          <a:p>
            <a:fld id="{88E9786D-0F31-4C56-B23C-672F56F9D7EF}" type="datetime1">
              <a:rPr lang="fr-FR" smtClean="0"/>
              <a:t>24/08/2026</a:t>
            </a:fld>
            <a:endParaRPr lang="fr-FR"/>
          </a:p>
        </p:txBody>
      </p:sp>
      <p:sp>
        <p:nvSpPr>
          <p:cNvPr id="6" name="Footer Placeholder 5">
            <a:extLst>
              <a:ext uri="{FF2B5EF4-FFF2-40B4-BE49-F238E27FC236}">
                <a16:creationId xmlns:a16="http://schemas.microsoft.com/office/drawing/2014/main" id="{19C825E5-EC89-46BA-9B6F-A727942CF702}"/>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665A5063-46B6-492D-AE1A-B6405AF2F7D4}"/>
              </a:ext>
            </a:extLst>
          </p:cNvPr>
          <p:cNvSpPr>
            <a:spLocks noGrp="1"/>
          </p:cNvSpPr>
          <p:nvPr>
            <p:ph type="sldNum" sz="quarter" idx="12"/>
          </p:nvPr>
        </p:nvSpPr>
        <p:spPr/>
        <p:txBody>
          <a:bodyPr/>
          <a:lstStyle/>
          <a:p>
            <a:fld id="{55566DE6-6023-4F1B-83B8-5B1409609C05}" type="slidenum">
              <a:rPr lang="fr-FR" smtClean="0"/>
              <a:t>‹#›</a:t>
            </a:fld>
            <a:endParaRPr lang="fr-FR"/>
          </a:p>
        </p:txBody>
      </p:sp>
    </p:spTree>
    <p:extLst>
      <p:ext uri="{BB962C8B-B14F-4D97-AF65-F5344CB8AC3E}">
        <p14:creationId xmlns:p14="http://schemas.microsoft.com/office/powerpoint/2010/main" val="665048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96AEE-C8EF-4AA9-B61A-79D6CA3BD88C}"/>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A3DFC3DF-A546-4E3F-9152-33B908655DE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47A7316A-F806-436E-ADD8-A66553953C4E}"/>
              </a:ext>
            </a:extLst>
          </p:cNvPr>
          <p:cNvSpPr>
            <a:spLocks noGrp="1"/>
          </p:cNvSpPr>
          <p:nvPr>
            <p:ph type="dt" sz="half" idx="10"/>
          </p:nvPr>
        </p:nvSpPr>
        <p:spPr/>
        <p:txBody>
          <a:bodyPr/>
          <a:lstStyle/>
          <a:p>
            <a:fld id="{9C3F6244-5025-461E-878B-3ECA368D59B1}" type="datetime1">
              <a:rPr lang="fr-FR" smtClean="0"/>
              <a:t>24/08/2026</a:t>
            </a:fld>
            <a:endParaRPr lang="fr-FR"/>
          </a:p>
        </p:txBody>
      </p:sp>
      <p:sp>
        <p:nvSpPr>
          <p:cNvPr id="5" name="Footer Placeholder 4">
            <a:extLst>
              <a:ext uri="{FF2B5EF4-FFF2-40B4-BE49-F238E27FC236}">
                <a16:creationId xmlns:a16="http://schemas.microsoft.com/office/drawing/2014/main" id="{B282E15C-C58D-473F-BCB3-6DECFC6AE507}"/>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3638B17D-BA75-47CC-8B3C-08027324EE6B}"/>
              </a:ext>
            </a:extLst>
          </p:cNvPr>
          <p:cNvSpPr>
            <a:spLocks noGrp="1"/>
          </p:cNvSpPr>
          <p:nvPr>
            <p:ph type="sldNum" sz="quarter" idx="12"/>
          </p:nvPr>
        </p:nvSpPr>
        <p:spPr/>
        <p:txBody>
          <a:bodyPr/>
          <a:lstStyle/>
          <a:p>
            <a:fld id="{55566DE6-6023-4F1B-83B8-5B1409609C05}" type="slidenum">
              <a:rPr lang="fr-FR" smtClean="0"/>
              <a:t>‹#›</a:t>
            </a:fld>
            <a:endParaRPr lang="fr-FR"/>
          </a:p>
        </p:txBody>
      </p:sp>
    </p:spTree>
    <p:extLst>
      <p:ext uri="{BB962C8B-B14F-4D97-AF65-F5344CB8AC3E}">
        <p14:creationId xmlns:p14="http://schemas.microsoft.com/office/powerpoint/2010/main" val="3574181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CF15AA-13D8-4A53-9BB6-E577A61FB6D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2550F8BB-58FA-44A6-BE8F-F1E4E02AC1C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BA9A978A-D527-49B5-B262-4B2AF16D7CA4}"/>
              </a:ext>
            </a:extLst>
          </p:cNvPr>
          <p:cNvSpPr>
            <a:spLocks noGrp="1"/>
          </p:cNvSpPr>
          <p:nvPr>
            <p:ph type="dt" sz="half" idx="10"/>
          </p:nvPr>
        </p:nvSpPr>
        <p:spPr/>
        <p:txBody>
          <a:bodyPr/>
          <a:lstStyle/>
          <a:p>
            <a:fld id="{B9B02D6C-B97B-4C9E-920B-D3DD00BA469C}" type="datetime1">
              <a:rPr lang="fr-FR" smtClean="0"/>
              <a:t>24/08/2026</a:t>
            </a:fld>
            <a:endParaRPr lang="fr-FR"/>
          </a:p>
        </p:txBody>
      </p:sp>
      <p:sp>
        <p:nvSpPr>
          <p:cNvPr id="5" name="Footer Placeholder 4">
            <a:extLst>
              <a:ext uri="{FF2B5EF4-FFF2-40B4-BE49-F238E27FC236}">
                <a16:creationId xmlns:a16="http://schemas.microsoft.com/office/drawing/2014/main" id="{B8000AE6-DEEC-4EFB-A3B3-974B92D58AA0}"/>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44297A62-10F2-44B8-B049-D70E1D12B155}"/>
              </a:ext>
            </a:extLst>
          </p:cNvPr>
          <p:cNvSpPr>
            <a:spLocks noGrp="1"/>
          </p:cNvSpPr>
          <p:nvPr>
            <p:ph type="sldNum" sz="quarter" idx="12"/>
          </p:nvPr>
        </p:nvSpPr>
        <p:spPr/>
        <p:txBody>
          <a:bodyPr/>
          <a:lstStyle/>
          <a:p>
            <a:fld id="{55566DE6-6023-4F1B-83B8-5B1409609C05}" type="slidenum">
              <a:rPr lang="fr-FR" smtClean="0"/>
              <a:t>‹#›</a:t>
            </a:fld>
            <a:endParaRPr lang="fr-FR"/>
          </a:p>
        </p:txBody>
      </p:sp>
    </p:spTree>
    <p:extLst>
      <p:ext uri="{BB962C8B-B14F-4D97-AF65-F5344CB8AC3E}">
        <p14:creationId xmlns:p14="http://schemas.microsoft.com/office/powerpoint/2010/main" val="1199804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
                <a:lumOff val="95000"/>
              </a:schemeClr>
            </a:gs>
            <a:gs pos="76000">
              <a:schemeClr val="accent5">
                <a:lumMod val="45000"/>
                <a:lumOff val="55000"/>
              </a:schemeClr>
            </a:gs>
            <a:gs pos="83000">
              <a:schemeClr val="accent5">
                <a:lumMod val="45000"/>
                <a:lumOff val="55000"/>
              </a:schemeClr>
            </a:gs>
            <a:gs pos="100000">
              <a:schemeClr val="accent5">
                <a:lumMod val="30000"/>
                <a:lumOff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8612C2-DF99-4C83-B1D8-1458F20426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a:extLst>
              <a:ext uri="{FF2B5EF4-FFF2-40B4-BE49-F238E27FC236}">
                <a16:creationId xmlns:a16="http://schemas.microsoft.com/office/drawing/2014/main" id="{E519BEF3-2E1F-423D-A1DB-C01D5A5B25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4CC1A97E-557E-44D4-998F-519E1C91DD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85CB1D-9A49-45B7-BA4D-DA9A42D8627D}" type="datetime1">
              <a:rPr lang="fr-FR" smtClean="0"/>
              <a:t>24/08/2026</a:t>
            </a:fld>
            <a:endParaRPr lang="fr-FR"/>
          </a:p>
        </p:txBody>
      </p:sp>
      <p:sp>
        <p:nvSpPr>
          <p:cNvPr id="5" name="Footer Placeholder 4">
            <a:extLst>
              <a:ext uri="{FF2B5EF4-FFF2-40B4-BE49-F238E27FC236}">
                <a16:creationId xmlns:a16="http://schemas.microsoft.com/office/drawing/2014/main" id="{EE6E225C-D54C-4CD4-B985-401D163C89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a:extLst>
              <a:ext uri="{FF2B5EF4-FFF2-40B4-BE49-F238E27FC236}">
                <a16:creationId xmlns:a16="http://schemas.microsoft.com/office/drawing/2014/main" id="{D2E36B32-161C-46F4-9DC0-0606ACE881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566DE6-6023-4F1B-83B8-5B1409609C05}" type="slidenum">
              <a:rPr lang="fr-FR" smtClean="0"/>
              <a:t>‹#›</a:t>
            </a:fld>
            <a:endParaRPr lang="fr-FR"/>
          </a:p>
        </p:txBody>
      </p:sp>
    </p:spTree>
    <p:extLst>
      <p:ext uri="{BB962C8B-B14F-4D97-AF65-F5344CB8AC3E}">
        <p14:creationId xmlns:p14="http://schemas.microsoft.com/office/powerpoint/2010/main" val="12566080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4.png"/><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D939384-791C-4D11-B5F6-DBD26EB9288D}"/>
              </a:ext>
            </a:extLst>
          </p:cNvPr>
          <p:cNvSpPr/>
          <p:nvPr/>
        </p:nvSpPr>
        <p:spPr>
          <a:xfrm>
            <a:off x="0" y="0"/>
            <a:ext cx="12192000" cy="685800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val 12">
            <a:extLst>
              <a:ext uri="{FF2B5EF4-FFF2-40B4-BE49-F238E27FC236}">
                <a16:creationId xmlns:a16="http://schemas.microsoft.com/office/drawing/2014/main" id="{92EA012A-021A-46B2-93D6-6D2B3B61A780}"/>
              </a:ext>
            </a:extLst>
          </p:cNvPr>
          <p:cNvSpPr/>
          <p:nvPr/>
        </p:nvSpPr>
        <p:spPr>
          <a:xfrm>
            <a:off x="2651281" y="-31438"/>
            <a:ext cx="6889438" cy="6889438"/>
          </a:xfrm>
          <a:prstGeom prst="ellipse">
            <a:avLst/>
          </a:prstGeom>
          <a:solidFill>
            <a:srgbClr val="1D81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val 15">
            <a:extLst>
              <a:ext uri="{FF2B5EF4-FFF2-40B4-BE49-F238E27FC236}">
                <a16:creationId xmlns:a16="http://schemas.microsoft.com/office/drawing/2014/main" id="{07EC9662-0158-487D-AFFC-32918A14A458}"/>
              </a:ext>
            </a:extLst>
          </p:cNvPr>
          <p:cNvSpPr/>
          <p:nvPr/>
        </p:nvSpPr>
        <p:spPr>
          <a:xfrm>
            <a:off x="8780676" y="5735763"/>
            <a:ext cx="676449" cy="676449"/>
          </a:xfrm>
          <a:prstGeom prst="ellipse">
            <a:avLst/>
          </a:prstGeom>
          <a:solidFill>
            <a:srgbClr val="42A9E2">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Oval 16">
            <a:extLst>
              <a:ext uri="{FF2B5EF4-FFF2-40B4-BE49-F238E27FC236}">
                <a16:creationId xmlns:a16="http://schemas.microsoft.com/office/drawing/2014/main" id="{FC4EBA9F-1E21-414A-93B5-1D51BC562B9B}"/>
              </a:ext>
            </a:extLst>
          </p:cNvPr>
          <p:cNvSpPr/>
          <p:nvPr/>
        </p:nvSpPr>
        <p:spPr>
          <a:xfrm>
            <a:off x="2727482" y="5897804"/>
            <a:ext cx="369332" cy="369332"/>
          </a:xfrm>
          <a:prstGeom prst="ellipse">
            <a:avLst/>
          </a:prstGeom>
          <a:solidFill>
            <a:srgbClr val="42A9E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Slide Number Placeholder 3">
            <a:extLst>
              <a:ext uri="{FF2B5EF4-FFF2-40B4-BE49-F238E27FC236}">
                <a16:creationId xmlns:a16="http://schemas.microsoft.com/office/drawing/2014/main" id="{2DE52BB3-2C10-48AB-B8CB-2DA7EE9584BB}"/>
              </a:ext>
            </a:extLst>
          </p:cNvPr>
          <p:cNvSpPr>
            <a:spLocks noGrp="1"/>
          </p:cNvSpPr>
          <p:nvPr>
            <p:ph type="sldNum" sz="quarter" idx="12"/>
          </p:nvPr>
        </p:nvSpPr>
        <p:spPr/>
        <p:txBody>
          <a:bodyPr/>
          <a:lstStyle/>
          <a:p>
            <a:fld id="{55566DE6-6023-4F1B-83B8-5B1409609C05}" type="slidenum">
              <a:rPr lang="fr-FR" smtClean="0"/>
              <a:t>1</a:t>
            </a:fld>
            <a:endParaRPr lang="fr-FR"/>
          </a:p>
        </p:txBody>
      </p:sp>
      <p:sp>
        <p:nvSpPr>
          <p:cNvPr id="7" name="Rectangle 6">
            <a:extLst>
              <a:ext uri="{FF2B5EF4-FFF2-40B4-BE49-F238E27FC236}">
                <a16:creationId xmlns:a16="http://schemas.microsoft.com/office/drawing/2014/main" id="{7F4157DB-2FD2-4AC1-85F8-66A4B6331F38}"/>
              </a:ext>
            </a:extLst>
          </p:cNvPr>
          <p:cNvSpPr/>
          <p:nvPr/>
        </p:nvSpPr>
        <p:spPr>
          <a:xfrm>
            <a:off x="2255520" y="1924027"/>
            <a:ext cx="7705344" cy="20928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rtl="1"/>
            <a:r>
              <a:rPr lang="ar-EG" sz="4000" b="1" dirty="0">
                <a:solidFill>
                  <a:schemeClr val="bg1"/>
                </a:solidFill>
                <a:latin typeface="Mothanna" panose="02000503000000000000" pitchFamily="2" charset="-78"/>
                <a:ea typeface="Open Sans" panose="020B0606030504020204" pitchFamily="34" charset="0"/>
                <a:cs typeface="Mothanna" panose="02000503000000000000" pitchFamily="2" charset="-78"/>
              </a:rPr>
              <a:t>قطاع المعامل ضبط الجودة</a:t>
            </a:r>
          </a:p>
          <a:p>
            <a:pPr algn="ctr" rtl="1"/>
            <a:r>
              <a:rPr lang="ar-EG" sz="4000" b="1" dirty="0">
                <a:solidFill>
                  <a:schemeClr val="bg1"/>
                </a:solidFill>
                <a:latin typeface="Mothanna" panose="02000503000000000000" pitchFamily="2" charset="-78"/>
                <a:ea typeface="Open Sans" panose="020B0606030504020204" pitchFamily="34" charset="0"/>
                <a:cs typeface="Mothanna" panose="02000503000000000000" pitchFamily="2" charset="-78"/>
              </a:rPr>
              <a:t>بشركة مياه الشرب والصرف الصحي</a:t>
            </a:r>
          </a:p>
          <a:p>
            <a:pPr algn="ctr" rtl="1"/>
            <a:r>
              <a:rPr lang="ar-EG" sz="4000" b="1" dirty="0" err="1">
                <a:solidFill>
                  <a:schemeClr val="bg1"/>
                </a:solidFill>
                <a:latin typeface="Mothanna" panose="02000503000000000000" pitchFamily="2" charset="-78"/>
                <a:ea typeface="Open Sans" panose="020B0606030504020204" pitchFamily="34" charset="0"/>
                <a:cs typeface="Mothanna" panose="02000503000000000000" pitchFamily="2" charset="-78"/>
              </a:rPr>
              <a:t>باسيوط</a:t>
            </a:r>
            <a:r>
              <a:rPr lang="ar-EG" sz="4000" b="1" dirty="0">
                <a:solidFill>
                  <a:schemeClr val="bg1"/>
                </a:solidFill>
                <a:latin typeface="Mothanna" panose="02000503000000000000" pitchFamily="2" charset="-78"/>
                <a:ea typeface="Open Sans" panose="020B0606030504020204" pitchFamily="34" charset="0"/>
                <a:cs typeface="Mothanna" panose="02000503000000000000" pitchFamily="2" charset="-78"/>
              </a:rPr>
              <a:t> والوادي الجديد</a:t>
            </a:r>
          </a:p>
          <a:p>
            <a:pPr algn="ctr" rtl="1"/>
            <a:endParaRPr lang="fr-FR" sz="1000" b="1" dirty="0">
              <a:solidFill>
                <a:schemeClr val="bg1"/>
              </a:solidFill>
              <a:latin typeface="Mothanna" panose="02000503000000000000" pitchFamily="2" charset="-78"/>
              <a:ea typeface="Open Sans" panose="020B0606030504020204" pitchFamily="34" charset="0"/>
              <a:cs typeface="Mothanna" panose="02000503000000000000" pitchFamily="2" charset="-78"/>
            </a:endParaRPr>
          </a:p>
        </p:txBody>
      </p:sp>
      <p:pic>
        <p:nvPicPr>
          <p:cNvPr id="21" name="Picture 20">
            <a:extLst>
              <a:ext uri="{FF2B5EF4-FFF2-40B4-BE49-F238E27FC236}">
                <a16:creationId xmlns:a16="http://schemas.microsoft.com/office/drawing/2014/main" id="{48106D9D-DF5E-4BE7-BBB0-090FC97ED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011" y="63558"/>
            <a:ext cx="2727482" cy="2058656"/>
          </a:xfrm>
          <a:prstGeom prst="rect">
            <a:avLst/>
          </a:prstGeom>
        </p:spPr>
      </p:pic>
      <p:pic>
        <p:nvPicPr>
          <p:cNvPr id="23" name="Picture 22">
            <a:extLst>
              <a:ext uri="{FF2B5EF4-FFF2-40B4-BE49-F238E27FC236}">
                <a16:creationId xmlns:a16="http://schemas.microsoft.com/office/drawing/2014/main" id="{B58FABB2-07A6-40CB-BC72-58752F39EB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85077" y="63558"/>
            <a:ext cx="2813296" cy="2293571"/>
          </a:xfrm>
          <a:prstGeom prst="rect">
            <a:avLst/>
          </a:prstGeom>
        </p:spPr>
      </p:pic>
    </p:spTree>
    <p:extLst>
      <p:ext uri="{BB962C8B-B14F-4D97-AF65-F5344CB8AC3E}">
        <p14:creationId xmlns:p14="http://schemas.microsoft.com/office/powerpoint/2010/main" val="3413675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A54FA7-C208-AA07-297D-B406252BA40D}"/>
              </a:ext>
            </a:extLst>
          </p:cNvPr>
          <p:cNvSpPr txBox="1"/>
          <p:nvPr/>
        </p:nvSpPr>
        <p:spPr>
          <a:xfrm>
            <a:off x="7618975" y="904706"/>
            <a:ext cx="4360334" cy="1938992"/>
          </a:xfrm>
          <a:prstGeom prst="rect">
            <a:avLst/>
          </a:prstGeom>
          <a:noFill/>
        </p:spPr>
        <p:txBody>
          <a:bodyPr wrap="square" rtlCol="1">
            <a:spAutoFit/>
          </a:bodyPr>
          <a:lstStyle/>
          <a:p>
            <a:pPr algn="just" defTabSz="914400" rtl="1"/>
            <a:r>
              <a:rPr lang="ar-SA" sz="2000" b="1" dirty="0">
                <a:solidFill>
                  <a:srgbClr val="376B60"/>
                </a:solidFill>
                <a:latin typeface="AlSharkTitle" panose="020B0800040000020004" pitchFamily="34" charset="-78"/>
                <a:ea typeface="AlSharkTitle" panose="020B0800040000020004" pitchFamily="34" charset="-78"/>
                <a:cs typeface="AlSharkTitle" panose="020B0800040000020004" pitchFamily="34" charset="-78"/>
              </a:rPr>
              <a:t>حوالى </a:t>
            </a:r>
            <a:r>
              <a:rPr lang="en-US" sz="2000" b="1" dirty="0">
                <a:solidFill>
                  <a:srgbClr val="376B60"/>
                </a:solidFill>
                <a:ea typeface="AlSharkTitle" panose="020B0800040000020004" pitchFamily="34" charset="-78"/>
                <a:cs typeface="AlSharkTitle" panose="020B0800040000020004" pitchFamily="34" charset="-78"/>
              </a:rPr>
              <a:t>26</a:t>
            </a:r>
            <a:r>
              <a:rPr lang="ar-SA" sz="2000" b="1" dirty="0">
                <a:solidFill>
                  <a:srgbClr val="376B60"/>
                </a:solidFill>
                <a:latin typeface="AlSharkTitle" panose="020B0800040000020004" pitchFamily="34" charset="-78"/>
                <a:ea typeface="AlSharkTitle" panose="020B0800040000020004" pitchFamily="34" charset="-78"/>
                <a:cs typeface="AlSharkTitle" panose="020B0800040000020004" pitchFamily="34" charset="-78"/>
              </a:rPr>
              <a:t> </a:t>
            </a:r>
            <a:r>
              <a:rPr lang="ar-EG" sz="2000" b="1" dirty="0">
                <a:solidFill>
                  <a:srgbClr val="376B60"/>
                </a:solidFill>
                <a:latin typeface="AlSharkTitle" panose="020B0800040000020004" pitchFamily="34" charset="-78"/>
                <a:ea typeface="AlSharkTitle" panose="020B0800040000020004" pitchFamily="34" charset="-78"/>
                <a:cs typeface="AlSharkTitle" panose="020B0800040000020004" pitchFamily="34" charset="-78"/>
              </a:rPr>
              <a:t>ألف </a:t>
            </a:r>
            <a:r>
              <a:rPr lang="ar-SA" sz="2000" b="1" dirty="0">
                <a:solidFill>
                  <a:srgbClr val="376B60"/>
                </a:solidFill>
                <a:latin typeface="AlSharkTitle" panose="020B0800040000020004" pitchFamily="34" charset="-78"/>
                <a:ea typeface="AlSharkTitle" panose="020B0800040000020004" pitchFamily="34" charset="-78"/>
                <a:cs typeface="AlSharkTitle" panose="020B0800040000020004" pitchFamily="34" charset="-78"/>
              </a:rPr>
              <a:t>كم</a:t>
            </a:r>
            <a:r>
              <a:rPr lang="en-US" sz="2000" b="1" baseline="30000" dirty="0">
                <a:solidFill>
                  <a:srgbClr val="376B60"/>
                </a:solidFill>
                <a:ea typeface="AlSharkTitle" panose="020B0800040000020004" pitchFamily="34" charset="-78"/>
                <a:cs typeface="AlSharkTitle" panose="020B0800040000020004" pitchFamily="34" charset="-78"/>
              </a:rPr>
              <a:t>2</a:t>
            </a:r>
            <a:r>
              <a:rPr lang="ar-SA" sz="2000" b="1" dirty="0">
                <a:solidFill>
                  <a:srgbClr val="376B60"/>
                </a:solidFill>
                <a:latin typeface="AlSharkTitle" panose="020B0800040000020004" pitchFamily="34" charset="-78"/>
                <a:ea typeface="AlSharkTitle" panose="020B0800040000020004" pitchFamily="34" charset="-78"/>
                <a:cs typeface="AlSharkTitle" panose="020B0800040000020004" pitchFamily="34" charset="-78"/>
              </a:rPr>
              <a:t> </a:t>
            </a:r>
            <a:endParaRPr lang="ar-EG" sz="2000" b="1" dirty="0">
              <a:solidFill>
                <a:srgbClr val="376B60"/>
              </a:solidFill>
              <a:latin typeface="AlSharkTitle" panose="020B0800040000020004" pitchFamily="34" charset="-78"/>
              <a:ea typeface="AlSharkTitle" panose="020B0800040000020004" pitchFamily="34" charset="-78"/>
              <a:cs typeface="AlSharkTitle" panose="020B0800040000020004" pitchFamily="34" charset="-78"/>
            </a:endParaRPr>
          </a:p>
          <a:p>
            <a:pPr algn="just" defTabSz="914400" rtl="1"/>
            <a:r>
              <a:rPr lang="ar-EG" sz="2000" b="1" dirty="0">
                <a:solidFill>
                  <a:srgbClr val="376B60"/>
                </a:solidFill>
                <a:latin typeface="AlSharkTitle" panose="020B0800040000020004" pitchFamily="34" charset="-78"/>
                <a:ea typeface="AlSharkTitle" panose="020B0800040000020004" pitchFamily="34" charset="-78"/>
                <a:cs typeface="AlSharkTitle" panose="020B0800040000020004" pitchFamily="34" charset="-78"/>
              </a:rPr>
              <a:t>وتمثل </a:t>
            </a:r>
            <a:r>
              <a:rPr lang="en-US" sz="2000" b="1" dirty="0">
                <a:solidFill>
                  <a:srgbClr val="376B60"/>
                </a:solidFill>
                <a:ea typeface="AlSharkTitle" panose="020B0800040000020004" pitchFamily="34" charset="-78"/>
                <a:cs typeface="AlSharkTitle" panose="020B0800040000020004" pitchFamily="34" charset="-78"/>
              </a:rPr>
              <a:t>2.6</a:t>
            </a:r>
            <a:r>
              <a:rPr lang="ar-EG" sz="2000" b="1" dirty="0">
                <a:solidFill>
                  <a:srgbClr val="376B60"/>
                </a:solidFill>
                <a:ea typeface="AlSharkTitle" panose="020B0800040000020004" pitchFamily="34" charset="-78"/>
                <a:cs typeface="AlSharkTitle" panose="020B0800040000020004" pitchFamily="34" charset="-78"/>
              </a:rPr>
              <a:t> </a:t>
            </a:r>
            <a:r>
              <a:rPr lang="ar-EG" sz="2000" b="1" dirty="0">
                <a:solidFill>
                  <a:srgbClr val="376B60"/>
                </a:solidFill>
                <a:latin typeface="AlSharkTitle" panose="020B0800040000020004" pitchFamily="34" charset="-78"/>
                <a:ea typeface="AlSharkTitle" panose="020B0800040000020004" pitchFamily="34" charset="-78"/>
                <a:cs typeface="AlSharkTitle" panose="020B0800040000020004" pitchFamily="34" charset="-78"/>
              </a:rPr>
              <a:t>% من مساحة مصر</a:t>
            </a:r>
          </a:p>
          <a:p>
            <a:pPr algn="just" defTabSz="914400" rtl="1"/>
            <a:r>
              <a:rPr lang="ar-EG" sz="2000" b="1" dirty="0">
                <a:solidFill>
                  <a:srgbClr val="376B60"/>
                </a:solidFill>
                <a:cs typeface="AlSharkTitle" panose="020B0800040000020004" pitchFamily="34" charset="-78"/>
              </a:rPr>
              <a:t>عدد السكان :    1146384 نسمة</a:t>
            </a:r>
          </a:p>
          <a:p>
            <a:pPr algn="just" defTabSz="914400" rtl="1"/>
            <a:r>
              <a:rPr lang="ar-SA" sz="2000" b="1" dirty="0">
                <a:solidFill>
                  <a:srgbClr val="376B60"/>
                </a:solidFill>
                <a:cs typeface="AlSharkTitle" panose="020B0800040000020004" pitchFamily="34" charset="-78"/>
              </a:rPr>
              <a:t>نسبة سكان الريف:</a:t>
            </a:r>
            <a:r>
              <a:rPr lang="ar-EG" sz="2000" b="1" dirty="0">
                <a:solidFill>
                  <a:srgbClr val="376B60"/>
                </a:solidFill>
                <a:cs typeface="AlSharkTitle" panose="020B0800040000020004" pitchFamily="34" charset="-78"/>
              </a:rPr>
              <a:t>   </a:t>
            </a:r>
            <a:r>
              <a:rPr lang="ar-SA" sz="2000" b="1" dirty="0">
                <a:solidFill>
                  <a:srgbClr val="376B60"/>
                </a:solidFill>
                <a:cs typeface="AlSharkTitle" panose="020B0800040000020004" pitchFamily="34" charset="-78"/>
              </a:rPr>
              <a:t> </a:t>
            </a:r>
            <a:r>
              <a:rPr lang="ar-EG" sz="2000" b="1" dirty="0">
                <a:solidFill>
                  <a:srgbClr val="376B60"/>
                </a:solidFill>
                <a:cs typeface="AlSharkTitle" panose="020B0800040000020004" pitchFamily="34" charset="-78"/>
              </a:rPr>
              <a:t>   71.8 </a:t>
            </a:r>
            <a:r>
              <a:rPr lang="ar-SA" sz="2000" b="1" dirty="0">
                <a:solidFill>
                  <a:srgbClr val="376B60"/>
                </a:solidFill>
                <a:cs typeface="AlSharkTitle" panose="020B0800040000020004" pitchFamily="34" charset="-78"/>
              </a:rPr>
              <a:t>%</a:t>
            </a:r>
            <a:r>
              <a:rPr lang="ar-EG" sz="2000" b="1" dirty="0">
                <a:solidFill>
                  <a:srgbClr val="376B60"/>
                </a:solidFill>
                <a:cs typeface="AlSharkTitle" panose="020B0800040000020004" pitchFamily="34" charset="-78"/>
              </a:rPr>
              <a:t>  </a:t>
            </a:r>
          </a:p>
          <a:p>
            <a:pPr algn="just" defTabSz="914400" rtl="1"/>
            <a:r>
              <a:rPr lang="ar-SA" sz="2000" b="1" dirty="0">
                <a:solidFill>
                  <a:srgbClr val="376B60"/>
                </a:solidFill>
                <a:cs typeface="AlSharkTitle" panose="020B0800040000020004" pitchFamily="34" charset="-78"/>
              </a:rPr>
              <a:t>نسبة سكان </a:t>
            </a:r>
            <a:r>
              <a:rPr lang="ar-EG" sz="2000" b="1" dirty="0">
                <a:solidFill>
                  <a:srgbClr val="376B60"/>
                </a:solidFill>
                <a:cs typeface="AlSharkTitle" panose="020B0800040000020004" pitchFamily="34" charset="-78"/>
              </a:rPr>
              <a:t>المدن:</a:t>
            </a:r>
            <a:r>
              <a:rPr lang="ar-SA" sz="2000" b="1" dirty="0">
                <a:solidFill>
                  <a:srgbClr val="376B60"/>
                </a:solidFill>
                <a:cs typeface="AlSharkTitle" panose="020B0800040000020004" pitchFamily="34" charset="-78"/>
              </a:rPr>
              <a:t> </a:t>
            </a:r>
            <a:r>
              <a:rPr lang="ar-EG" sz="2000" b="1" dirty="0">
                <a:solidFill>
                  <a:srgbClr val="376B60"/>
                </a:solidFill>
                <a:cs typeface="AlSharkTitle" panose="020B0800040000020004" pitchFamily="34" charset="-78"/>
              </a:rPr>
              <a:t>   28.2    </a:t>
            </a:r>
            <a:r>
              <a:rPr lang="ar-SA" sz="2000" b="1" dirty="0">
                <a:solidFill>
                  <a:srgbClr val="376B60"/>
                </a:solidFill>
                <a:cs typeface="AlSharkTitle" panose="020B0800040000020004" pitchFamily="34" charset="-78"/>
              </a:rPr>
              <a:t>%</a:t>
            </a:r>
            <a:endParaRPr lang="ar-EG" sz="2000" b="1" dirty="0">
              <a:solidFill>
                <a:srgbClr val="376B60"/>
              </a:solidFill>
              <a:cs typeface="AlSharkTitle" panose="020B0800040000020004" pitchFamily="34" charset="-78"/>
            </a:endParaRPr>
          </a:p>
          <a:p>
            <a:pPr algn="just" defTabSz="914400" rtl="1"/>
            <a:r>
              <a:rPr lang="ar-EG" sz="2000" b="1" dirty="0">
                <a:solidFill>
                  <a:srgbClr val="376B60"/>
                </a:solidFill>
                <a:cs typeface="AlSharkTitle" panose="020B0800040000020004" pitchFamily="34" charset="-78"/>
              </a:rPr>
              <a:t>إجمالى المياه المنتجة : 768562 م</a:t>
            </a:r>
            <a:r>
              <a:rPr lang="ar-EG" sz="2000" b="1" baseline="30000" dirty="0">
                <a:solidFill>
                  <a:srgbClr val="376B60"/>
                </a:solidFill>
                <a:cs typeface="AlSharkTitle" panose="020B0800040000020004" pitchFamily="34" charset="-78"/>
              </a:rPr>
              <a:t>3</a:t>
            </a:r>
            <a:r>
              <a:rPr lang="ar-EG" sz="2000" b="1" dirty="0">
                <a:solidFill>
                  <a:srgbClr val="376B60"/>
                </a:solidFill>
                <a:cs typeface="AlSharkTitle" panose="020B0800040000020004" pitchFamily="34" charset="-78"/>
              </a:rPr>
              <a:t>/يوم</a:t>
            </a:r>
            <a:endParaRPr lang="ar-SA" sz="2000" b="1" dirty="0">
              <a:solidFill>
                <a:srgbClr val="376B60"/>
              </a:solidFill>
              <a:cs typeface="AlSharkTitle" panose="020B0800040000020004" pitchFamily="34" charset="-78"/>
            </a:endParaRPr>
          </a:p>
        </p:txBody>
      </p:sp>
      <p:sp>
        <p:nvSpPr>
          <p:cNvPr id="3" name="Rounded Rectangle 25">
            <a:extLst>
              <a:ext uri="{FF2B5EF4-FFF2-40B4-BE49-F238E27FC236}">
                <a16:creationId xmlns:a16="http://schemas.microsoft.com/office/drawing/2014/main" id="{29329825-F3D5-FF9C-FFCB-6679236A5332}"/>
              </a:ext>
            </a:extLst>
          </p:cNvPr>
          <p:cNvSpPr/>
          <p:nvPr/>
        </p:nvSpPr>
        <p:spPr>
          <a:xfrm>
            <a:off x="7550413" y="2949827"/>
            <a:ext cx="3445538" cy="568036"/>
          </a:xfrm>
          <a:prstGeom prst="roundRect">
            <a:avLst/>
          </a:prstGeom>
          <a:noFill/>
          <a:ln w="12700" cap="flat" cmpd="sng" algn="ctr">
            <a:noFill/>
            <a:prstDash val="solid"/>
            <a:miter lim="800000"/>
          </a:ln>
          <a:effectLst/>
        </p:spPr>
        <p:txBody>
          <a:bodyPr rtlCol="1" anchor="ctr"/>
          <a:lstStyle/>
          <a:p>
            <a:pPr algn="r" defTabSz="914400" rtl="1">
              <a:defRPr/>
            </a:pPr>
            <a:r>
              <a:rPr lang="ar-EG" sz="2400" b="1" u="sng" kern="0" dirty="0">
                <a:solidFill>
                  <a:srgbClr val="C00000"/>
                </a:solidFill>
                <a:ea typeface="宋体"/>
              </a:rPr>
              <a:t>التقسيم الإداري لمحافظة أسيوط</a:t>
            </a:r>
          </a:p>
        </p:txBody>
      </p:sp>
      <p:graphicFrame>
        <p:nvGraphicFramePr>
          <p:cNvPr id="4" name="Diagram 3">
            <a:extLst>
              <a:ext uri="{FF2B5EF4-FFF2-40B4-BE49-F238E27FC236}">
                <a16:creationId xmlns:a16="http://schemas.microsoft.com/office/drawing/2014/main" id="{DA4E9EA8-C87A-A863-A996-369700B2FCDE}"/>
              </a:ext>
            </a:extLst>
          </p:cNvPr>
          <p:cNvGraphicFramePr/>
          <p:nvPr>
            <p:extLst>
              <p:ext uri="{D42A27DB-BD31-4B8C-83A1-F6EECF244321}">
                <p14:modId xmlns:p14="http://schemas.microsoft.com/office/powerpoint/2010/main" val="2364130534"/>
              </p:ext>
            </p:extLst>
          </p:nvPr>
        </p:nvGraphicFramePr>
        <p:xfrm>
          <a:off x="6567055" y="3591680"/>
          <a:ext cx="5412254" cy="30920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Content Placeholder 23" descr="تقسيم ادارى  copy.png">
            <a:extLst>
              <a:ext uri="{FF2B5EF4-FFF2-40B4-BE49-F238E27FC236}">
                <a16:creationId xmlns:a16="http://schemas.microsoft.com/office/drawing/2014/main" id="{15E3D14D-7BA9-7BD6-2D07-E95A1634FEC5}"/>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a:xfrm>
            <a:off x="174490" y="134386"/>
            <a:ext cx="5547120" cy="6453026"/>
          </a:xfrm>
          <a:prstGeom prst="rect">
            <a:avLst/>
          </a:prstGeom>
          <a:ln>
            <a:noFill/>
          </a:ln>
          <a:effectLst>
            <a:outerShdw blurRad="190500" algn="tl" rotWithShape="0">
              <a:srgbClr val="000000">
                <a:alpha val="70000"/>
              </a:srgbClr>
            </a:outerShdw>
          </a:effectLst>
        </p:spPr>
      </p:pic>
      <p:sp>
        <p:nvSpPr>
          <p:cNvPr id="6" name="TextBox 5">
            <a:extLst>
              <a:ext uri="{FF2B5EF4-FFF2-40B4-BE49-F238E27FC236}">
                <a16:creationId xmlns:a16="http://schemas.microsoft.com/office/drawing/2014/main" id="{8FEF2698-AE26-FE73-34BB-3678D1E6236E}"/>
              </a:ext>
            </a:extLst>
          </p:cNvPr>
          <p:cNvSpPr txBox="1"/>
          <p:nvPr/>
        </p:nvSpPr>
        <p:spPr>
          <a:xfrm>
            <a:off x="174491" y="174308"/>
            <a:ext cx="11804818" cy="891734"/>
          </a:xfrm>
          <a:prstGeom prst="rect">
            <a:avLst/>
          </a:prstGeom>
        </p:spPr>
        <p:txBody>
          <a:bodyPr vert="horz" lIns="91440" tIns="45720" rIns="91440" bIns="45720" rtlCol="0" anchor="ctr">
            <a:normAutofit/>
          </a:bodyPr>
          <a:lstStyle>
            <a:lvl1pPr algn="ctr">
              <a:lnSpc>
                <a:spcPct val="90000"/>
              </a:lnSpc>
              <a:spcBef>
                <a:spcPct val="0"/>
              </a:spcBef>
              <a:buNone/>
              <a:defRPr sz="4400">
                <a:solidFill>
                  <a:schemeClr val="bg1"/>
                </a:solidFill>
                <a:latin typeface="AlSharkTitle" panose="020B0800040000020004" pitchFamily="34" charset="-78"/>
                <a:ea typeface="AlSharkTitle" panose="020B0800040000020004" pitchFamily="34" charset="-78"/>
                <a:cs typeface="AF_Taif Normal" pitchFamily="2" charset="-78"/>
              </a:defRPr>
            </a:lvl1pPr>
          </a:lstStyle>
          <a:p>
            <a:pPr defTabSz="914400"/>
            <a:r>
              <a:rPr lang="ar-EG" sz="3200" b="1" dirty="0">
                <a:solidFill>
                  <a:srgbClr val="C00000"/>
                </a:solidFill>
                <a:cs typeface="Al-Mothnna" pitchFamily="2" charset="-78"/>
              </a:rPr>
              <a:t>وصف عام لمحافظة أسيوط</a:t>
            </a:r>
            <a:endParaRPr lang="en-US" sz="3200" b="1" dirty="0">
              <a:solidFill>
                <a:srgbClr val="C00000"/>
              </a:solidFill>
              <a:cs typeface="Al-Mothnna" pitchFamily="2" charset="-78"/>
            </a:endParaRPr>
          </a:p>
        </p:txBody>
      </p:sp>
    </p:spTree>
    <p:extLst>
      <p:ext uri="{BB962C8B-B14F-4D97-AF65-F5344CB8AC3E}">
        <p14:creationId xmlns:p14="http://schemas.microsoft.com/office/powerpoint/2010/main" val="1114437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A54FA7-C208-AA07-297D-B406252BA40D}"/>
              </a:ext>
            </a:extLst>
          </p:cNvPr>
          <p:cNvSpPr txBox="1"/>
          <p:nvPr/>
        </p:nvSpPr>
        <p:spPr>
          <a:xfrm>
            <a:off x="7618975" y="904706"/>
            <a:ext cx="4360334" cy="1938992"/>
          </a:xfrm>
          <a:prstGeom prst="rect">
            <a:avLst/>
          </a:prstGeom>
          <a:noFill/>
        </p:spPr>
        <p:txBody>
          <a:bodyPr wrap="square" rtlCol="1">
            <a:spAutoFit/>
          </a:bodyPr>
          <a:lstStyle/>
          <a:p>
            <a:pPr algn="just" defTabSz="914400" rtl="1"/>
            <a:r>
              <a:rPr lang="ar-SA" sz="2000" b="1" dirty="0">
                <a:solidFill>
                  <a:srgbClr val="376B60"/>
                </a:solidFill>
                <a:latin typeface="AlSharkTitle" panose="020B0800040000020004" pitchFamily="34" charset="-78"/>
                <a:ea typeface="AlSharkTitle" panose="020B0800040000020004" pitchFamily="34" charset="-78"/>
                <a:cs typeface="AlSharkTitle" panose="020B0800040000020004" pitchFamily="34" charset="-78"/>
              </a:rPr>
              <a:t>حوالى </a:t>
            </a:r>
            <a:r>
              <a:rPr lang="ar-EG" sz="2000" b="1" dirty="0">
                <a:solidFill>
                  <a:srgbClr val="376B60"/>
                </a:solidFill>
                <a:ea typeface="AlSharkTitle" panose="020B0800040000020004" pitchFamily="34" charset="-78"/>
                <a:cs typeface="AlSharkTitle" panose="020B0800040000020004" pitchFamily="34" charset="-78"/>
              </a:rPr>
              <a:t>440</a:t>
            </a:r>
            <a:r>
              <a:rPr lang="ar-SA" sz="2000" b="1" dirty="0">
                <a:solidFill>
                  <a:srgbClr val="376B60"/>
                </a:solidFill>
                <a:latin typeface="AlSharkTitle" panose="020B0800040000020004" pitchFamily="34" charset="-78"/>
                <a:ea typeface="AlSharkTitle" panose="020B0800040000020004" pitchFamily="34" charset="-78"/>
                <a:cs typeface="AlSharkTitle" panose="020B0800040000020004" pitchFamily="34" charset="-78"/>
              </a:rPr>
              <a:t> </a:t>
            </a:r>
            <a:r>
              <a:rPr lang="ar-EG" sz="2000" b="1" dirty="0">
                <a:solidFill>
                  <a:srgbClr val="376B60"/>
                </a:solidFill>
                <a:latin typeface="AlSharkTitle" panose="020B0800040000020004" pitchFamily="34" charset="-78"/>
                <a:ea typeface="AlSharkTitle" panose="020B0800040000020004" pitchFamily="34" charset="-78"/>
                <a:cs typeface="AlSharkTitle" panose="020B0800040000020004" pitchFamily="34" charset="-78"/>
              </a:rPr>
              <a:t>ألف </a:t>
            </a:r>
            <a:r>
              <a:rPr lang="ar-SA" sz="2000" b="1" dirty="0">
                <a:solidFill>
                  <a:srgbClr val="376B60"/>
                </a:solidFill>
                <a:latin typeface="AlSharkTitle" panose="020B0800040000020004" pitchFamily="34" charset="-78"/>
                <a:ea typeface="AlSharkTitle" panose="020B0800040000020004" pitchFamily="34" charset="-78"/>
                <a:cs typeface="AlSharkTitle" panose="020B0800040000020004" pitchFamily="34" charset="-78"/>
              </a:rPr>
              <a:t>كم</a:t>
            </a:r>
            <a:r>
              <a:rPr lang="en-US" sz="2000" b="1" baseline="30000" dirty="0">
                <a:solidFill>
                  <a:srgbClr val="376B60"/>
                </a:solidFill>
                <a:ea typeface="AlSharkTitle" panose="020B0800040000020004" pitchFamily="34" charset="-78"/>
                <a:cs typeface="AlSharkTitle" panose="020B0800040000020004" pitchFamily="34" charset="-78"/>
              </a:rPr>
              <a:t>2</a:t>
            </a:r>
            <a:r>
              <a:rPr lang="ar-SA" sz="2000" b="1" dirty="0">
                <a:solidFill>
                  <a:srgbClr val="376B60"/>
                </a:solidFill>
                <a:latin typeface="AlSharkTitle" panose="020B0800040000020004" pitchFamily="34" charset="-78"/>
                <a:ea typeface="AlSharkTitle" panose="020B0800040000020004" pitchFamily="34" charset="-78"/>
                <a:cs typeface="AlSharkTitle" panose="020B0800040000020004" pitchFamily="34" charset="-78"/>
              </a:rPr>
              <a:t> </a:t>
            </a:r>
            <a:endParaRPr lang="ar-EG" sz="2000" b="1" dirty="0">
              <a:solidFill>
                <a:srgbClr val="376B60"/>
              </a:solidFill>
              <a:latin typeface="AlSharkTitle" panose="020B0800040000020004" pitchFamily="34" charset="-78"/>
              <a:ea typeface="AlSharkTitle" panose="020B0800040000020004" pitchFamily="34" charset="-78"/>
              <a:cs typeface="AlSharkTitle" panose="020B0800040000020004" pitchFamily="34" charset="-78"/>
            </a:endParaRPr>
          </a:p>
          <a:p>
            <a:pPr algn="just" defTabSz="914400" rtl="1"/>
            <a:r>
              <a:rPr lang="ar-EG" sz="2000" b="1" dirty="0">
                <a:solidFill>
                  <a:srgbClr val="376B60"/>
                </a:solidFill>
                <a:latin typeface="AlSharkTitle" panose="020B0800040000020004" pitchFamily="34" charset="-78"/>
                <a:ea typeface="AlSharkTitle" panose="020B0800040000020004" pitchFamily="34" charset="-78"/>
                <a:cs typeface="AlSharkTitle" panose="020B0800040000020004" pitchFamily="34" charset="-78"/>
              </a:rPr>
              <a:t>وتمثل </a:t>
            </a:r>
            <a:r>
              <a:rPr lang="ar-EG" sz="2000" b="1" dirty="0">
                <a:solidFill>
                  <a:srgbClr val="376B60"/>
                </a:solidFill>
                <a:ea typeface="AlSharkTitle" panose="020B0800040000020004" pitchFamily="34" charset="-78"/>
                <a:cs typeface="AlSharkTitle" panose="020B0800040000020004" pitchFamily="34" charset="-78"/>
              </a:rPr>
              <a:t>44 </a:t>
            </a:r>
            <a:r>
              <a:rPr lang="ar-EG" sz="2000" b="1" dirty="0">
                <a:solidFill>
                  <a:srgbClr val="376B60"/>
                </a:solidFill>
                <a:latin typeface="AlSharkTitle" panose="020B0800040000020004" pitchFamily="34" charset="-78"/>
                <a:ea typeface="AlSharkTitle" panose="020B0800040000020004" pitchFamily="34" charset="-78"/>
                <a:cs typeface="AlSharkTitle" panose="020B0800040000020004" pitchFamily="34" charset="-78"/>
              </a:rPr>
              <a:t>% من مساحة مصر</a:t>
            </a:r>
          </a:p>
          <a:p>
            <a:pPr algn="just" defTabSz="914400" rtl="1"/>
            <a:r>
              <a:rPr lang="ar-EG" sz="2000" b="1" dirty="0">
                <a:solidFill>
                  <a:srgbClr val="376B60"/>
                </a:solidFill>
                <a:cs typeface="AlSharkTitle" panose="020B0800040000020004" pitchFamily="34" charset="-78"/>
              </a:rPr>
              <a:t>عدد السكان :    274000 نسمة</a:t>
            </a:r>
          </a:p>
          <a:p>
            <a:pPr algn="just" defTabSz="914400" rtl="1"/>
            <a:r>
              <a:rPr lang="ar-SA" sz="2000" b="1" dirty="0">
                <a:solidFill>
                  <a:srgbClr val="376B60"/>
                </a:solidFill>
                <a:cs typeface="AlSharkTitle" panose="020B0800040000020004" pitchFamily="34" charset="-78"/>
              </a:rPr>
              <a:t>نسبة سكان الريف:</a:t>
            </a:r>
            <a:r>
              <a:rPr lang="ar-EG" sz="2000" b="1" dirty="0">
                <a:solidFill>
                  <a:srgbClr val="376B60"/>
                </a:solidFill>
                <a:cs typeface="AlSharkTitle" panose="020B0800040000020004" pitchFamily="34" charset="-78"/>
              </a:rPr>
              <a:t>   </a:t>
            </a:r>
            <a:r>
              <a:rPr lang="ar-SA" sz="2000" b="1" dirty="0">
                <a:solidFill>
                  <a:srgbClr val="376B60"/>
                </a:solidFill>
                <a:cs typeface="AlSharkTitle" panose="020B0800040000020004" pitchFamily="34" charset="-78"/>
              </a:rPr>
              <a:t> </a:t>
            </a:r>
            <a:r>
              <a:rPr lang="ar-EG" sz="2000" b="1" dirty="0">
                <a:solidFill>
                  <a:srgbClr val="376B60"/>
                </a:solidFill>
                <a:cs typeface="AlSharkTitle" panose="020B0800040000020004" pitchFamily="34" charset="-78"/>
              </a:rPr>
              <a:t>   54 </a:t>
            </a:r>
            <a:r>
              <a:rPr lang="ar-SA" sz="2000" b="1" dirty="0">
                <a:solidFill>
                  <a:srgbClr val="376B60"/>
                </a:solidFill>
                <a:cs typeface="AlSharkTitle" panose="020B0800040000020004" pitchFamily="34" charset="-78"/>
              </a:rPr>
              <a:t>%</a:t>
            </a:r>
            <a:r>
              <a:rPr lang="ar-EG" sz="2000" b="1" dirty="0">
                <a:solidFill>
                  <a:srgbClr val="376B60"/>
                </a:solidFill>
                <a:cs typeface="AlSharkTitle" panose="020B0800040000020004" pitchFamily="34" charset="-78"/>
              </a:rPr>
              <a:t>  </a:t>
            </a:r>
          </a:p>
          <a:p>
            <a:pPr algn="just" defTabSz="914400" rtl="1"/>
            <a:r>
              <a:rPr lang="ar-SA" sz="2000" b="1" dirty="0">
                <a:solidFill>
                  <a:srgbClr val="376B60"/>
                </a:solidFill>
                <a:cs typeface="AlSharkTitle" panose="020B0800040000020004" pitchFamily="34" charset="-78"/>
              </a:rPr>
              <a:t>نسبة سكان </a:t>
            </a:r>
            <a:r>
              <a:rPr lang="ar-EG" sz="2000" b="1" dirty="0">
                <a:solidFill>
                  <a:srgbClr val="376B60"/>
                </a:solidFill>
                <a:cs typeface="AlSharkTitle" panose="020B0800040000020004" pitchFamily="34" charset="-78"/>
              </a:rPr>
              <a:t>المدن:</a:t>
            </a:r>
            <a:r>
              <a:rPr lang="ar-SA" sz="2000" b="1" dirty="0">
                <a:solidFill>
                  <a:srgbClr val="376B60"/>
                </a:solidFill>
                <a:cs typeface="AlSharkTitle" panose="020B0800040000020004" pitchFamily="34" charset="-78"/>
              </a:rPr>
              <a:t> </a:t>
            </a:r>
            <a:r>
              <a:rPr lang="ar-EG" sz="2000" b="1" dirty="0">
                <a:solidFill>
                  <a:srgbClr val="376B60"/>
                </a:solidFill>
                <a:cs typeface="AlSharkTitle" panose="020B0800040000020004" pitchFamily="34" charset="-78"/>
              </a:rPr>
              <a:t>   46    </a:t>
            </a:r>
            <a:r>
              <a:rPr lang="ar-SA" sz="2000" b="1" dirty="0">
                <a:solidFill>
                  <a:srgbClr val="376B60"/>
                </a:solidFill>
                <a:cs typeface="AlSharkTitle" panose="020B0800040000020004" pitchFamily="34" charset="-78"/>
              </a:rPr>
              <a:t>%</a:t>
            </a:r>
            <a:endParaRPr lang="ar-EG" sz="2000" b="1" dirty="0">
              <a:solidFill>
                <a:srgbClr val="376B60"/>
              </a:solidFill>
              <a:cs typeface="AlSharkTitle" panose="020B0800040000020004" pitchFamily="34" charset="-78"/>
            </a:endParaRPr>
          </a:p>
          <a:p>
            <a:pPr algn="just" defTabSz="914400" rtl="1"/>
            <a:r>
              <a:rPr lang="ar-EG" sz="2000" b="1" dirty="0">
                <a:solidFill>
                  <a:srgbClr val="376B60"/>
                </a:solidFill>
                <a:cs typeface="AlSharkTitle" panose="020B0800040000020004" pitchFamily="34" charset="-78"/>
              </a:rPr>
              <a:t>إجمالى المياه المنتجة : 256905 م</a:t>
            </a:r>
            <a:r>
              <a:rPr lang="ar-EG" sz="2000" b="1" baseline="30000" dirty="0">
                <a:solidFill>
                  <a:srgbClr val="376B60"/>
                </a:solidFill>
                <a:cs typeface="AlSharkTitle" panose="020B0800040000020004" pitchFamily="34" charset="-78"/>
              </a:rPr>
              <a:t>3</a:t>
            </a:r>
            <a:r>
              <a:rPr lang="ar-EG" sz="2000" b="1" dirty="0">
                <a:solidFill>
                  <a:srgbClr val="376B60"/>
                </a:solidFill>
                <a:cs typeface="AlSharkTitle" panose="020B0800040000020004" pitchFamily="34" charset="-78"/>
              </a:rPr>
              <a:t>/يوم</a:t>
            </a:r>
            <a:endParaRPr lang="ar-SA" sz="2000" b="1" dirty="0">
              <a:solidFill>
                <a:srgbClr val="376B60"/>
              </a:solidFill>
              <a:cs typeface="AlSharkTitle" panose="020B0800040000020004" pitchFamily="34" charset="-78"/>
            </a:endParaRPr>
          </a:p>
        </p:txBody>
      </p:sp>
      <p:sp>
        <p:nvSpPr>
          <p:cNvPr id="3" name="Rounded Rectangle 25">
            <a:extLst>
              <a:ext uri="{FF2B5EF4-FFF2-40B4-BE49-F238E27FC236}">
                <a16:creationId xmlns:a16="http://schemas.microsoft.com/office/drawing/2014/main" id="{29329825-F3D5-FF9C-FFCB-6679236A5332}"/>
              </a:ext>
            </a:extLst>
          </p:cNvPr>
          <p:cNvSpPr/>
          <p:nvPr/>
        </p:nvSpPr>
        <p:spPr>
          <a:xfrm>
            <a:off x="7398608" y="2860964"/>
            <a:ext cx="4143889" cy="568036"/>
          </a:xfrm>
          <a:prstGeom prst="roundRect">
            <a:avLst/>
          </a:prstGeom>
          <a:noFill/>
          <a:ln w="12700" cap="flat" cmpd="sng" algn="ctr">
            <a:noFill/>
            <a:prstDash val="solid"/>
            <a:miter lim="800000"/>
          </a:ln>
          <a:effectLst/>
        </p:spPr>
        <p:txBody>
          <a:bodyPr rtlCol="1" anchor="ctr"/>
          <a:lstStyle/>
          <a:p>
            <a:pPr algn="r" defTabSz="914400" rtl="1">
              <a:defRPr/>
            </a:pPr>
            <a:r>
              <a:rPr lang="ar-EG" sz="2400" b="1" u="sng" kern="0" dirty="0">
                <a:solidFill>
                  <a:srgbClr val="C00000"/>
                </a:solidFill>
                <a:ea typeface="宋体"/>
              </a:rPr>
              <a:t>التقسيم الإداري لمحافظة الوادى الجديد</a:t>
            </a:r>
          </a:p>
        </p:txBody>
      </p:sp>
      <p:graphicFrame>
        <p:nvGraphicFramePr>
          <p:cNvPr id="4" name="Diagram 3">
            <a:extLst>
              <a:ext uri="{FF2B5EF4-FFF2-40B4-BE49-F238E27FC236}">
                <a16:creationId xmlns:a16="http://schemas.microsoft.com/office/drawing/2014/main" id="{DA4E9EA8-C87A-A863-A996-369700B2FCDE}"/>
              </a:ext>
            </a:extLst>
          </p:cNvPr>
          <p:cNvGraphicFramePr/>
          <p:nvPr>
            <p:extLst>
              <p:ext uri="{D42A27DB-BD31-4B8C-83A1-F6EECF244321}">
                <p14:modId xmlns:p14="http://schemas.microsoft.com/office/powerpoint/2010/main" val="1548864905"/>
              </p:ext>
            </p:extLst>
          </p:nvPr>
        </p:nvGraphicFramePr>
        <p:xfrm>
          <a:off x="6567055" y="3591680"/>
          <a:ext cx="5412254" cy="30920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8FEF2698-AE26-FE73-34BB-3678D1E6236E}"/>
              </a:ext>
            </a:extLst>
          </p:cNvPr>
          <p:cNvSpPr txBox="1"/>
          <p:nvPr/>
        </p:nvSpPr>
        <p:spPr>
          <a:xfrm>
            <a:off x="174491" y="174308"/>
            <a:ext cx="11804818" cy="891734"/>
          </a:xfrm>
          <a:prstGeom prst="rect">
            <a:avLst/>
          </a:prstGeom>
        </p:spPr>
        <p:txBody>
          <a:bodyPr vert="horz" lIns="91440" tIns="45720" rIns="91440" bIns="45720" rtlCol="0" anchor="ctr">
            <a:normAutofit/>
          </a:bodyPr>
          <a:lstStyle>
            <a:lvl1pPr algn="ctr">
              <a:lnSpc>
                <a:spcPct val="90000"/>
              </a:lnSpc>
              <a:spcBef>
                <a:spcPct val="0"/>
              </a:spcBef>
              <a:buNone/>
              <a:defRPr sz="4400">
                <a:solidFill>
                  <a:schemeClr val="bg1"/>
                </a:solidFill>
                <a:latin typeface="AlSharkTitle" panose="020B0800040000020004" pitchFamily="34" charset="-78"/>
                <a:ea typeface="AlSharkTitle" panose="020B0800040000020004" pitchFamily="34" charset="-78"/>
                <a:cs typeface="AF_Taif Normal" pitchFamily="2" charset="-78"/>
              </a:defRPr>
            </a:lvl1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ar-EG" sz="3200" b="1" i="0" u="none" strike="noStrike" kern="1200" cap="none" spc="0" normalizeH="0" baseline="0" noProof="0" dirty="0">
                <a:ln>
                  <a:noFill/>
                </a:ln>
                <a:solidFill>
                  <a:srgbClr val="C00000"/>
                </a:solidFill>
                <a:effectLst/>
                <a:uLnTx/>
                <a:uFillTx/>
                <a:latin typeface="Calibri" panose="020F0502020204030204"/>
                <a:ea typeface="+mn-ea"/>
                <a:cs typeface="Al-Mothnna" pitchFamily="2" charset="-78"/>
              </a:rPr>
              <a:t>وصف عام لمحافظة الوادى الجديد</a:t>
            </a:r>
            <a:endParaRPr kumimoji="0" lang="en-US" sz="3200" b="1" i="0" u="none" strike="noStrike" kern="1200" cap="none" spc="0" normalizeH="0" baseline="0" noProof="0" dirty="0">
              <a:ln>
                <a:noFill/>
              </a:ln>
              <a:solidFill>
                <a:srgbClr val="C00000"/>
              </a:solidFill>
              <a:effectLst/>
              <a:uLnTx/>
              <a:uFillTx/>
              <a:latin typeface="Calibri" panose="020F0502020204030204"/>
              <a:ea typeface="+mn-ea"/>
              <a:cs typeface="Al-Mothnna" pitchFamily="2" charset="-78"/>
            </a:endParaRPr>
          </a:p>
        </p:txBody>
      </p:sp>
      <p:pic>
        <p:nvPicPr>
          <p:cNvPr id="7" name="Picture 6">
            <a:extLst>
              <a:ext uri="{FF2B5EF4-FFF2-40B4-BE49-F238E27FC236}">
                <a16:creationId xmlns:a16="http://schemas.microsoft.com/office/drawing/2014/main" id="{BA10A436-AB25-82F8-FB56-7C4E084361D3}"/>
              </a:ext>
            </a:extLst>
          </p:cNvPr>
          <p:cNvPicPr>
            <a:picLocks noChangeAspect="1"/>
          </p:cNvPicPr>
          <p:nvPr/>
        </p:nvPicPr>
        <p:blipFill>
          <a:blip r:embed="rId7"/>
          <a:stretch>
            <a:fillRect/>
          </a:stretch>
        </p:blipFill>
        <p:spPr>
          <a:xfrm>
            <a:off x="0" y="1126579"/>
            <a:ext cx="6840305" cy="5357347"/>
          </a:xfrm>
          <a:prstGeom prst="rect">
            <a:avLst/>
          </a:prstGeom>
        </p:spPr>
      </p:pic>
    </p:spTree>
    <p:extLst>
      <p:ext uri="{BB962C8B-B14F-4D97-AF65-F5344CB8AC3E}">
        <p14:creationId xmlns:p14="http://schemas.microsoft.com/office/powerpoint/2010/main" val="1713496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a:extLst>
              <a:ext uri="{FF2B5EF4-FFF2-40B4-BE49-F238E27FC236}">
                <a16:creationId xmlns:a16="http://schemas.microsoft.com/office/drawing/2014/main" id="{F881221D-1F35-5D3E-71BD-33905662DD3C}"/>
              </a:ext>
            </a:extLst>
          </p:cNvPr>
          <p:cNvGrpSpPr>
            <a:grpSpLocks/>
          </p:cNvGrpSpPr>
          <p:nvPr/>
        </p:nvGrpSpPr>
        <p:grpSpPr bwMode="auto">
          <a:xfrm>
            <a:off x="4702629" y="1148776"/>
            <a:ext cx="6923176" cy="5168605"/>
            <a:chOff x="470" y="705"/>
            <a:chExt cx="3935" cy="2939"/>
          </a:xfrm>
        </p:grpSpPr>
        <p:sp>
          <p:nvSpPr>
            <p:cNvPr id="3" name="AutoShape 4">
              <a:extLst>
                <a:ext uri="{FF2B5EF4-FFF2-40B4-BE49-F238E27FC236}">
                  <a16:creationId xmlns:a16="http://schemas.microsoft.com/office/drawing/2014/main" id="{3A9FDAF3-75A5-AB1C-BCEB-9332866DE6A3}"/>
                </a:ext>
              </a:extLst>
            </p:cNvPr>
            <p:cNvSpPr>
              <a:spLocks noChangeArrowheads="1"/>
            </p:cNvSpPr>
            <p:nvPr/>
          </p:nvSpPr>
          <p:spPr bwMode="gray">
            <a:xfrm rot="16200000">
              <a:off x="2488" y="1455"/>
              <a:ext cx="499" cy="182"/>
            </a:xfrm>
            <a:prstGeom prst="rightArrow">
              <a:avLst>
                <a:gd name="adj1" fmla="val 35167"/>
                <a:gd name="adj2" fmla="val 111029"/>
              </a:avLst>
            </a:prstGeom>
            <a:solidFill>
              <a:srgbClr val="CCCCFF">
                <a:alpha val="89803"/>
              </a:srgbClr>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4" name="AutoShape 5">
              <a:extLst>
                <a:ext uri="{FF2B5EF4-FFF2-40B4-BE49-F238E27FC236}">
                  <a16:creationId xmlns:a16="http://schemas.microsoft.com/office/drawing/2014/main" id="{04736367-A061-71F1-B67D-8A67816DC1AF}"/>
                </a:ext>
              </a:extLst>
            </p:cNvPr>
            <p:cNvSpPr>
              <a:spLocks noChangeArrowheads="1"/>
            </p:cNvSpPr>
            <p:nvPr/>
          </p:nvSpPr>
          <p:spPr bwMode="gray">
            <a:xfrm rot="3465783">
              <a:off x="2907" y="2928"/>
              <a:ext cx="499" cy="182"/>
            </a:xfrm>
            <a:prstGeom prst="rightArrow">
              <a:avLst>
                <a:gd name="adj1" fmla="val 35167"/>
                <a:gd name="adj2" fmla="val 111029"/>
              </a:avLst>
            </a:prstGeom>
            <a:solidFill>
              <a:srgbClr val="CCCCFF">
                <a:alpha val="89803"/>
              </a:srgbClr>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 name="AutoShape 6">
              <a:extLst>
                <a:ext uri="{FF2B5EF4-FFF2-40B4-BE49-F238E27FC236}">
                  <a16:creationId xmlns:a16="http://schemas.microsoft.com/office/drawing/2014/main" id="{9B5B11DD-3051-BCDF-4A7B-276154BB6894}"/>
                </a:ext>
              </a:extLst>
            </p:cNvPr>
            <p:cNvSpPr>
              <a:spLocks noChangeArrowheads="1"/>
            </p:cNvSpPr>
            <p:nvPr/>
          </p:nvSpPr>
          <p:spPr bwMode="gray">
            <a:xfrm rot="12341947">
              <a:off x="1784" y="1790"/>
              <a:ext cx="499" cy="182"/>
            </a:xfrm>
            <a:prstGeom prst="rightArrow">
              <a:avLst>
                <a:gd name="adj1" fmla="val 35167"/>
                <a:gd name="adj2" fmla="val 111029"/>
              </a:avLst>
            </a:prstGeom>
            <a:solidFill>
              <a:srgbClr val="CCCCFF">
                <a:alpha val="89803"/>
              </a:srgbClr>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6" name="AutoShape 7">
              <a:extLst>
                <a:ext uri="{FF2B5EF4-FFF2-40B4-BE49-F238E27FC236}">
                  <a16:creationId xmlns:a16="http://schemas.microsoft.com/office/drawing/2014/main" id="{411D51DF-2F4C-4D7F-5021-46A165429605}"/>
                </a:ext>
              </a:extLst>
            </p:cNvPr>
            <p:cNvSpPr>
              <a:spLocks noChangeArrowheads="1"/>
            </p:cNvSpPr>
            <p:nvPr/>
          </p:nvSpPr>
          <p:spPr bwMode="gray">
            <a:xfrm rot="7535209">
              <a:off x="2081" y="2952"/>
              <a:ext cx="499" cy="182"/>
            </a:xfrm>
            <a:prstGeom prst="rightArrow">
              <a:avLst>
                <a:gd name="adj1" fmla="val 35167"/>
                <a:gd name="adj2" fmla="val 111029"/>
              </a:avLst>
            </a:prstGeom>
            <a:solidFill>
              <a:srgbClr val="CCCCFF">
                <a:alpha val="89803"/>
              </a:srgbClr>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7" name="AutoShape 8">
              <a:extLst>
                <a:ext uri="{FF2B5EF4-FFF2-40B4-BE49-F238E27FC236}">
                  <a16:creationId xmlns:a16="http://schemas.microsoft.com/office/drawing/2014/main" id="{63D32369-00B0-88A8-11F6-6C97148330B5}"/>
                </a:ext>
              </a:extLst>
            </p:cNvPr>
            <p:cNvSpPr>
              <a:spLocks noChangeArrowheads="1"/>
            </p:cNvSpPr>
            <p:nvPr/>
          </p:nvSpPr>
          <p:spPr bwMode="gray">
            <a:xfrm rot="19135113">
              <a:off x="3171" y="1785"/>
              <a:ext cx="537" cy="190"/>
            </a:xfrm>
            <a:prstGeom prst="rightArrow">
              <a:avLst>
                <a:gd name="adj1" fmla="val 35167"/>
                <a:gd name="adj2" fmla="val 111029"/>
              </a:avLst>
            </a:prstGeom>
            <a:solidFill>
              <a:srgbClr val="CCCCFF">
                <a:alpha val="89803"/>
              </a:srgbClr>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 name="AutoShape 9">
              <a:extLst>
                <a:ext uri="{FF2B5EF4-FFF2-40B4-BE49-F238E27FC236}">
                  <a16:creationId xmlns:a16="http://schemas.microsoft.com/office/drawing/2014/main" id="{A4B5129B-F252-57D7-0CC6-BED0D89BDD69}"/>
                </a:ext>
              </a:extLst>
            </p:cNvPr>
            <p:cNvSpPr>
              <a:spLocks noChangeArrowheads="1"/>
            </p:cNvSpPr>
            <p:nvPr/>
          </p:nvSpPr>
          <p:spPr bwMode="gray">
            <a:xfrm rot="9733505">
              <a:off x="1668" y="2438"/>
              <a:ext cx="544" cy="182"/>
            </a:xfrm>
            <a:prstGeom prst="rightArrow">
              <a:avLst>
                <a:gd name="adj1" fmla="val 35167"/>
                <a:gd name="adj2" fmla="val 121041"/>
              </a:avLst>
            </a:prstGeom>
            <a:solidFill>
              <a:srgbClr val="CCCCFF">
                <a:alpha val="89803"/>
              </a:srgbClr>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 name="Oval 10">
              <a:extLst>
                <a:ext uri="{FF2B5EF4-FFF2-40B4-BE49-F238E27FC236}">
                  <a16:creationId xmlns:a16="http://schemas.microsoft.com/office/drawing/2014/main" id="{A3523AB7-866A-BE7E-527A-903B888CFF73}"/>
                </a:ext>
              </a:extLst>
            </p:cNvPr>
            <p:cNvSpPr>
              <a:spLocks noChangeArrowheads="1"/>
            </p:cNvSpPr>
            <p:nvPr/>
          </p:nvSpPr>
          <p:spPr bwMode="auto">
            <a:xfrm>
              <a:off x="1578" y="1168"/>
              <a:ext cx="2358" cy="2359"/>
            </a:xfrm>
            <a:prstGeom prst="ellipse">
              <a:avLst/>
            </a:pr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10" name="Text Box 11">
              <a:extLst>
                <a:ext uri="{FF2B5EF4-FFF2-40B4-BE49-F238E27FC236}">
                  <a16:creationId xmlns:a16="http://schemas.microsoft.com/office/drawing/2014/main" id="{FA2C07C4-7D57-2886-7659-D33DE39F9B19}"/>
                </a:ext>
              </a:extLst>
            </p:cNvPr>
            <p:cNvSpPr txBox="1">
              <a:spLocks noChangeArrowheads="1"/>
            </p:cNvSpPr>
            <p:nvPr/>
          </p:nvSpPr>
          <p:spPr bwMode="auto">
            <a:xfrm>
              <a:off x="2234" y="705"/>
              <a:ext cx="1022"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ar-EG" altLang="zh-CN"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محطات مرشحة كبرى</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ar-EG" altLang="zh-CN"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(11 محطة)</a:t>
              </a:r>
              <a:endPar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11" name="Text Box 12">
              <a:extLst>
                <a:ext uri="{FF2B5EF4-FFF2-40B4-BE49-F238E27FC236}">
                  <a16:creationId xmlns:a16="http://schemas.microsoft.com/office/drawing/2014/main" id="{0BF1E212-6166-3497-40D0-5C60FBCEA5A8}"/>
                </a:ext>
              </a:extLst>
            </p:cNvPr>
            <p:cNvSpPr txBox="1">
              <a:spLocks noChangeArrowheads="1"/>
            </p:cNvSpPr>
            <p:nvPr/>
          </p:nvSpPr>
          <p:spPr bwMode="auto">
            <a:xfrm>
              <a:off x="621" y="1516"/>
              <a:ext cx="1024" cy="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eaLnBrk="0" fontAlgn="base" latinLnBrk="0" hangingPunct="0">
                <a:lnSpc>
                  <a:spcPct val="100000"/>
                </a:lnSpc>
                <a:spcBef>
                  <a:spcPct val="0"/>
                </a:spcBef>
                <a:spcAft>
                  <a:spcPct val="0"/>
                </a:spcAft>
                <a:buClrTx/>
                <a:buSzTx/>
                <a:buFontTx/>
                <a:buNone/>
                <a:tabLst/>
                <a:defRPr/>
              </a:pPr>
              <a:r>
                <a:rPr kumimoji="0" lang="ar-EG" altLang="zh-CN"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محطات الآبار الجوفية</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ar-EG" altLang="zh-CN"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(657 بئر عامل فى</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ar-EG" altLang="zh-CN"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204 محطة)</a:t>
              </a:r>
              <a:endPar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12" name="Text Box 13">
              <a:extLst>
                <a:ext uri="{FF2B5EF4-FFF2-40B4-BE49-F238E27FC236}">
                  <a16:creationId xmlns:a16="http://schemas.microsoft.com/office/drawing/2014/main" id="{A3DD3587-6D16-429B-EE80-53DAD5FEB52E}"/>
                </a:ext>
              </a:extLst>
            </p:cNvPr>
            <p:cNvSpPr txBox="1">
              <a:spLocks noChangeArrowheads="1"/>
            </p:cNvSpPr>
            <p:nvPr/>
          </p:nvSpPr>
          <p:spPr bwMode="auto">
            <a:xfrm>
              <a:off x="3739" y="1464"/>
              <a:ext cx="666"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ar-EG" altLang="zh-CN"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محطات نقالى</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ar-EG" altLang="zh-CN"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(28 محطة)</a:t>
              </a:r>
              <a:endPar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13" name="Text Box 14">
              <a:extLst>
                <a:ext uri="{FF2B5EF4-FFF2-40B4-BE49-F238E27FC236}">
                  <a16:creationId xmlns:a16="http://schemas.microsoft.com/office/drawing/2014/main" id="{3B0911ED-903F-779A-3551-2E4E8ECE1B2A}"/>
                </a:ext>
              </a:extLst>
            </p:cNvPr>
            <p:cNvSpPr txBox="1">
              <a:spLocks noChangeArrowheads="1"/>
            </p:cNvSpPr>
            <p:nvPr/>
          </p:nvSpPr>
          <p:spPr bwMode="auto">
            <a:xfrm>
              <a:off x="3498" y="3257"/>
              <a:ext cx="698"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ar-EG" altLang="zh-CN"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محطات زلطية</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ar-EG" altLang="zh-CN"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(3 محطة)</a:t>
              </a:r>
              <a:endPar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14" name="Text Box 15">
              <a:extLst>
                <a:ext uri="{FF2B5EF4-FFF2-40B4-BE49-F238E27FC236}">
                  <a16:creationId xmlns:a16="http://schemas.microsoft.com/office/drawing/2014/main" id="{4308C1B3-44B8-DF00-6102-F53F7162ED11}"/>
                </a:ext>
              </a:extLst>
            </p:cNvPr>
            <p:cNvSpPr txBox="1">
              <a:spLocks noChangeArrowheads="1"/>
            </p:cNvSpPr>
            <p:nvPr/>
          </p:nvSpPr>
          <p:spPr bwMode="auto">
            <a:xfrm>
              <a:off x="470" y="2492"/>
              <a:ext cx="1069"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eaLnBrk="0" fontAlgn="base" latinLnBrk="0" hangingPunct="0">
                <a:lnSpc>
                  <a:spcPct val="100000"/>
                </a:lnSpc>
                <a:spcBef>
                  <a:spcPct val="0"/>
                </a:spcBef>
                <a:spcAft>
                  <a:spcPct val="0"/>
                </a:spcAft>
                <a:buClrTx/>
                <a:buSzTx/>
                <a:buFontTx/>
                <a:buNone/>
                <a:tabLst/>
                <a:defRPr/>
              </a:pPr>
              <a:r>
                <a:rPr kumimoji="0" lang="ar-EG" altLang="zh-CN"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 الآبار الشاطئية </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RBF</a:t>
              </a:r>
              <a:endParaRPr kumimoji="0" lang="ar-EG" altLang="zh-CN"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ar-EG" altLang="zh-CN"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3 محطة)</a:t>
              </a:r>
              <a:r>
                <a:rPr kumimoji="0" lang="en-US" altLang="zh-CN"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 </a:t>
              </a:r>
              <a:r>
                <a:rPr kumimoji="0" lang="ar-EG" altLang="zh-CN"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a:t>
              </a:r>
              <a:endPar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15" name="Text Box 16">
              <a:extLst>
                <a:ext uri="{FF2B5EF4-FFF2-40B4-BE49-F238E27FC236}">
                  <a16:creationId xmlns:a16="http://schemas.microsoft.com/office/drawing/2014/main" id="{C0BAFE27-E03D-080C-5CF6-30889EAED2D4}"/>
                </a:ext>
              </a:extLst>
            </p:cNvPr>
            <p:cNvSpPr txBox="1">
              <a:spLocks noChangeArrowheads="1"/>
            </p:cNvSpPr>
            <p:nvPr/>
          </p:nvSpPr>
          <p:spPr bwMode="auto">
            <a:xfrm>
              <a:off x="1189" y="3218"/>
              <a:ext cx="801"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eaLnBrk="0" fontAlgn="base" latinLnBrk="0" hangingPunct="0">
                <a:lnSpc>
                  <a:spcPct val="100000"/>
                </a:lnSpc>
                <a:spcBef>
                  <a:spcPct val="0"/>
                </a:spcBef>
                <a:spcAft>
                  <a:spcPct val="0"/>
                </a:spcAft>
                <a:buClrTx/>
                <a:buSzTx/>
                <a:buFontTx/>
                <a:buNone/>
                <a:tabLst/>
                <a:defRPr/>
              </a:pPr>
              <a:r>
                <a:rPr kumimoji="0" lang="ar-EG" altLang="zh-CN"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الترشيح المباشر</a:t>
              </a:r>
            </a:p>
            <a:p>
              <a:pPr marL="0" marR="0" lvl="0" indent="0" algn="r" defTabSz="914400" eaLnBrk="0" fontAlgn="base" latinLnBrk="0" hangingPunct="0">
                <a:lnSpc>
                  <a:spcPct val="100000"/>
                </a:lnSpc>
                <a:spcBef>
                  <a:spcPct val="0"/>
                </a:spcBef>
                <a:spcAft>
                  <a:spcPct val="0"/>
                </a:spcAft>
                <a:buClrTx/>
                <a:buSzTx/>
                <a:buFontTx/>
                <a:buNone/>
                <a:tabLst/>
                <a:defRPr/>
              </a:pPr>
              <a:r>
                <a:rPr kumimoji="0" lang="ar-EG" altLang="zh-CN"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(1 محطة)</a:t>
              </a:r>
              <a:endPar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16" name="Oval 17">
              <a:extLst>
                <a:ext uri="{FF2B5EF4-FFF2-40B4-BE49-F238E27FC236}">
                  <a16:creationId xmlns:a16="http://schemas.microsoft.com/office/drawing/2014/main" id="{EAEDDD95-D00B-0409-8A14-BE04DC8F1D0A}"/>
                </a:ext>
              </a:extLst>
            </p:cNvPr>
            <p:cNvSpPr>
              <a:spLocks noChangeArrowheads="1"/>
            </p:cNvSpPr>
            <p:nvPr/>
          </p:nvSpPr>
          <p:spPr bwMode="gray">
            <a:xfrm>
              <a:off x="1501" y="2503"/>
              <a:ext cx="192" cy="192"/>
            </a:xfrm>
            <a:prstGeom prst="ellipse">
              <a:avLst/>
            </a:prstGeom>
            <a:gradFill rotWithShape="1">
              <a:gsLst>
                <a:gs pos="0">
                  <a:srgbClr val="CCCCFF">
                    <a:gamma/>
                    <a:tint val="48627"/>
                    <a:invGamma/>
                  </a:srgbClr>
                </a:gs>
                <a:gs pos="100000">
                  <a:srgbClr val="CCCCFF"/>
                </a:gs>
              </a:gsLst>
              <a:path path="shape">
                <a:fillToRect l="50000" t="50000" r="50000" b="50000"/>
              </a:path>
            </a:gradFill>
            <a:ln>
              <a:noFill/>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Arial" charset="0"/>
                <a:ea typeface="宋体" panose="02010600030101010101" pitchFamily="2" charset="-122"/>
              </a:endParaRPr>
            </a:p>
          </p:txBody>
        </p:sp>
        <p:sp>
          <p:nvSpPr>
            <p:cNvPr id="17" name="Oval 18">
              <a:extLst>
                <a:ext uri="{FF2B5EF4-FFF2-40B4-BE49-F238E27FC236}">
                  <a16:creationId xmlns:a16="http://schemas.microsoft.com/office/drawing/2014/main" id="{561106CF-EB04-397E-3BDD-852422B96FDE}"/>
                </a:ext>
              </a:extLst>
            </p:cNvPr>
            <p:cNvSpPr>
              <a:spLocks noChangeArrowheads="1"/>
            </p:cNvSpPr>
            <p:nvPr/>
          </p:nvSpPr>
          <p:spPr bwMode="gray">
            <a:xfrm>
              <a:off x="1629" y="1602"/>
              <a:ext cx="192" cy="192"/>
            </a:xfrm>
            <a:prstGeom prst="ellipse">
              <a:avLst/>
            </a:prstGeom>
            <a:gradFill rotWithShape="1">
              <a:gsLst>
                <a:gs pos="0">
                  <a:srgbClr val="CCCCFF">
                    <a:gamma/>
                    <a:tint val="48627"/>
                    <a:invGamma/>
                  </a:srgbClr>
                </a:gs>
                <a:gs pos="100000">
                  <a:srgbClr val="CCCCFF"/>
                </a:gs>
              </a:gsLst>
              <a:path path="shape">
                <a:fillToRect l="50000" t="50000" r="50000" b="50000"/>
              </a:path>
            </a:gradFill>
            <a:ln>
              <a:noFill/>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Arial" charset="0"/>
                <a:ea typeface="宋体" panose="02010600030101010101" pitchFamily="2" charset="-122"/>
              </a:endParaRPr>
            </a:p>
          </p:txBody>
        </p:sp>
        <p:sp>
          <p:nvSpPr>
            <p:cNvPr id="18" name="Oval 19">
              <a:extLst>
                <a:ext uri="{FF2B5EF4-FFF2-40B4-BE49-F238E27FC236}">
                  <a16:creationId xmlns:a16="http://schemas.microsoft.com/office/drawing/2014/main" id="{9A7F1CA7-E019-498F-A6CC-FD744F6C2A84}"/>
                </a:ext>
              </a:extLst>
            </p:cNvPr>
            <p:cNvSpPr>
              <a:spLocks noChangeArrowheads="1"/>
            </p:cNvSpPr>
            <p:nvPr/>
          </p:nvSpPr>
          <p:spPr bwMode="gray">
            <a:xfrm>
              <a:off x="2636" y="1040"/>
              <a:ext cx="192" cy="192"/>
            </a:xfrm>
            <a:prstGeom prst="ellipse">
              <a:avLst/>
            </a:prstGeom>
            <a:gradFill rotWithShape="1">
              <a:gsLst>
                <a:gs pos="0">
                  <a:srgbClr val="CCCCFF">
                    <a:gamma/>
                    <a:tint val="48627"/>
                    <a:invGamma/>
                  </a:srgbClr>
                </a:gs>
                <a:gs pos="100000">
                  <a:srgbClr val="CCCCFF"/>
                </a:gs>
              </a:gsLst>
              <a:path path="shape">
                <a:fillToRect l="50000" t="50000" r="50000" b="50000"/>
              </a:path>
            </a:gradFill>
            <a:ln>
              <a:noFill/>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Arial" charset="0"/>
                <a:ea typeface="宋体" panose="02010600030101010101" pitchFamily="2" charset="-122"/>
              </a:endParaRPr>
            </a:p>
          </p:txBody>
        </p:sp>
        <p:sp>
          <p:nvSpPr>
            <p:cNvPr id="19" name="Oval 20">
              <a:extLst>
                <a:ext uri="{FF2B5EF4-FFF2-40B4-BE49-F238E27FC236}">
                  <a16:creationId xmlns:a16="http://schemas.microsoft.com/office/drawing/2014/main" id="{C8980566-113B-04C7-F867-11FA6378AE5B}"/>
                </a:ext>
              </a:extLst>
            </p:cNvPr>
            <p:cNvSpPr>
              <a:spLocks noChangeArrowheads="1"/>
            </p:cNvSpPr>
            <p:nvPr/>
          </p:nvSpPr>
          <p:spPr bwMode="gray">
            <a:xfrm>
              <a:off x="2016" y="3264"/>
              <a:ext cx="192" cy="192"/>
            </a:xfrm>
            <a:prstGeom prst="ellipse">
              <a:avLst/>
            </a:prstGeom>
            <a:gradFill rotWithShape="1">
              <a:gsLst>
                <a:gs pos="0">
                  <a:srgbClr val="CCCCFF">
                    <a:gamma/>
                    <a:tint val="48627"/>
                    <a:invGamma/>
                  </a:srgbClr>
                </a:gs>
                <a:gs pos="100000">
                  <a:srgbClr val="CCCCFF"/>
                </a:gs>
              </a:gsLst>
              <a:path path="shape">
                <a:fillToRect l="50000" t="50000" r="50000" b="50000"/>
              </a:path>
            </a:gradFill>
            <a:ln>
              <a:noFill/>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panose="02010600030101010101" pitchFamily="2" charset="-122"/>
              </a:endParaRPr>
            </a:p>
          </p:txBody>
        </p:sp>
        <p:sp>
          <p:nvSpPr>
            <p:cNvPr id="20" name="Oval 21">
              <a:extLst>
                <a:ext uri="{FF2B5EF4-FFF2-40B4-BE49-F238E27FC236}">
                  <a16:creationId xmlns:a16="http://schemas.microsoft.com/office/drawing/2014/main" id="{82FCF146-FE7F-0470-89BA-36A3EAFCD81C}"/>
                </a:ext>
              </a:extLst>
            </p:cNvPr>
            <p:cNvSpPr>
              <a:spLocks noChangeArrowheads="1"/>
            </p:cNvSpPr>
            <p:nvPr/>
          </p:nvSpPr>
          <p:spPr bwMode="gray">
            <a:xfrm>
              <a:off x="3264" y="3264"/>
              <a:ext cx="192" cy="192"/>
            </a:xfrm>
            <a:prstGeom prst="ellipse">
              <a:avLst/>
            </a:prstGeom>
            <a:gradFill rotWithShape="1">
              <a:gsLst>
                <a:gs pos="0">
                  <a:srgbClr val="CCCCFF">
                    <a:gamma/>
                    <a:tint val="48627"/>
                    <a:invGamma/>
                  </a:srgbClr>
                </a:gs>
                <a:gs pos="100000">
                  <a:srgbClr val="CCCCFF"/>
                </a:gs>
              </a:gsLst>
              <a:path path="shape">
                <a:fillToRect l="50000" t="50000" r="50000" b="50000"/>
              </a:path>
            </a:gradFill>
            <a:ln>
              <a:noFill/>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panose="02010600030101010101" pitchFamily="2" charset="-122"/>
              </a:endParaRPr>
            </a:p>
          </p:txBody>
        </p:sp>
        <p:sp>
          <p:nvSpPr>
            <p:cNvPr id="21" name="Oval 22">
              <a:extLst>
                <a:ext uri="{FF2B5EF4-FFF2-40B4-BE49-F238E27FC236}">
                  <a16:creationId xmlns:a16="http://schemas.microsoft.com/office/drawing/2014/main" id="{86EBE100-CD54-FAB7-4500-DA79A1CD0AAF}"/>
                </a:ext>
              </a:extLst>
            </p:cNvPr>
            <p:cNvSpPr>
              <a:spLocks noChangeArrowheads="1"/>
            </p:cNvSpPr>
            <p:nvPr/>
          </p:nvSpPr>
          <p:spPr bwMode="gray">
            <a:xfrm>
              <a:off x="3600" y="1556"/>
              <a:ext cx="192" cy="192"/>
            </a:xfrm>
            <a:prstGeom prst="ellipse">
              <a:avLst/>
            </a:prstGeom>
            <a:gradFill rotWithShape="1">
              <a:gsLst>
                <a:gs pos="0">
                  <a:srgbClr val="CCCCFF">
                    <a:gamma/>
                    <a:tint val="48627"/>
                    <a:invGamma/>
                  </a:srgbClr>
                </a:gs>
                <a:gs pos="100000">
                  <a:srgbClr val="CCCCFF"/>
                </a:gs>
              </a:gsLst>
              <a:path path="shape">
                <a:fillToRect l="50000" t="50000" r="50000" b="50000"/>
              </a:path>
            </a:gradFill>
            <a:ln>
              <a:noFill/>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Arial" charset="0"/>
                <a:ea typeface="宋体" panose="02010600030101010101" pitchFamily="2" charset="-122"/>
              </a:endParaRPr>
            </a:p>
          </p:txBody>
        </p:sp>
        <p:sp>
          <p:nvSpPr>
            <p:cNvPr id="22" name="Oval 23">
              <a:extLst>
                <a:ext uri="{FF2B5EF4-FFF2-40B4-BE49-F238E27FC236}">
                  <a16:creationId xmlns:a16="http://schemas.microsoft.com/office/drawing/2014/main" id="{582BABDA-B10C-91F1-0D4D-0525DB9BB8F4}"/>
                </a:ext>
              </a:extLst>
            </p:cNvPr>
            <p:cNvSpPr>
              <a:spLocks noChangeArrowheads="1"/>
            </p:cNvSpPr>
            <p:nvPr/>
          </p:nvSpPr>
          <p:spPr bwMode="gray">
            <a:xfrm>
              <a:off x="2233" y="1817"/>
              <a:ext cx="1073" cy="1063"/>
            </a:xfrm>
            <a:prstGeom prst="ellipse">
              <a:avLst/>
            </a:prstGeom>
            <a:gradFill rotWithShape="1">
              <a:gsLst>
                <a:gs pos="0">
                  <a:srgbClr val="3333CC">
                    <a:gamma/>
                    <a:tint val="0"/>
                    <a:invGamma/>
                  </a:srgbClr>
                </a:gs>
                <a:gs pos="50000">
                  <a:srgbClr val="3333CC"/>
                </a:gs>
                <a:gs pos="100000">
                  <a:srgbClr val="3333CC">
                    <a:gamma/>
                    <a:tint val="0"/>
                    <a:invGamma/>
                  </a:srgbClr>
                </a:gs>
              </a:gsLst>
              <a:lin ang="2700000" scaled="1"/>
            </a:gradFill>
            <a:ln>
              <a:noFill/>
            </a:ln>
            <a:effec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panose="02010600030101010101" pitchFamily="2" charset="-122"/>
              </a:endParaRPr>
            </a:p>
          </p:txBody>
        </p:sp>
        <p:sp>
          <p:nvSpPr>
            <p:cNvPr id="23" name="Oval 24">
              <a:extLst>
                <a:ext uri="{FF2B5EF4-FFF2-40B4-BE49-F238E27FC236}">
                  <a16:creationId xmlns:a16="http://schemas.microsoft.com/office/drawing/2014/main" id="{0C21779E-2C9D-D2C3-8E95-5DE203E0CD10}"/>
                </a:ext>
              </a:extLst>
            </p:cNvPr>
            <p:cNvSpPr>
              <a:spLocks noChangeArrowheads="1"/>
            </p:cNvSpPr>
            <p:nvPr/>
          </p:nvSpPr>
          <p:spPr bwMode="gray">
            <a:xfrm>
              <a:off x="2181" y="1816"/>
              <a:ext cx="1128" cy="1080"/>
            </a:xfrm>
            <a:prstGeom prst="ellipse">
              <a:avLst/>
            </a:prstGeom>
            <a:gradFill rotWithShape="1">
              <a:gsLst>
                <a:gs pos="0">
                  <a:srgbClr val="3333CC">
                    <a:alpha val="32001"/>
                  </a:srgbClr>
                </a:gs>
                <a:gs pos="100000">
                  <a:srgbClr val="3333CC">
                    <a:gamma/>
                    <a:shade val="0"/>
                    <a:invGamma/>
                    <a:alpha val="89999"/>
                  </a:srgbClr>
                </a:gs>
              </a:gsLst>
              <a:lin ang="2700000" scaled="1"/>
            </a:gradFill>
            <a:ln>
              <a:noFill/>
            </a:ln>
            <a:effectLst/>
          </p:spPr>
          <p:txBody>
            <a:bodyPr wrap="squar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Arial" charset="0"/>
                <a:ea typeface="宋体" panose="02010600030101010101" pitchFamily="2" charset="-122"/>
              </a:endParaRPr>
            </a:p>
          </p:txBody>
        </p:sp>
        <p:sp>
          <p:nvSpPr>
            <p:cNvPr id="24" name="Oval 25">
              <a:extLst>
                <a:ext uri="{FF2B5EF4-FFF2-40B4-BE49-F238E27FC236}">
                  <a16:creationId xmlns:a16="http://schemas.microsoft.com/office/drawing/2014/main" id="{A748EB43-452D-55C9-452C-6796F404D540}"/>
                </a:ext>
              </a:extLst>
            </p:cNvPr>
            <p:cNvSpPr>
              <a:spLocks noChangeArrowheads="1"/>
            </p:cNvSpPr>
            <p:nvPr/>
          </p:nvSpPr>
          <p:spPr bwMode="gray">
            <a:xfrm>
              <a:off x="2303" y="1886"/>
              <a:ext cx="933" cy="924"/>
            </a:xfrm>
            <a:prstGeom prst="ellipse">
              <a:avLst/>
            </a:prstGeom>
            <a:gradFill rotWithShape="1">
              <a:gsLst>
                <a:gs pos="0">
                  <a:srgbClr val="3333CC">
                    <a:gamma/>
                    <a:shade val="54118"/>
                    <a:invGamma/>
                  </a:srgbClr>
                </a:gs>
                <a:gs pos="50000">
                  <a:srgbClr val="3333CC"/>
                </a:gs>
                <a:gs pos="100000">
                  <a:srgbClr val="3333CC">
                    <a:gamma/>
                    <a:shade val="54118"/>
                    <a:invGamma/>
                  </a:srgbClr>
                </a:gs>
              </a:gsLst>
              <a:lin ang="18900000" scaled="1"/>
            </a:gradFill>
            <a:ln>
              <a:noFill/>
            </a:ln>
            <a:effec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panose="02010600030101010101" pitchFamily="2" charset="-122"/>
              </a:endParaRPr>
            </a:p>
          </p:txBody>
        </p:sp>
        <p:sp>
          <p:nvSpPr>
            <p:cNvPr id="25" name="Oval 26">
              <a:extLst>
                <a:ext uri="{FF2B5EF4-FFF2-40B4-BE49-F238E27FC236}">
                  <a16:creationId xmlns:a16="http://schemas.microsoft.com/office/drawing/2014/main" id="{6AD39115-3C84-50C0-0401-4CDCADF7E8A7}"/>
                </a:ext>
              </a:extLst>
            </p:cNvPr>
            <p:cNvSpPr>
              <a:spLocks noChangeArrowheads="1"/>
            </p:cNvSpPr>
            <p:nvPr/>
          </p:nvSpPr>
          <p:spPr bwMode="gray">
            <a:xfrm>
              <a:off x="2301" y="1888"/>
              <a:ext cx="933" cy="924"/>
            </a:xfrm>
            <a:prstGeom prst="ellipse">
              <a:avLst/>
            </a:prstGeom>
            <a:gradFill rotWithShape="1">
              <a:gsLst>
                <a:gs pos="0">
                  <a:srgbClr val="3333CC">
                    <a:gamma/>
                    <a:shade val="63529"/>
                    <a:invGamma/>
                  </a:srgbClr>
                </a:gs>
                <a:gs pos="100000">
                  <a:srgbClr val="3333CC">
                    <a:alpha val="0"/>
                  </a:srgbClr>
                </a:gs>
              </a:gsLst>
              <a:lin ang="2700000" scaled="1"/>
            </a:gradFill>
            <a:ln>
              <a:noFill/>
            </a:ln>
            <a:effec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panose="02010600030101010101" pitchFamily="2" charset="-122"/>
              </a:endParaRPr>
            </a:p>
          </p:txBody>
        </p:sp>
        <p:sp>
          <p:nvSpPr>
            <p:cNvPr id="26" name="Oval 27">
              <a:extLst>
                <a:ext uri="{FF2B5EF4-FFF2-40B4-BE49-F238E27FC236}">
                  <a16:creationId xmlns:a16="http://schemas.microsoft.com/office/drawing/2014/main" id="{FC72CF37-2673-2FD9-13EA-8E48F61C7679}"/>
                </a:ext>
              </a:extLst>
            </p:cNvPr>
            <p:cNvSpPr>
              <a:spLocks noChangeArrowheads="1"/>
            </p:cNvSpPr>
            <p:nvPr/>
          </p:nvSpPr>
          <p:spPr bwMode="gray">
            <a:xfrm>
              <a:off x="2350" y="1933"/>
              <a:ext cx="840" cy="832"/>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nvGrpSpPr>
            <p:cNvPr id="27" name="Group 28">
              <a:extLst>
                <a:ext uri="{FF2B5EF4-FFF2-40B4-BE49-F238E27FC236}">
                  <a16:creationId xmlns:a16="http://schemas.microsoft.com/office/drawing/2014/main" id="{6B49330D-26AF-1598-EEF8-AE479A1B7BD6}"/>
                </a:ext>
              </a:extLst>
            </p:cNvPr>
            <p:cNvGrpSpPr>
              <a:grpSpLocks/>
            </p:cNvGrpSpPr>
            <p:nvPr/>
          </p:nvGrpSpPr>
          <p:grpSpPr bwMode="auto">
            <a:xfrm>
              <a:off x="2363" y="1945"/>
              <a:ext cx="813" cy="805"/>
              <a:chOff x="4166" y="1706"/>
              <a:chExt cx="1252" cy="1252"/>
            </a:xfrm>
          </p:grpSpPr>
          <p:sp>
            <p:nvSpPr>
              <p:cNvPr id="29" name="Oval 29">
                <a:extLst>
                  <a:ext uri="{FF2B5EF4-FFF2-40B4-BE49-F238E27FC236}">
                    <a16:creationId xmlns:a16="http://schemas.microsoft.com/office/drawing/2014/main" id="{D4BC48BB-C08C-9894-1C53-EEE253CEB4FD}"/>
                  </a:ext>
                </a:extLst>
              </p:cNvPr>
              <p:cNvSpPr>
                <a:spLocks noChangeArrowheads="1"/>
              </p:cNvSpPr>
              <p:nvPr/>
            </p:nvSpPr>
            <p:spPr bwMode="gray">
              <a:xfrm>
                <a:off x="4166" y="1706"/>
                <a:ext cx="1252" cy="1252"/>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0" name="Oval 30">
                <a:extLst>
                  <a:ext uri="{FF2B5EF4-FFF2-40B4-BE49-F238E27FC236}">
                    <a16:creationId xmlns:a16="http://schemas.microsoft.com/office/drawing/2014/main" id="{5E6D9514-0B72-62E3-7B2F-62F326FEC92B}"/>
                  </a:ext>
                </a:extLst>
              </p:cNvPr>
              <p:cNvSpPr>
                <a:spLocks noChangeArrowheads="1"/>
              </p:cNvSpPr>
              <p:nvPr/>
            </p:nvSpPr>
            <p:spPr bwMode="gray">
              <a:xfrm>
                <a:off x="4182" y="1713"/>
                <a:ext cx="1222" cy="122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1" name="Oval 31">
                <a:extLst>
                  <a:ext uri="{FF2B5EF4-FFF2-40B4-BE49-F238E27FC236}">
                    <a16:creationId xmlns:a16="http://schemas.microsoft.com/office/drawing/2014/main" id="{D4E95D2D-908F-06C3-A819-DC362A9701D5}"/>
                  </a:ext>
                </a:extLst>
              </p:cNvPr>
              <p:cNvSpPr>
                <a:spLocks noChangeArrowheads="1"/>
              </p:cNvSpPr>
              <p:nvPr/>
            </p:nvSpPr>
            <p:spPr bwMode="gray">
              <a:xfrm>
                <a:off x="4195" y="1725"/>
                <a:ext cx="1162" cy="1141"/>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2" name="Oval 32">
                <a:extLst>
                  <a:ext uri="{FF2B5EF4-FFF2-40B4-BE49-F238E27FC236}">
                    <a16:creationId xmlns:a16="http://schemas.microsoft.com/office/drawing/2014/main" id="{6995A9BD-FCE3-A3A0-2427-E96AAB8999E1}"/>
                  </a:ext>
                </a:extLst>
              </p:cNvPr>
              <p:cNvSpPr>
                <a:spLocks noChangeArrowheads="1"/>
              </p:cNvSpPr>
              <p:nvPr/>
            </p:nvSpPr>
            <p:spPr bwMode="gray">
              <a:xfrm>
                <a:off x="4263" y="1757"/>
                <a:ext cx="1033" cy="926"/>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sp>
          <p:nvSpPr>
            <p:cNvPr id="28" name="Text Box 33">
              <a:extLst>
                <a:ext uri="{FF2B5EF4-FFF2-40B4-BE49-F238E27FC236}">
                  <a16:creationId xmlns:a16="http://schemas.microsoft.com/office/drawing/2014/main" id="{FCEBD1B1-5142-C6E2-FF91-F79A251D5108}"/>
                </a:ext>
              </a:extLst>
            </p:cNvPr>
            <p:cNvSpPr txBox="1">
              <a:spLocks noChangeArrowheads="1"/>
            </p:cNvSpPr>
            <p:nvPr/>
          </p:nvSpPr>
          <p:spPr bwMode="gray">
            <a:xfrm>
              <a:off x="2688" y="1983"/>
              <a:ext cx="11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20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grpSp>
      <p:sp>
        <p:nvSpPr>
          <p:cNvPr id="33" name="AutoShape 8">
            <a:extLst>
              <a:ext uri="{FF2B5EF4-FFF2-40B4-BE49-F238E27FC236}">
                <a16:creationId xmlns:a16="http://schemas.microsoft.com/office/drawing/2014/main" id="{2AC56D1D-532A-EB5D-CBFE-6FCA36574611}"/>
              </a:ext>
            </a:extLst>
          </p:cNvPr>
          <p:cNvSpPr>
            <a:spLocks noChangeArrowheads="1"/>
          </p:cNvSpPr>
          <p:nvPr/>
        </p:nvSpPr>
        <p:spPr bwMode="gray">
          <a:xfrm rot="1249738">
            <a:off x="9644365" y="4346515"/>
            <a:ext cx="792163" cy="288925"/>
          </a:xfrm>
          <a:prstGeom prst="rightArrow">
            <a:avLst>
              <a:gd name="adj1" fmla="val 35167"/>
              <a:gd name="adj2" fmla="val 111029"/>
            </a:avLst>
          </a:prstGeom>
          <a:solidFill>
            <a:srgbClr val="CCCCFF">
              <a:alpha val="89803"/>
            </a:srgbClr>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34" name="Oval 22">
            <a:extLst>
              <a:ext uri="{FF2B5EF4-FFF2-40B4-BE49-F238E27FC236}">
                <a16:creationId xmlns:a16="http://schemas.microsoft.com/office/drawing/2014/main" id="{B1A34B02-7E17-B395-8157-87173BCB865E}"/>
              </a:ext>
            </a:extLst>
          </p:cNvPr>
          <p:cNvSpPr>
            <a:spLocks noChangeArrowheads="1"/>
          </p:cNvSpPr>
          <p:nvPr/>
        </p:nvSpPr>
        <p:spPr bwMode="gray">
          <a:xfrm>
            <a:off x="10491669" y="4662201"/>
            <a:ext cx="304800" cy="304800"/>
          </a:xfrm>
          <a:prstGeom prst="ellipse">
            <a:avLst/>
          </a:prstGeom>
          <a:gradFill rotWithShape="1">
            <a:gsLst>
              <a:gs pos="0">
                <a:srgbClr val="CCCCFF">
                  <a:gamma/>
                  <a:tint val="48627"/>
                  <a:invGamma/>
                </a:srgbClr>
              </a:gs>
              <a:gs pos="100000">
                <a:srgbClr val="CCCCFF"/>
              </a:gs>
            </a:gsLst>
            <a:path path="shape">
              <a:fillToRect l="50000" t="50000" r="50000" b="50000"/>
            </a:path>
          </a:gradFill>
          <a:ln>
            <a:noFill/>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charset="0"/>
              <a:ea typeface="宋体" panose="02010600030101010101" pitchFamily="2" charset="-122"/>
            </a:endParaRPr>
          </a:p>
        </p:txBody>
      </p:sp>
      <p:sp>
        <p:nvSpPr>
          <p:cNvPr id="35" name="Text Box 13">
            <a:extLst>
              <a:ext uri="{FF2B5EF4-FFF2-40B4-BE49-F238E27FC236}">
                <a16:creationId xmlns:a16="http://schemas.microsoft.com/office/drawing/2014/main" id="{C54D5FA1-72FA-2B19-3BA9-B27B293AA030}"/>
              </a:ext>
            </a:extLst>
          </p:cNvPr>
          <p:cNvSpPr txBox="1">
            <a:spLocks noChangeArrowheads="1"/>
          </p:cNvSpPr>
          <p:nvPr/>
        </p:nvSpPr>
        <p:spPr bwMode="auto">
          <a:xfrm>
            <a:off x="10810148" y="4745169"/>
            <a:ext cx="127631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1600" b="1" i="0" u="none" strike="noStrike" kern="0" cap="none" spc="0" normalizeH="0" baseline="0" noProof="0" dirty="0" err="1">
                <a:ln>
                  <a:noFill/>
                </a:ln>
                <a:solidFill>
                  <a:srgbClr val="000000"/>
                </a:solidFill>
                <a:effectLst/>
                <a:uLnTx/>
                <a:uFillTx/>
                <a:latin typeface="Arial" panose="020B0604020202020204" pitchFamily="34" charset="0"/>
                <a:ea typeface="宋体" panose="02010600030101010101" pitchFamily="2" charset="-122"/>
              </a:rPr>
              <a:t>Dyanasand</a:t>
            </a:r>
            <a:endParaRPr kumimoji="0" lang="ar-EG" altLang="zh-CN"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ar-EG" altLang="zh-CN"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(2 محطة)</a:t>
            </a:r>
            <a:endParaRPr kumimoji="0" lang="zh-CN" altLang="en-US" sz="16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pic>
        <p:nvPicPr>
          <p:cNvPr id="36" name="Picture 35">
            <a:extLst>
              <a:ext uri="{FF2B5EF4-FFF2-40B4-BE49-F238E27FC236}">
                <a16:creationId xmlns:a16="http://schemas.microsoft.com/office/drawing/2014/main" id="{37D1B916-2988-9456-ADD8-2CA1085CA0FA}"/>
              </a:ext>
            </a:extLst>
          </p:cNvPr>
          <p:cNvPicPr>
            <a:picLocks noChangeAspect="1"/>
          </p:cNvPicPr>
          <p:nvPr/>
        </p:nvPicPr>
        <p:blipFill>
          <a:blip r:embed="rId2"/>
          <a:stretch>
            <a:fillRect/>
          </a:stretch>
        </p:blipFill>
        <p:spPr>
          <a:xfrm>
            <a:off x="7737397" y="3518331"/>
            <a:ext cx="1797408" cy="1010775"/>
          </a:xfrm>
          <a:prstGeom prst="ellipse">
            <a:avLst/>
          </a:prstGeom>
          <a:ln>
            <a:noFill/>
          </a:ln>
          <a:effectLst>
            <a:softEdge rad="112500"/>
          </a:effectLst>
        </p:spPr>
      </p:pic>
      <p:grpSp>
        <p:nvGrpSpPr>
          <p:cNvPr id="37" name="Group 3">
            <a:extLst>
              <a:ext uri="{FF2B5EF4-FFF2-40B4-BE49-F238E27FC236}">
                <a16:creationId xmlns:a16="http://schemas.microsoft.com/office/drawing/2014/main" id="{3D8B7EDC-7FA9-3FBB-C544-95D05FC39222}"/>
              </a:ext>
            </a:extLst>
          </p:cNvPr>
          <p:cNvGrpSpPr>
            <a:grpSpLocks/>
          </p:cNvGrpSpPr>
          <p:nvPr/>
        </p:nvGrpSpPr>
        <p:grpSpPr bwMode="auto">
          <a:xfrm>
            <a:off x="4560125" y="161953"/>
            <a:ext cx="7255824" cy="961914"/>
            <a:chOff x="2457" y="1961"/>
            <a:chExt cx="907" cy="925"/>
          </a:xfrm>
        </p:grpSpPr>
        <p:pic>
          <p:nvPicPr>
            <p:cNvPr id="38" name="Picture 4" descr="circuler_1">
              <a:extLst>
                <a:ext uri="{FF2B5EF4-FFF2-40B4-BE49-F238E27FC236}">
                  <a16:creationId xmlns:a16="http://schemas.microsoft.com/office/drawing/2014/main" id="{95750A66-9592-5811-3B55-6D8C9A0EAC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2457" y="2000"/>
              <a:ext cx="901" cy="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Oval 5">
              <a:extLst>
                <a:ext uri="{FF2B5EF4-FFF2-40B4-BE49-F238E27FC236}">
                  <a16:creationId xmlns:a16="http://schemas.microsoft.com/office/drawing/2014/main" id="{EB4DFD17-D735-8DA6-B036-96D39F9D9CFA}"/>
                </a:ext>
              </a:extLst>
            </p:cNvPr>
            <p:cNvSpPr>
              <a:spLocks noChangeArrowheads="1"/>
            </p:cNvSpPr>
            <p:nvPr/>
          </p:nvSpPr>
          <p:spPr bwMode="ltGray">
            <a:xfrm>
              <a:off x="2469" y="1961"/>
              <a:ext cx="895" cy="888"/>
            </a:xfrm>
            <a:prstGeom prst="ellipse">
              <a:avLst/>
            </a:prstGeom>
            <a:gradFill>
              <a:gsLst>
                <a:gs pos="0">
                  <a:srgbClr val="002060"/>
                </a:gs>
                <a:gs pos="74000">
                  <a:schemeClr val="bg1"/>
                </a:gs>
                <a:gs pos="83000">
                  <a:schemeClr val="accent6">
                    <a:lumMod val="40000"/>
                    <a:lumOff val="60000"/>
                  </a:schemeClr>
                </a:gs>
                <a:gs pos="100000">
                  <a:srgbClr val="FFFFD5"/>
                </a:gs>
              </a:gsLst>
              <a:lin ang="5400000" scaled="1"/>
            </a:gradFill>
            <a:ln>
              <a:noFill/>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Arial" charset="0"/>
                <a:ea typeface="宋体" panose="02010600030101010101" pitchFamily="2" charset="-122"/>
              </a:endParaRPr>
            </a:p>
          </p:txBody>
        </p:sp>
        <p:sp>
          <p:nvSpPr>
            <p:cNvPr id="40" name="Freeform 6">
              <a:extLst>
                <a:ext uri="{FF2B5EF4-FFF2-40B4-BE49-F238E27FC236}">
                  <a16:creationId xmlns:a16="http://schemas.microsoft.com/office/drawing/2014/main" id="{9F5261F0-4F86-2F91-3F29-1FBC60EAA946}"/>
                </a:ext>
              </a:extLst>
            </p:cNvPr>
            <p:cNvSpPr>
              <a:spLocks/>
            </p:cNvSpPr>
            <p:nvPr/>
          </p:nvSpPr>
          <p:spPr bwMode="ltGray">
            <a:xfrm>
              <a:off x="2507" y="2018"/>
              <a:ext cx="824" cy="735"/>
            </a:xfrm>
            <a:custGeom>
              <a:avLst/>
              <a:gdLst>
                <a:gd name="T0" fmla="*/ 104 w 1321"/>
                <a:gd name="T1" fmla="*/ 14 h 712"/>
                <a:gd name="T2" fmla="*/ 106 w 1321"/>
                <a:gd name="T3" fmla="*/ 16 h 712"/>
                <a:gd name="T4" fmla="*/ 106 w 1321"/>
                <a:gd name="T5" fmla="*/ 17 h 712"/>
                <a:gd name="T6" fmla="*/ 106 w 1321"/>
                <a:gd name="T7" fmla="*/ 18 h 712"/>
                <a:gd name="T8" fmla="*/ 104 w 1321"/>
                <a:gd name="T9" fmla="*/ 19 h 712"/>
                <a:gd name="T10" fmla="*/ 102 w 1321"/>
                <a:gd name="T11" fmla="*/ 20 h 712"/>
                <a:gd name="T12" fmla="*/ 100 w 1321"/>
                <a:gd name="T13" fmla="*/ 21 h 712"/>
                <a:gd name="T14" fmla="*/ 96 w 1321"/>
                <a:gd name="T15" fmla="*/ 22 h 712"/>
                <a:gd name="T16" fmla="*/ 92 w 1321"/>
                <a:gd name="T17" fmla="*/ 23 h 712"/>
                <a:gd name="T18" fmla="*/ 87 w 1321"/>
                <a:gd name="T19" fmla="*/ 23 h 712"/>
                <a:gd name="T20" fmla="*/ 82 w 1321"/>
                <a:gd name="T21" fmla="*/ 24 h 712"/>
                <a:gd name="T22" fmla="*/ 78 w 1321"/>
                <a:gd name="T23" fmla="*/ 24 h 712"/>
                <a:gd name="T24" fmla="*/ 72 w 1321"/>
                <a:gd name="T25" fmla="*/ 25 h 712"/>
                <a:gd name="T26" fmla="*/ 67 w 1321"/>
                <a:gd name="T27" fmla="*/ 25 h 712"/>
                <a:gd name="T28" fmla="*/ 64 w 1321"/>
                <a:gd name="T29" fmla="*/ 25 h 712"/>
                <a:gd name="T30" fmla="*/ 38 w 1321"/>
                <a:gd name="T31" fmla="*/ 25 h 712"/>
                <a:gd name="T32" fmla="*/ 38 w 1321"/>
                <a:gd name="T33" fmla="*/ 25 h 712"/>
                <a:gd name="T34" fmla="*/ 33 w 1321"/>
                <a:gd name="T35" fmla="*/ 25 h 712"/>
                <a:gd name="T36" fmla="*/ 28 w 1321"/>
                <a:gd name="T37" fmla="*/ 25 h 712"/>
                <a:gd name="T38" fmla="*/ 23 w 1321"/>
                <a:gd name="T39" fmla="*/ 24 h 712"/>
                <a:gd name="T40" fmla="*/ 19 w 1321"/>
                <a:gd name="T41" fmla="*/ 24 h 712"/>
                <a:gd name="T42" fmla="*/ 15 w 1321"/>
                <a:gd name="T43" fmla="*/ 24 h 712"/>
                <a:gd name="T44" fmla="*/ 11 w 1321"/>
                <a:gd name="T45" fmla="*/ 23 h 712"/>
                <a:gd name="T46" fmla="*/ 8 w 1321"/>
                <a:gd name="T47" fmla="*/ 22 h 712"/>
                <a:gd name="T48" fmla="*/ 5 w 1321"/>
                <a:gd name="T49" fmla="*/ 22 h 712"/>
                <a:gd name="T50" fmla="*/ 3 w 1321"/>
                <a:gd name="T51" fmla="*/ 21 h 712"/>
                <a:gd name="T52" fmla="*/ 2 w 1321"/>
                <a:gd name="T53" fmla="*/ 20 h 712"/>
                <a:gd name="T54" fmla="*/ 1 w 1321"/>
                <a:gd name="T55" fmla="*/ 19 h 712"/>
                <a:gd name="T56" fmla="*/ 0 w 1321"/>
                <a:gd name="T57" fmla="*/ 18 h 712"/>
                <a:gd name="T58" fmla="*/ 0 w 1321"/>
                <a:gd name="T59" fmla="*/ 18 h 712"/>
                <a:gd name="T60" fmla="*/ 1 w 1321"/>
                <a:gd name="T61" fmla="*/ 17 h 712"/>
                <a:gd name="T62" fmla="*/ 2 w 1321"/>
                <a:gd name="T63" fmla="*/ 16 h 712"/>
                <a:gd name="T64" fmla="*/ 4 w 1321"/>
                <a:gd name="T65" fmla="*/ 13 h 712"/>
                <a:gd name="T66" fmla="*/ 7 w 1321"/>
                <a:gd name="T67" fmla="*/ 10 h 712"/>
                <a:gd name="T68" fmla="*/ 12 w 1321"/>
                <a:gd name="T69" fmla="*/ 8 h 712"/>
                <a:gd name="T70" fmla="*/ 16 w 1321"/>
                <a:gd name="T71" fmla="*/ 6 h 712"/>
                <a:gd name="T72" fmla="*/ 22 w 1321"/>
                <a:gd name="T73" fmla="*/ 4 h 712"/>
                <a:gd name="T74" fmla="*/ 27 w 1321"/>
                <a:gd name="T75" fmla="*/ 3 h 712"/>
                <a:gd name="T76" fmla="*/ 34 w 1321"/>
                <a:gd name="T77" fmla="*/ 2 h 712"/>
                <a:gd name="T78" fmla="*/ 40 w 1321"/>
                <a:gd name="T79" fmla="*/ 1 h 712"/>
                <a:gd name="T80" fmla="*/ 46 w 1321"/>
                <a:gd name="T81" fmla="*/ 0 h 712"/>
                <a:gd name="T82" fmla="*/ 54 w 1321"/>
                <a:gd name="T83" fmla="*/ 0 h 712"/>
                <a:gd name="T84" fmla="*/ 54 w 1321"/>
                <a:gd name="T85" fmla="*/ 0 h 712"/>
                <a:gd name="T86" fmla="*/ 61 w 1321"/>
                <a:gd name="T87" fmla="*/ 0 h 712"/>
                <a:gd name="T88" fmla="*/ 68 w 1321"/>
                <a:gd name="T89" fmla="*/ 1 h 712"/>
                <a:gd name="T90" fmla="*/ 75 w 1321"/>
                <a:gd name="T91" fmla="*/ 2 h 712"/>
                <a:gd name="T92" fmla="*/ 81 w 1321"/>
                <a:gd name="T93" fmla="*/ 3 h 712"/>
                <a:gd name="T94" fmla="*/ 87 w 1321"/>
                <a:gd name="T95" fmla="*/ 5 h 712"/>
                <a:gd name="T96" fmla="*/ 92 w 1321"/>
                <a:gd name="T97" fmla="*/ 7 h 712"/>
                <a:gd name="T98" fmla="*/ 97 w 1321"/>
                <a:gd name="T99" fmla="*/ 9 h 712"/>
                <a:gd name="T100" fmla="*/ 101 w 1321"/>
                <a:gd name="T101" fmla="*/ 11 h 712"/>
                <a:gd name="T102" fmla="*/ 104 w 1321"/>
                <a:gd name="T103" fmla="*/ 14 h 712"/>
                <a:gd name="T104" fmla="*/ 104 w 1321"/>
                <a:gd name="T105" fmla="*/ 14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A0B1D8"/>
                </a:gs>
                <a:gs pos="24000">
                  <a:srgbClr val="DDDDDD"/>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grpSp>
          <p:nvGrpSpPr>
            <p:cNvPr id="41" name="Group 7">
              <a:extLst>
                <a:ext uri="{FF2B5EF4-FFF2-40B4-BE49-F238E27FC236}">
                  <a16:creationId xmlns:a16="http://schemas.microsoft.com/office/drawing/2014/main" id="{12B05641-DA71-0334-9CFA-4D9E4BC629EF}"/>
                </a:ext>
              </a:extLst>
            </p:cNvPr>
            <p:cNvGrpSpPr>
              <a:grpSpLocks/>
            </p:cNvGrpSpPr>
            <p:nvPr/>
          </p:nvGrpSpPr>
          <p:grpSpPr bwMode="auto">
            <a:xfrm rot="-1297425" flipH="1" flipV="1">
              <a:off x="2525" y="2693"/>
              <a:ext cx="781" cy="188"/>
              <a:chOff x="2532" y="1051"/>
              <a:chExt cx="893" cy="246"/>
            </a:xfrm>
          </p:grpSpPr>
          <p:grpSp>
            <p:nvGrpSpPr>
              <p:cNvPr id="42" name="Group 8">
                <a:extLst>
                  <a:ext uri="{FF2B5EF4-FFF2-40B4-BE49-F238E27FC236}">
                    <a16:creationId xmlns:a16="http://schemas.microsoft.com/office/drawing/2014/main" id="{3B1A85BC-9FC9-BDD3-E5DA-D5C5DBE0D3CF}"/>
                  </a:ext>
                </a:extLst>
              </p:cNvPr>
              <p:cNvGrpSpPr>
                <a:grpSpLocks/>
              </p:cNvGrpSpPr>
              <p:nvPr/>
            </p:nvGrpSpPr>
            <p:grpSpPr bwMode="auto">
              <a:xfrm>
                <a:off x="2532" y="1051"/>
                <a:ext cx="743" cy="185"/>
                <a:chOff x="1565" y="2568"/>
                <a:chExt cx="1118" cy="279"/>
              </a:xfrm>
            </p:grpSpPr>
            <p:sp>
              <p:nvSpPr>
                <p:cNvPr id="48" name="AutoShape 9">
                  <a:extLst>
                    <a:ext uri="{FF2B5EF4-FFF2-40B4-BE49-F238E27FC236}">
                      <a16:creationId xmlns:a16="http://schemas.microsoft.com/office/drawing/2014/main" id="{CEED7540-D1F9-5095-0CE4-F4E79B6904D9}"/>
                    </a:ext>
                  </a:extLst>
                </p:cNvPr>
                <p:cNvSpPr>
                  <a:spLocks noChangeArrowheads="1"/>
                </p:cNvSpPr>
                <p:nvPr/>
              </p:nvSpPr>
              <p:spPr bwMode="ltGray">
                <a:xfrm rot="5263130">
                  <a:off x="1859"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9" name="AutoShape 10">
                  <a:extLst>
                    <a:ext uri="{FF2B5EF4-FFF2-40B4-BE49-F238E27FC236}">
                      <a16:creationId xmlns:a16="http://schemas.microsoft.com/office/drawing/2014/main" id="{723A1EC5-C650-B5DC-6CA9-2FA53BA4ED19}"/>
                    </a:ext>
                  </a:extLst>
                </p:cNvPr>
                <p:cNvSpPr>
                  <a:spLocks noChangeArrowheads="1"/>
                </p:cNvSpPr>
                <p:nvPr/>
              </p:nvSpPr>
              <p:spPr bwMode="ltGray">
                <a:xfrm rot="6078281">
                  <a:off x="1995"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0" name="AutoShape 11">
                  <a:extLst>
                    <a:ext uri="{FF2B5EF4-FFF2-40B4-BE49-F238E27FC236}">
                      <a16:creationId xmlns:a16="http://schemas.microsoft.com/office/drawing/2014/main" id="{C91888B9-A24B-C472-6E04-E116ED1B9560}"/>
                    </a:ext>
                  </a:extLst>
                </p:cNvPr>
                <p:cNvSpPr>
                  <a:spLocks noChangeArrowheads="1"/>
                </p:cNvSpPr>
                <p:nvPr/>
              </p:nvSpPr>
              <p:spPr bwMode="ltGray">
                <a:xfrm rot="6373927">
                  <a:off x="2071" y="229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1" name="AutoShape 12">
                  <a:extLst>
                    <a:ext uri="{FF2B5EF4-FFF2-40B4-BE49-F238E27FC236}">
                      <a16:creationId xmlns:a16="http://schemas.microsoft.com/office/drawing/2014/main" id="{DBE6B780-B6B0-4E78-23CE-AF9316930949}"/>
                    </a:ext>
                  </a:extLst>
                </p:cNvPr>
                <p:cNvSpPr>
                  <a:spLocks noChangeArrowheads="1"/>
                </p:cNvSpPr>
                <p:nvPr/>
              </p:nvSpPr>
              <p:spPr bwMode="ltGray">
                <a:xfrm rot="6906312">
                  <a:off x="2161" y="232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grpSp>
          <p:grpSp>
            <p:nvGrpSpPr>
              <p:cNvPr id="43" name="Group 13">
                <a:extLst>
                  <a:ext uri="{FF2B5EF4-FFF2-40B4-BE49-F238E27FC236}">
                    <a16:creationId xmlns:a16="http://schemas.microsoft.com/office/drawing/2014/main" id="{42F9939A-8124-1910-5810-D06749BD69AB}"/>
                  </a:ext>
                </a:extLst>
              </p:cNvPr>
              <p:cNvGrpSpPr>
                <a:grpSpLocks/>
              </p:cNvGrpSpPr>
              <p:nvPr/>
            </p:nvGrpSpPr>
            <p:grpSpPr bwMode="auto">
              <a:xfrm rot="1353540">
                <a:off x="2682" y="1111"/>
                <a:ext cx="743" cy="186"/>
                <a:chOff x="1565" y="2568"/>
                <a:chExt cx="1118" cy="279"/>
              </a:xfrm>
            </p:grpSpPr>
            <p:sp>
              <p:nvSpPr>
                <p:cNvPr id="44" name="AutoShape 14">
                  <a:extLst>
                    <a:ext uri="{FF2B5EF4-FFF2-40B4-BE49-F238E27FC236}">
                      <a16:creationId xmlns:a16="http://schemas.microsoft.com/office/drawing/2014/main" id="{33D2945C-B77D-A6E2-12D6-EF9B92D15030}"/>
                    </a:ext>
                  </a:extLst>
                </p:cNvPr>
                <p:cNvSpPr>
                  <a:spLocks noChangeArrowheads="1"/>
                </p:cNvSpPr>
                <p:nvPr/>
              </p:nvSpPr>
              <p:spPr bwMode="ltGray">
                <a:xfrm rot="5263130">
                  <a:off x="1859"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5" name="AutoShape 15">
                  <a:extLst>
                    <a:ext uri="{FF2B5EF4-FFF2-40B4-BE49-F238E27FC236}">
                      <a16:creationId xmlns:a16="http://schemas.microsoft.com/office/drawing/2014/main" id="{1F645636-6756-E9C0-E796-75372E07A1BD}"/>
                    </a:ext>
                  </a:extLst>
                </p:cNvPr>
                <p:cNvSpPr>
                  <a:spLocks noChangeArrowheads="1"/>
                </p:cNvSpPr>
                <p:nvPr/>
              </p:nvSpPr>
              <p:spPr bwMode="ltGray">
                <a:xfrm rot="6078281">
                  <a:off x="1995" y="2274"/>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6" name="AutoShape 16">
                  <a:extLst>
                    <a:ext uri="{FF2B5EF4-FFF2-40B4-BE49-F238E27FC236}">
                      <a16:creationId xmlns:a16="http://schemas.microsoft.com/office/drawing/2014/main" id="{3E4B23E8-11D4-8891-1D35-0E65C014E625}"/>
                    </a:ext>
                  </a:extLst>
                </p:cNvPr>
                <p:cNvSpPr>
                  <a:spLocks noChangeArrowheads="1"/>
                </p:cNvSpPr>
                <p:nvPr/>
              </p:nvSpPr>
              <p:spPr bwMode="ltGray">
                <a:xfrm rot="6373927">
                  <a:off x="2071" y="229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7" name="AutoShape 17">
                  <a:extLst>
                    <a:ext uri="{FF2B5EF4-FFF2-40B4-BE49-F238E27FC236}">
                      <a16:creationId xmlns:a16="http://schemas.microsoft.com/office/drawing/2014/main" id="{850FC5FB-EDD5-0FE6-0AE0-20B2DB568340}"/>
                    </a:ext>
                  </a:extLst>
                </p:cNvPr>
                <p:cNvSpPr>
                  <a:spLocks noChangeArrowheads="1"/>
                </p:cNvSpPr>
                <p:nvPr/>
              </p:nvSpPr>
              <p:spPr bwMode="ltGray">
                <a:xfrm rot="6906312">
                  <a:off x="2161" y="2326"/>
                  <a:ext cx="227" cy="816"/>
                </a:xfrm>
                <a:prstGeom prst="moon">
                  <a:avLst>
                    <a:gd name="adj" fmla="val 49773"/>
                  </a:avLst>
                </a:prstGeom>
                <a:solidFill>
                  <a:srgbClr val="F8F8F8">
                    <a:alpha val="392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pSp>
        </p:grpSp>
      </p:grpSp>
      <p:sp>
        <p:nvSpPr>
          <p:cNvPr id="52" name="Rectangle 2">
            <a:extLst>
              <a:ext uri="{FF2B5EF4-FFF2-40B4-BE49-F238E27FC236}">
                <a16:creationId xmlns:a16="http://schemas.microsoft.com/office/drawing/2014/main" id="{DF253D61-C6DD-3A68-E218-3131732D7A3C}"/>
              </a:ext>
            </a:extLst>
          </p:cNvPr>
          <p:cNvSpPr>
            <a:spLocks/>
          </p:cNvSpPr>
          <p:nvPr/>
        </p:nvSpPr>
        <p:spPr bwMode="auto">
          <a:xfrm>
            <a:off x="4978866" y="345091"/>
            <a:ext cx="6646939"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ar-EG" altLang="zh-CN" sz="3200" b="1" i="1" u="none" strike="noStrike" kern="0" cap="none" spc="0" normalizeH="0" baseline="0" noProof="0" dirty="0">
                <a:ln w="0"/>
                <a:solidFill>
                  <a:srgbClr val="C00000"/>
                </a:solidFill>
                <a:effectLst>
                  <a:outerShdw blurRad="38100" dist="19050" dir="2700000" algn="tl" rotWithShape="0">
                    <a:srgbClr val="000000">
                      <a:alpha val="40000"/>
                    </a:srgbClr>
                  </a:outerShdw>
                </a:effectLst>
                <a:uLnTx/>
                <a:uFillTx/>
                <a:latin typeface="Arial" panose="020B0604020202020204" pitchFamily="34" charset="0"/>
                <a:ea typeface="宋体" panose="02010600030101010101" pitchFamily="2" charset="-122"/>
              </a:rPr>
              <a:t>أنواع محطات تنقية مياه الشرب بمحافظة أسيوط</a:t>
            </a:r>
            <a:endParaRPr kumimoji="0" lang="zh-CN" altLang="en-US" sz="3200" b="1" i="1" u="none" strike="noStrike" kern="0" cap="none" spc="0" normalizeH="0" baseline="0" noProof="0" dirty="0">
              <a:ln w="0"/>
              <a:solidFill>
                <a:srgbClr val="C00000"/>
              </a:solidFill>
              <a:effectLst>
                <a:outerShdw blurRad="38100" dist="19050" dir="2700000" algn="tl" rotWithShape="0">
                  <a:srgbClr val="000000">
                    <a:alpha val="40000"/>
                  </a:srgbClr>
                </a:outerShdw>
              </a:effectLst>
              <a:uLnTx/>
              <a:uFillTx/>
              <a:latin typeface="Arial" panose="020B0604020202020204" pitchFamily="34" charset="0"/>
              <a:ea typeface="宋体" panose="02010600030101010101" pitchFamily="2" charset="-122"/>
            </a:endParaRPr>
          </a:p>
        </p:txBody>
      </p:sp>
      <p:pic>
        <p:nvPicPr>
          <p:cNvPr id="2050" name="Picture 2" descr="69 نظام معالجة المياه الصور والصور وصور الخلفية للتنزيل المجاني">
            <a:extLst>
              <a:ext uri="{FF2B5EF4-FFF2-40B4-BE49-F238E27FC236}">
                <a16:creationId xmlns:a16="http://schemas.microsoft.com/office/drawing/2014/main" id="{427DE53F-E3FC-0075-E356-00477632B5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555" y="888169"/>
            <a:ext cx="3730813" cy="5526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230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E9F5A7E-5E85-25B4-11DC-EC6E34C7A6DE}"/>
              </a:ext>
            </a:extLst>
          </p:cNvPr>
          <p:cNvSpPr/>
          <p:nvPr/>
        </p:nvSpPr>
        <p:spPr>
          <a:xfrm>
            <a:off x="268772" y="285008"/>
            <a:ext cx="5344413" cy="58264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7">
            <a:extLst>
              <a:ext uri="{FF2B5EF4-FFF2-40B4-BE49-F238E27FC236}">
                <a16:creationId xmlns:a16="http://schemas.microsoft.com/office/drawing/2014/main" id="{A3BFD457-2825-5D81-DCAA-6D63ECBAE0F2}"/>
              </a:ext>
            </a:extLst>
          </p:cNvPr>
          <p:cNvSpPr>
            <a:spLocks/>
          </p:cNvSpPr>
          <p:nvPr/>
        </p:nvSpPr>
        <p:spPr bwMode="gray">
          <a:xfrm>
            <a:off x="303535" y="2974025"/>
            <a:ext cx="1350912" cy="1060308"/>
          </a:xfrm>
          <a:custGeom>
            <a:avLst/>
            <a:gdLst>
              <a:gd name="T0" fmla="*/ 2147483646 w 2320"/>
              <a:gd name="T1" fmla="*/ 2147483646 h 792"/>
              <a:gd name="T2" fmla="*/ 2147483646 w 2320"/>
              <a:gd name="T3" fmla="*/ 0 h 792"/>
              <a:gd name="T4" fmla="*/ 0 w 2320"/>
              <a:gd name="T5" fmla="*/ 0 h 792"/>
              <a:gd name="T6" fmla="*/ 0 w 2320"/>
              <a:gd name="T7" fmla="*/ 2147483646 h 792"/>
              <a:gd name="T8" fmla="*/ 2147483646 w 2320"/>
              <a:gd name="T9" fmla="*/ 2147483646 h 792"/>
              <a:gd name="T10" fmla="*/ 2147483646 w 2320"/>
              <a:gd name="T11" fmla="*/ 2147483646 h 792"/>
              <a:gd name="T12" fmla="*/ 2147483646 w 2320"/>
              <a:gd name="T13" fmla="*/ 2147483646 h 792"/>
              <a:gd name="T14" fmla="*/ 0 60000 65536"/>
              <a:gd name="T15" fmla="*/ 0 60000 65536"/>
              <a:gd name="T16" fmla="*/ 0 60000 65536"/>
              <a:gd name="T17" fmla="*/ 0 60000 65536"/>
              <a:gd name="T18" fmla="*/ 0 60000 65536"/>
              <a:gd name="T19" fmla="*/ 0 60000 65536"/>
              <a:gd name="T20" fmla="*/ 0 60000 65536"/>
              <a:gd name="T21" fmla="*/ 0 w 2320"/>
              <a:gd name="T22" fmla="*/ 0 h 792"/>
              <a:gd name="T23" fmla="*/ 2320 w 2320"/>
              <a:gd name="T24" fmla="*/ 792 h 7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20" h="792">
                <a:moveTo>
                  <a:pt x="88" y="696"/>
                </a:moveTo>
                <a:lnTo>
                  <a:pt x="88" y="0"/>
                </a:lnTo>
                <a:lnTo>
                  <a:pt x="0" y="0"/>
                </a:lnTo>
                <a:lnTo>
                  <a:pt x="0" y="792"/>
                </a:lnTo>
                <a:lnTo>
                  <a:pt x="2320" y="792"/>
                </a:lnTo>
                <a:lnTo>
                  <a:pt x="2320" y="696"/>
                </a:lnTo>
                <a:lnTo>
                  <a:pt x="88" y="696"/>
                </a:lnTo>
                <a:close/>
              </a:path>
            </a:pathLst>
          </a:custGeom>
          <a:solidFill>
            <a:srgbClr val="A572D0">
              <a:alpha val="50195"/>
            </a:srgbClr>
          </a:solidFill>
          <a:ln>
            <a:noFill/>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graphicFrame>
        <p:nvGraphicFramePr>
          <p:cNvPr id="11" name="Table 10">
            <a:extLst>
              <a:ext uri="{FF2B5EF4-FFF2-40B4-BE49-F238E27FC236}">
                <a16:creationId xmlns:a16="http://schemas.microsoft.com/office/drawing/2014/main" id="{DD26507D-3F3B-D12A-FA18-E4570A4AD9F0}"/>
              </a:ext>
            </a:extLst>
          </p:cNvPr>
          <p:cNvGraphicFramePr>
            <a:graphicFrameLocks noGrp="1"/>
          </p:cNvGraphicFramePr>
          <p:nvPr>
            <p:extLst>
              <p:ext uri="{D42A27DB-BD31-4B8C-83A1-F6EECF244321}">
                <p14:modId xmlns:p14="http://schemas.microsoft.com/office/powerpoint/2010/main" val="3673101799"/>
              </p:ext>
            </p:extLst>
          </p:nvPr>
        </p:nvGraphicFramePr>
        <p:xfrm>
          <a:off x="529203" y="4249332"/>
          <a:ext cx="4751428" cy="1674031"/>
        </p:xfrm>
        <a:graphic>
          <a:graphicData uri="http://schemas.openxmlformats.org/drawingml/2006/table">
            <a:tbl>
              <a:tblPr firstRow="1" bandRow="1">
                <a:gradFill rotWithShape="1">
                  <a:gsLst>
                    <a:gs pos="0">
                      <a:srgbClr val="B9B9E7">
                        <a:shade val="51000"/>
                        <a:satMod val="130000"/>
                      </a:srgbClr>
                    </a:gs>
                    <a:gs pos="80000">
                      <a:srgbClr val="B9B9E7">
                        <a:shade val="93000"/>
                        <a:satMod val="130000"/>
                      </a:srgbClr>
                    </a:gs>
                    <a:gs pos="100000">
                      <a:srgbClr val="B9B9E7">
                        <a:shade val="94000"/>
                        <a:satMod val="135000"/>
                      </a:srgbClr>
                    </a:gs>
                  </a:gsLst>
                  <a:lin ang="16200000" scaled="0"/>
                </a:gradFill>
                <a:effectLst>
                  <a:outerShdw blurRad="40000" dist="23000" dir="5400000" rotWithShape="0">
                    <a:srgbClr val="000000">
                      <a:alpha val="35000"/>
                    </a:srgbClr>
                  </a:outerShdw>
                </a:effectLst>
              </a:tblPr>
              <a:tblGrid>
                <a:gridCol w="2375714">
                  <a:extLst>
                    <a:ext uri="{9D8B030D-6E8A-4147-A177-3AD203B41FA5}">
                      <a16:colId xmlns:a16="http://schemas.microsoft.com/office/drawing/2014/main" val="928620231"/>
                    </a:ext>
                  </a:extLst>
                </a:gridCol>
                <a:gridCol w="2375714">
                  <a:extLst>
                    <a:ext uri="{9D8B030D-6E8A-4147-A177-3AD203B41FA5}">
                      <a16:colId xmlns:a16="http://schemas.microsoft.com/office/drawing/2014/main" val="3250632680"/>
                    </a:ext>
                  </a:extLst>
                </a:gridCol>
              </a:tblGrid>
              <a:tr h="781708">
                <a:tc>
                  <a:txBody>
                    <a:bodyPr/>
                    <a:lstStyle>
                      <a:lvl1pPr marL="0" algn="l" defTabSz="914400" rtl="0" eaLnBrk="1" latinLnBrk="0" hangingPunct="1">
                        <a:defRPr sz="1800" b="1" kern="1200">
                          <a:solidFill>
                            <a:schemeClr val="lt1"/>
                          </a:solidFill>
                          <a:latin typeface="Arial"/>
                          <a:ea typeface="宋体"/>
                        </a:defRPr>
                      </a:lvl1pPr>
                      <a:lvl2pPr marL="457200" algn="l" defTabSz="914400" rtl="0" eaLnBrk="1" latinLnBrk="0" hangingPunct="1">
                        <a:defRPr sz="1800" b="1" kern="1200">
                          <a:solidFill>
                            <a:schemeClr val="lt1"/>
                          </a:solidFill>
                          <a:latin typeface="Arial"/>
                          <a:ea typeface="宋体"/>
                        </a:defRPr>
                      </a:lvl2pPr>
                      <a:lvl3pPr marL="914400" algn="l" defTabSz="914400" rtl="0" eaLnBrk="1" latinLnBrk="0" hangingPunct="1">
                        <a:defRPr sz="1800" b="1" kern="1200">
                          <a:solidFill>
                            <a:schemeClr val="lt1"/>
                          </a:solidFill>
                          <a:latin typeface="Arial"/>
                          <a:ea typeface="宋体"/>
                        </a:defRPr>
                      </a:lvl3pPr>
                      <a:lvl4pPr marL="1371600" algn="l" defTabSz="914400" rtl="0" eaLnBrk="1" latinLnBrk="0" hangingPunct="1">
                        <a:defRPr sz="1800" b="1" kern="1200">
                          <a:solidFill>
                            <a:schemeClr val="lt1"/>
                          </a:solidFill>
                          <a:latin typeface="Arial"/>
                          <a:ea typeface="宋体"/>
                        </a:defRPr>
                      </a:lvl4pPr>
                      <a:lvl5pPr marL="1828800" algn="l" defTabSz="914400" rtl="0" eaLnBrk="1" latinLnBrk="0" hangingPunct="1">
                        <a:defRPr sz="1800" b="1" kern="1200">
                          <a:solidFill>
                            <a:schemeClr val="lt1"/>
                          </a:solidFill>
                          <a:latin typeface="Arial"/>
                          <a:ea typeface="宋体"/>
                        </a:defRPr>
                      </a:lvl5pPr>
                      <a:lvl6pPr marL="2286000" algn="l" defTabSz="914400" rtl="0" eaLnBrk="1" latinLnBrk="0" hangingPunct="1">
                        <a:defRPr sz="1800" b="1" kern="1200">
                          <a:solidFill>
                            <a:schemeClr val="lt1"/>
                          </a:solidFill>
                          <a:latin typeface="Arial"/>
                          <a:ea typeface="宋体"/>
                        </a:defRPr>
                      </a:lvl6pPr>
                      <a:lvl7pPr marL="2743200" algn="l" defTabSz="914400" rtl="0" eaLnBrk="1" latinLnBrk="0" hangingPunct="1">
                        <a:defRPr sz="1800" b="1" kern="1200">
                          <a:solidFill>
                            <a:schemeClr val="lt1"/>
                          </a:solidFill>
                          <a:latin typeface="Arial"/>
                          <a:ea typeface="宋体"/>
                        </a:defRPr>
                      </a:lvl7pPr>
                      <a:lvl8pPr marL="3200400" algn="l" defTabSz="914400" rtl="0" eaLnBrk="1" latinLnBrk="0" hangingPunct="1">
                        <a:defRPr sz="1800" b="1" kern="1200">
                          <a:solidFill>
                            <a:schemeClr val="lt1"/>
                          </a:solidFill>
                          <a:latin typeface="Arial"/>
                          <a:ea typeface="宋体"/>
                        </a:defRPr>
                      </a:lvl8pPr>
                      <a:lvl9pPr marL="3657600" algn="l" defTabSz="914400" rtl="0" eaLnBrk="1" latinLnBrk="0" hangingPunct="1">
                        <a:defRPr sz="1800" b="1" kern="1200">
                          <a:solidFill>
                            <a:schemeClr val="lt1"/>
                          </a:solidFill>
                          <a:latin typeface="Arial"/>
                          <a:ea typeface="宋体"/>
                        </a:defRPr>
                      </a:lvl9pPr>
                    </a:lstStyle>
                    <a:p>
                      <a:pPr algn="ctr"/>
                      <a:r>
                        <a:rPr lang="ar-EG" sz="2000" b="1" dirty="0">
                          <a:solidFill>
                            <a:schemeClr val="tx1"/>
                          </a:solidFill>
                        </a:rPr>
                        <a:t>نسبة التغطية بالمياه الجوفية %</a:t>
                      </a:r>
                      <a:endParaRPr lang="en-US" sz="2000" b="1" dirty="0">
                        <a:solidFill>
                          <a:schemeClr val="tx1"/>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rial"/>
                          <a:ea typeface="宋体"/>
                        </a:defRPr>
                      </a:lvl1pPr>
                      <a:lvl2pPr marL="457200" algn="l" defTabSz="914400" rtl="0" eaLnBrk="1" latinLnBrk="0" hangingPunct="1">
                        <a:defRPr sz="1800" b="1" kern="1200">
                          <a:solidFill>
                            <a:schemeClr val="lt1"/>
                          </a:solidFill>
                          <a:latin typeface="Arial"/>
                          <a:ea typeface="宋体"/>
                        </a:defRPr>
                      </a:lvl2pPr>
                      <a:lvl3pPr marL="914400" algn="l" defTabSz="914400" rtl="0" eaLnBrk="1" latinLnBrk="0" hangingPunct="1">
                        <a:defRPr sz="1800" b="1" kern="1200">
                          <a:solidFill>
                            <a:schemeClr val="lt1"/>
                          </a:solidFill>
                          <a:latin typeface="Arial"/>
                          <a:ea typeface="宋体"/>
                        </a:defRPr>
                      </a:lvl3pPr>
                      <a:lvl4pPr marL="1371600" algn="l" defTabSz="914400" rtl="0" eaLnBrk="1" latinLnBrk="0" hangingPunct="1">
                        <a:defRPr sz="1800" b="1" kern="1200">
                          <a:solidFill>
                            <a:schemeClr val="lt1"/>
                          </a:solidFill>
                          <a:latin typeface="Arial"/>
                          <a:ea typeface="宋体"/>
                        </a:defRPr>
                      </a:lvl4pPr>
                      <a:lvl5pPr marL="1828800" algn="l" defTabSz="914400" rtl="0" eaLnBrk="1" latinLnBrk="0" hangingPunct="1">
                        <a:defRPr sz="1800" b="1" kern="1200">
                          <a:solidFill>
                            <a:schemeClr val="lt1"/>
                          </a:solidFill>
                          <a:latin typeface="Arial"/>
                          <a:ea typeface="宋体"/>
                        </a:defRPr>
                      </a:lvl5pPr>
                      <a:lvl6pPr marL="2286000" algn="l" defTabSz="914400" rtl="0" eaLnBrk="1" latinLnBrk="0" hangingPunct="1">
                        <a:defRPr sz="1800" b="1" kern="1200">
                          <a:solidFill>
                            <a:schemeClr val="lt1"/>
                          </a:solidFill>
                          <a:latin typeface="Arial"/>
                          <a:ea typeface="宋体"/>
                        </a:defRPr>
                      </a:lvl6pPr>
                      <a:lvl7pPr marL="2743200" algn="l" defTabSz="914400" rtl="0" eaLnBrk="1" latinLnBrk="0" hangingPunct="1">
                        <a:defRPr sz="1800" b="1" kern="1200">
                          <a:solidFill>
                            <a:schemeClr val="lt1"/>
                          </a:solidFill>
                          <a:latin typeface="Arial"/>
                          <a:ea typeface="宋体"/>
                        </a:defRPr>
                      </a:lvl7pPr>
                      <a:lvl8pPr marL="3200400" algn="l" defTabSz="914400" rtl="0" eaLnBrk="1" latinLnBrk="0" hangingPunct="1">
                        <a:defRPr sz="1800" b="1" kern="1200">
                          <a:solidFill>
                            <a:schemeClr val="lt1"/>
                          </a:solidFill>
                          <a:latin typeface="Arial"/>
                          <a:ea typeface="宋体"/>
                        </a:defRPr>
                      </a:lvl8pPr>
                      <a:lvl9pPr marL="3657600" algn="l" defTabSz="914400" rtl="0" eaLnBrk="1" latinLnBrk="0" hangingPunct="1">
                        <a:defRPr sz="1800" b="1" kern="1200">
                          <a:solidFill>
                            <a:schemeClr val="lt1"/>
                          </a:solidFill>
                          <a:latin typeface="Arial"/>
                          <a:ea typeface="宋体"/>
                        </a:defRPr>
                      </a:lvl9pPr>
                    </a:lstStyle>
                    <a:p>
                      <a:pPr algn="ctr"/>
                      <a:r>
                        <a:rPr lang="ar-EG" sz="2000" b="1" dirty="0">
                          <a:solidFill>
                            <a:schemeClr val="tx1"/>
                          </a:solidFill>
                        </a:rPr>
                        <a:t>نسبة التغطية بالمياه السطحية %</a:t>
                      </a:r>
                      <a:endParaRPr lang="en-US" sz="2000" b="1" dirty="0">
                        <a:solidFill>
                          <a:schemeClr val="tx1"/>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33876493"/>
                  </a:ext>
                </a:extLst>
              </a:tr>
              <a:tr h="892323">
                <a:tc>
                  <a:txBody>
                    <a:bodyPr/>
                    <a:lstStyle>
                      <a:lvl1pPr marL="0" algn="l" defTabSz="914400" rtl="0" eaLnBrk="1" latinLnBrk="0" hangingPunct="1">
                        <a:defRPr sz="1800" kern="1200">
                          <a:solidFill>
                            <a:schemeClr val="lt1"/>
                          </a:solidFill>
                          <a:latin typeface="Arial"/>
                          <a:ea typeface="宋体"/>
                        </a:defRPr>
                      </a:lvl1pPr>
                      <a:lvl2pPr marL="457200" algn="l" defTabSz="914400" rtl="0" eaLnBrk="1" latinLnBrk="0" hangingPunct="1">
                        <a:defRPr sz="1800" kern="1200">
                          <a:solidFill>
                            <a:schemeClr val="lt1"/>
                          </a:solidFill>
                          <a:latin typeface="Arial"/>
                          <a:ea typeface="宋体"/>
                        </a:defRPr>
                      </a:lvl2pPr>
                      <a:lvl3pPr marL="914400" algn="l" defTabSz="914400" rtl="0" eaLnBrk="1" latinLnBrk="0" hangingPunct="1">
                        <a:defRPr sz="1800" kern="1200">
                          <a:solidFill>
                            <a:schemeClr val="lt1"/>
                          </a:solidFill>
                          <a:latin typeface="Arial"/>
                          <a:ea typeface="宋体"/>
                        </a:defRPr>
                      </a:lvl3pPr>
                      <a:lvl4pPr marL="1371600" algn="l" defTabSz="914400" rtl="0" eaLnBrk="1" latinLnBrk="0" hangingPunct="1">
                        <a:defRPr sz="1800" kern="1200">
                          <a:solidFill>
                            <a:schemeClr val="lt1"/>
                          </a:solidFill>
                          <a:latin typeface="Arial"/>
                          <a:ea typeface="宋体"/>
                        </a:defRPr>
                      </a:lvl4pPr>
                      <a:lvl5pPr marL="1828800" algn="l" defTabSz="914400" rtl="0" eaLnBrk="1" latinLnBrk="0" hangingPunct="1">
                        <a:defRPr sz="1800" kern="1200">
                          <a:solidFill>
                            <a:schemeClr val="lt1"/>
                          </a:solidFill>
                          <a:latin typeface="Arial"/>
                          <a:ea typeface="宋体"/>
                        </a:defRPr>
                      </a:lvl5pPr>
                      <a:lvl6pPr marL="2286000" algn="l" defTabSz="914400" rtl="0" eaLnBrk="1" latinLnBrk="0" hangingPunct="1">
                        <a:defRPr sz="1800" kern="1200">
                          <a:solidFill>
                            <a:schemeClr val="lt1"/>
                          </a:solidFill>
                          <a:latin typeface="Arial"/>
                          <a:ea typeface="宋体"/>
                        </a:defRPr>
                      </a:lvl6pPr>
                      <a:lvl7pPr marL="2743200" algn="l" defTabSz="914400" rtl="0" eaLnBrk="1" latinLnBrk="0" hangingPunct="1">
                        <a:defRPr sz="1800" kern="1200">
                          <a:solidFill>
                            <a:schemeClr val="lt1"/>
                          </a:solidFill>
                          <a:latin typeface="Arial"/>
                          <a:ea typeface="宋体"/>
                        </a:defRPr>
                      </a:lvl7pPr>
                      <a:lvl8pPr marL="3200400" algn="l" defTabSz="914400" rtl="0" eaLnBrk="1" latinLnBrk="0" hangingPunct="1">
                        <a:defRPr sz="1800" kern="1200">
                          <a:solidFill>
                            <a:schemeClr val="lt1"/>
                          </a:solidFill>
                          <a:latin typeface="Arial"/>
                          <a:ea typeface="宋体"/>
                        </a:defRPr>
                      </a:lvl8pPr>
                      <a:lvl9pPr marL="3657600" algn="l" defTabSz="914400" rtl="0" eaLnBrk="1" latinLnBrk="0" hangingPunct="1">
                        <a:defRPr sz="1800" kern="1200">
                          <a:solidFill>
                            <a:schemeClr val="lt1"/>
                          </a:solidFill>
                          <a:latin typeface="Arial"/>
                          <a:ea typeface="宋体"/>
                        </a:defRPr>
                      </a:lvl9pPr>
                    </a:lstStyle>
                    <a:p>
                      <a:pPr algn="ctr"/>
                      <a:r>
                        <a:rPr lang="en-US" sz="2000" b="1" dirty="0">
                          <a:solidFill>
                            <a:schemeClr val="tx1"/>
                          </a:solidFill>
                        </a:rPr>
                        <a:t>33%</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lt1"/>
                          </a:solidFill>
                          <a:latin typeface="Arial"/>
                          <a:ea typeface="宋体"/>
                        </a:defRPr>
                      </a:lvl1pPr>
                      <a:lvl2pPr marL="457200" algn="l" defTabSz="914400" rtl="0" eaLnBrk="1" latinLnBrk="0" hangingPunct="1">
                        <a:defRPr sz="1800" kern="1200">
                          <a:solidFill>
                            <a:schemeClr val="lt1"/>
                          </a:solidFill>
                          <a:latin typeface="Arial"/>
                          <a:ea typeface="宋体"/>
                        </a:defRPr>
                      </a:lvl2pPr>
                      <a:lvl3pPr marL="914400" algn="l" defTabSz="914400" rtl="0" eaLnBrk="1" latinLnBrk="0" hangingPunct="1">
                        <a:defRPr sz="1800" kern="1200">
                          <a:solidFill>
                            <a:schemeClr val="lt1"/>
                          </a:solidFill>
                          <a:latin typeface="Arial"/>
                          <a:ea typeface="宋体"/>
                        </a:defRPr>
                      </a:lvl3pPr>
                      <a:lvl4pPr marL="1371600" algn="l" defTabSz="914400" rtl="0" eaLnBrk="1" latinLnBrk="0" hangingPunct="1">
                        <a:defRPr sz="1800" kern="1200">
                          <a:solidFill>
                            <a:schemeClr val="lt1"/>
                          </a:solidFill>
                          <a:latin typeface="Arial"/>
                          <a:ea typeface="宋体"/>
                        </a:defRPr>
                      </a:lvl4pPr>
                      <a:lvl5pPr marL="1828800" algn="l" defTabSz="914400" rtl="0" eaLnBrk="1" latinLnBrk="0" hangingPunct="1">
                        <a:defRPr sz="1800" kern="1200">
                          <a:solidFill>
                            <a:schemeClr val="lt1"/>
                          </a:solidFill>
                          <a:latin typeface="Arial"/>
                          <a:ea typeface="宋体"/>
                        </a:defRPr>
                      </a:lvl5pPr>
                      <a:lvl6pPr marL="2286000" algn="l" defTabSz="914400" rtl="0" eaLnBrk="1" latinLnBrk="0" hangingPunct="1">
                        <a:defRPr sz="1800" kern="1200">
                          <a:solidFill>
                            <a:schemeClr val="lt1"/>
                          </a:solidFill>
                          <a:latin typeface="Arial"/>
                          <a:ea typeface="宋体"/>
                        </a:defRPr>
                      </a:lvl6pPr>
                      <a:lvl7pPr marL="2743200" algn="l" defTabSz="914400" rtl="0" eaLnBrk="1" latinLnBrk="0" hangingPunct="1">
                        <a:defRPr sz="1800" kern="1200">
                          <a:solidFill>
                            <a:schemeClr val="lt1"/>
                          </a:solidFill>
                          <a:latin typeface="Arial"/>
                          <a:ea typeface="宋体"/>
                        </a:defRPr>
                      </a:lvl7pPr>
                      <a:lvl8pPr marL="3200400" algn="l" defTabSz="914400" rtl="0" eaLnBrk="1" latinLnBrk="0" hangingPunct="1">
                        <a:defRPr sz="1800" kern="1200">
                          <a:solidFill>
                            <a:schemeClr val="lt1"/>
                          </a:solidFill>
                          <a:latin typeface="Arial"/>
                          <a:ea typeface="宋体"/>
                        </a:defRPr>
                      </a:lvl8pPr>
                      <a:lvl9pPr marL="3657600" algn="l" defTabSz="914400" rtl="0" eaLnBrk="1" latinLnBrk="0" hangingPunct="1">
                        <a:defRPr sz="1800" kern="1200">
                          <a:solidFill>
                            <a:schemeClr val="lt1"/>
                          </a:solidFill>
                          <a:latin typeface="Arial"/>
                          <a:ea typeface="宋体"/>
                        </a:defRPr>
                      </a:lvl9pPr>
                    </a:lstStyle>
                    <a:p>
                      <a:pPr algn="ctr"/>
                      <a:r>
                        <a:rPr lang="en-US" sz="2000" b="1" dirty="0">
                          <a:solidFill>
                            <a:schemeClr val="tx1"/>
                          </a:solidFill>
                        </a:rPr>
                        <a:t>67%</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8594943"/>
                  </a:ext>
                </a:extLst>
              </a:tr>
            </a:tbl>
          </a:graphicData>
        </a:graphic>
      </p:graphicFrame>
      <p:sp>
        <p:nvSpPr>
          <p:cNvPr id="12" name="AutoShape 9">
            <a:extLst>
              <a:ext uri="{FF2B5EF4-FFF2-40B4-BE49-F238E27FC236}">
                <a16:creationId xmlns:a16="http://schemas.microsoft.com/office/drawing/2014/main" id="{52D5F322-5CAF-918F-9436-63D9BBD959D9}"/>
              </a:ext>
            </a:extLst>
          </p:cNvPr>
          <p:cNvSpPr>
            <a:spLocks noChangeArrowheads="1"/>
          </p:cNvSpPr>
          <p:nvPr/>
        </p:nvSpPr>
        <p:spPr bwMode="gray">
          <a:xfrm>
            <a:off x="355601" y="903438"/>
            <a:ext cx="5185460" cy="2978840"/>
          </a:xfrm>
          <a:prstGeom prst="roundRect">
            <a:avLst>
              <a:gd name="adj" fmla="val 16667"/>
            </a:avLst>
          </a:prstGeom>
          <a:gradFill flip="none" rotWithShape="1">
            <a:gsLst>
              <a:gs pos="0">
                <a:srgbClr val="99CCFF">
                  <a:shade val="30000"/>
                  <a:satMod val="115000"/>
                </a:srgbClr>
              </a:gs>
              <a:gs pos="50000">
                <a:srgbClr val="99CCFF">
                  <a:shade val="67500"/>
                  <a:satMod val="115000"/>
                </a:srgbClr>
              </a:gs>
              <a:gs pos="100000">
                <a:srgbClr val="99CCFF">
                  <a:shade val="100000"/>
                  <a:satMod val="115000"/>
                </a:srgbClr>
              </a:gs>
            </a:gsLst>
            <a:path path="circle">
              <a:fillToRect l="100000" t="100000"/>
            </a:path>
            <a:tileRect r="-100000" b="-100000"/>
          </a:gradFill>
          <a:ln>
            <a:noFill/>
          </a:ln>
          <a:effectLst/>
          <a:scene3d>
            <a:camera prst="legacyObliqueTopRight"/>
            <a:lightRig rig="legacyFlat3" dir="b"/>
          </a:scene3d>
          <a:sp3d extrusionH="303200" prstMaterial="legacyMatte">
            <a:bevelT w="13500" h="13500" prst="angle"/>
            <a:bevelB w="13500" h="13500" prst="angle"/>
            <a:extrusionClr>
              <a:srgbClr val="AF67FF"/>
            </a:extrusionClr>
          </a:sp3d>
        </p:spPr>
        <p:txBody>
          <a:bodyPr wrap="none" anchor="ctr">
            <a:flatTx/>
          </a:bodyPr>
          <a:lstStyle/>
          <a:p>
            <a:pPr marL="0" marR="0" lvl="0" indent="0" algn="r" defTabSz="914400" eaLnBrk="0" fontAlgn="base" latinLnBrk="0" hangingPunct="0">
              <a:lnSpc>
                <a:spcPct val="100000"/>
              </a:lnSpc>
              <a:spcBef>
                <a:spcPct val="0"/>
              </a:spcBef>
              <a:spcAft>
                <a:spcPct val="0"/>
              </a:spcAft>
              <a:buClrTx/>
              <a:buSzTx/>
              <a:buFontTx/>
              <a:buNone/>
              <a:tabLst/>
              <a:defRPr/>
            </a:pPr>
            <a:endParaRPr kumimoji="0" lang="en-US" altLang="zh-CN" sz="2400" b="0" i="0" u="none" strike="noStrike" kern="0" cap="none" spc="0" normalizeH="0" baseline="0" noProof="0" dirty="0">
              <a:ln>
                <a:noFill/>
              </a:ln>
              <a:solidFill>
                <a:srgbClr val="000000"/>
              </a:solidFill>
              <a:effectLst/>
              <a:uLnTx/>
              <a:uFillTx/>
              <a:latin typeface="Arial" charset="0"/>
              <a:ea typeface="宋体" panose="02010600030101010101" pitchFamily="2" charset="-122"/>
            </a:endParaRPr>
          </a:p>
        </p:txBody>
      </p:sp>
      <p:sp>
        <p:nvSpPr>
          <p:cNvPr id="13" name="TextBox 12">
            <a:extLst>
              <a:ext uri="{FF2B5EF4-FFF2-40B4-BE49-F238E27FC236}">
                <a16:creationId xmlns:a16="http://schemas.microsoft.com/office/drawing/2014/main" id="{DD53A31C-30D7-A4BB-4E2D-03B0D92EA346}"/>
              </a:ext>
            </a:extLst>
          </p:cNvPr>
          <p:cNvSpPr txBox="1"/>
          <p:nvPr/>
        </p:nvSpPr>
        <p:spPr>
          <a:xfrm>
            <a:off x="355602" y="778152"/>
            <a:ext cx="5072198" cy="3074624"/>
          </a:xfrm>
          <a:prstGeom prst="rect">
            <a:avLst/>
          </a:prstGeom>
          <a:noFill/>
        </p:spPr>
        <p:txBody>
          <a:bodyPr wrap="square" rtlCol="0">
            <a:spAutoFit/>
          </a:bodyPr>
          <a:lstStyle/>
          <a:p>
            <a:pPr algn="r" defTabSz="914400" eaLnBrk="0" fontAlgn="base" hangingPunct="0">
              <a:lnSpc>
                <a:spcPct val="200000"/>
              </a:lnSpc>
              <a:spcBef>
                <a:spcPct val="0"/>
              </a:spcBef>
              <a:spcAft>
                <a:spcPct val="0"/>
              </a:spcAft>
              <a:defRPr/>
            </a:pPr>
            <a:r>
              <a:rPr lang="ar-EG" sz="2000" b="1" dirty="0">
                <a:solidFill>
                  <a:srgbClr val="000000"/>
                </a:solidFill>
                <a:latin typeface="Arial" panose="020B0604020202020204" pitchFamily="34" charset="0"/>
                <a:ea typeface="宋体" panose="02010600030101010101" pitchFamily="2" charset="-122"/>
              </a:rPr>
              <a:t>تعتمد محافظة اسيوط على المياه السطحية والمياه الجوفية كمصدر أساسي لمياه الشرب. تتغذى بعض القرى والعزب التابعة للمحافظة بالمياه الجوفية مثل قرى الغنايم، منفلوط، ساحل سليم، ابوتيج، ابنوب، الفتح، مركز ومدينة اسيوط، ديروط ، البدارى ،القوصيه، وصدفا. </a:t>
            </a:r>
          </a:p>
        </p:txBody>
      </p:sp>
      <p:pic>
        <p:nvPicPr>
          <p:cNvPr id="17" name="Picture 16">
            <a:extLst>
              <a:ext uri="{FF2B5EF4-FFF2-40B4-BE49-F238E27FC236}">
                <a16:creationId xmlns:a16="http://schemas.microsoft.com/office/drawing/2014/main" id="{C0D45047-B401-5119-4C07-99375DACA6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2555" y="733657"/>
            <a:ext cx="5288100" cy="5377776"/>
          </a:xfrm>
          <a:prstGeom prst="rect">
            <a:avLst/>
          </a:prstGeom>
        </p:spPr>
      </p:pic>
    </p:spTree>
    <p:extLst>
      <p:ext uri="{BB962C8B-B14F-4D97-AF65-F5344CB8AC3E}">
        <p14:creationId xmlns:p14="http://schemas.microsoft.com/office/powerpoint/2010/main" val="1974377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A5BC39C-435C-D0CE-E72C-A8182C2D2B3D}"/>
              </a:ext>
            </a:extLst>
          </p:cNvPr>
          <p:cNvSpPr>
            <a:spLocks/>
          </p:cNvSpPr>
          <p:nvPr/>
        </p:nvSpPr>
        <p:spPr bwMode="auto">
          <a:xfrm>
            <a:off x="7002204" y="-550737"/>
            <a:ext cx="4648200"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buFontTx/>
              <a:buNone/>
              <a:defRPr/>
            </a:pPr>
            <a:endParaRPr lang="zh-CN" altLang="en-US" sz="2800" dirty="0">
              <a:solidFill>
                <a:srgbClr val="000000"/>
              </a:solidFill>
              <a:ea typeface="黑体" panose="02010609060101010101" pitchFamily="49" charset="-122"/>
            </a:endParaRPr>
          </a:p>
        </p:txBody>
      </p:sp>
      <p:sp>
        <p:nvSpPr>
          <p:cNvPr id="3" name="AutoShape 18">
            <a:extLst>
              <a:ext uri="{FF2B5EF4-FFF2-40B4-BE49-F238E27FC236}">
                <a16:creationId xmlns:a16="http://schemas.microsoft.com/office/drawing/2014/main" id="{58DE3F69-3A2B-DDB9-2478-7493E621EB5A}"/>
              </a:ext>
            </a:extLst>
          </p:cNvPr>
          <p:cNvSpPr>
            <a:spLocks noChangeArrowheads="1"/>
          </p:cNvSpPr>
          <p:nvPr/>
        </p:nvSpPr>
        <p:spPr bwMode="ltGray">
          <a:xfrm>
            <a:off x="279918" y="326571"/>
            <a:ext cx="8484321" cy="6242181"/>
          </a:xfrm>
          <a:prstGeom prst="roundRect">
            <a:avLst>
              <a:gd name="adj" fmla="val 16667"/>
            </a:avLst>
          </a:prstGeom>
          <a:noFill/>
          <a:ln w="57150" algn="ctr">
            <a:solidFill>
              <a:srgbClr val="80808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 name="Rectangle 4">
            <a:extLst>
              <a:ext uri="{FF2B5EF4-FFF2-40B4-BE49-F238E27FC236}">
                <a16:creationId xmlns:a16="http://schemas.microsoft.com/office/drawing/2014/main" id="{99FA7C1B-D433-2231-D30A-E29623D55565}"/>
              </a:ext>
            </a:extLst>
          </p:cNvPr>
          <p:cNvSpPr/>
          <p:nvPr/>
        </p:nvSpPr>
        <p:spPr>
          <a:xfrm>
            <a:off x="513320" y="646777"/>
            <a:ext cx="8000999" cy="5167568"/>
          </a:xfrm>
          <a:prstGeom prst="rect">
            <a:avLst/>
          </a:prstGeom>
        </p:spPr>
        <p:txBody>
          <a:bodyPr wrap="square">
            <a:spAutoFit/>
          </a:bodyPr>
          <a:lstStyle/>
          <a:p>
            <a:pPr marL="342900" indent="-342900" algn="just" defTabSz="914126" rtl="1">
              <a:lnSpc>
                <a:spcPct val="90000"/>
              </a:lnSpc>
              <a:spcBef>
                <a:spcPts val="1000"/>
              </a:spcBef>
              <a:spcAft>
                <a:spcPts val="600"/>
              </a:spcAft>
              <a:buClr>
                <a:srgbClr val="C00000"/>
              </a:buClr>
              <a:buSzPct val="80000"/>
              <a:buFont typeface="Wingdings" panose="05000000000000000000" pitchFamily="2" charset="2"/>
              <a:buChar char="§"/>
              <a:defRPr/>
            </a:pPr>
            <a:r>
              <a:rPr lang="ar-EG" sz="2800" b="1" dirty="0">
                <a:solidFill>
                  <a:srgbClr val="000000"/>
                </a:solidFill>
                <a:ea typeface="宋体"/>
                <a:cs typeface="Calibri" panose="020F0502020204030204" pitchFamily="34" charset="0"/>
              </a:rPr>
              <a:t>تولي الشركة اهتمامًا بالغاً بالالتزام بمعايير جودة المياه وصولاً للتميز والريادة واستدامة الخدمة المقدمة ، مع مراعاة معايير إجراء التحاليل البكتريولوجية والكيميائية وفقاً لمعايير منظمة الصحة العالمية وقرار وزير </a:t>
            </a:r>
            <a:r>
              <a:rPr lang="ar-EG" sz="2800" b="1" dirty="0" err="1">
                <a:solidFill>
                  <a:srgbClr val="000000"/>
                </a:solidFill>
                <a:ea typeface="宋体"/>
                <a:cs typeface="Calibri" panose="020F0502020204030204" pitchFamily="34" charset="0"/>
              </a:rPr>
              <a:t>الصحه</a:t>
            </a:r>
            <a:r>
              <a:rPr lang="ar-EG" sz="2800" b="1" dirty="0">
                <a:solidFill>
                  <a:srgbClr val="000000"/>
                </a:solidFill>
                <a:ea typeface="宋体"/>
                <a:cs typeface="Calibri" panose="020F0502020204030204" pitchFamily="34" charset="0"/>
              </a:rPr>
              <a:t> رقم 458 لسنة 2007</a:t>
            </a:r>
            <a:endParaRPr lang="ar-EG" sz="1600" b="1" dirty="0">
              <a:solidFill>
                <a:srgbClr val="000000"/>
              </a:solidFill>
              <a:ea typeface="宋体"/>
              <a:cs typeface="Calibri" panose="020F0502020204030204" pitchFamily="34" charset="0"/>
            </a:endParaRPr>
          </a:p>
          <a:p>
            <a:pPr marL="342900" marR="0" lvl="0" indent="-342900" algn="just" defTabSz="914400" rtl="1" eaLnBrk="0" fontAlgn="base" latinLnBrk="0" hangingPunct="0">
              <a:lnSpc>
                <a:spcPct val="100000"/>
              </a:lnSpc>
              <a:spcBef>
                <a:spcPct val="0"/>
              </a:spcBef>
              <a:spcAft>
                <a:spcPct val="0"/>
              </a:spcAft>
              <a:buClr>
                <a:srgbClr val="C00000"/>
              </a:buClr>
              <a:buSzTx/>
              <a:buFont typeface="Wingdings" panose="05000000000000000000" pitchFamily="2" charset="2"/>
              <a:buChar char="§"/>
              <a:tabLst/>
              <a:defRPr/>
            </a:pPr>
            <a:r>
              <a:rPr kumimoji="0" lang="ar-EG" sz="2800" b="1" i="0" u="none" strike="noStrike" kern="1200" cap="none" spc="0" normalizeH="0" baseline="0" noProof="0" dirty="0">
                <a:ln>
                  <a:noFill/>
                </a:ln>
                <a:solidFill>
                  <a:srgbClr val="000000"/>
                </a:solidFill>
                <a:effectLst/>
                <a:uLnTx/>
                <a:uFillTx/>
                <a:latin typeface="Calibri" panose="020F0502020204030204" pitchFamily="34" charset="0"/>
                <a:ea typeface="宋体"/>
                <a:cs typeface="Calibri" panose="020F0502020204030204" pitchFamily="34" charset="0"/>
              </a:rPr>
              <a:t>ويتم ذلك بخلق شبكة مترابطة من المعامل </a:t>
            </a:r>
            <a:r>
              <a:rPr kumimoji="0" lang="ar-EG" sz="2800" b="1" i="0" u="none" strike="noStrike" kern="1200" cap="none" spc="0" normalizeH="0" baseline="0" noProof="0" dirty="0" err="1">
                <a:ln>
                  <a:noFill/>
                </a:ln>
                <a:solidFill>
                  <a:srgbClr val="000000"/>
                </a:solidFill>
                <a:effectLst/>
                <a:uLnTx/>
                <a:uFillTx/>
                <a:latin typeface="Calibri" panose="020F0502020204030204" pitchFamily="34" charset="0"/>
                <a:ea typeface="宋体"/>
                <a:cs typeface="Calibri" panose="020F0502020204030204" pitchFamily="34" charset="0"/>
              </a:rPr>
              <a:t>الرئيسيه</a:t>
            </a:r>
            <a:r>
              <a:rPr kumimoji="0" lang="ar-EG" sz="2800" b="1" i="0" u="none" strike="noStrike" kern="1200" cap="none" spc="0" normalizeH="0" baseline="0" noProof="0" dirty="0">
                <a:ln>
                  <a:noFill/>
                </a:ln>
                <a:solidFill>
                  <a:srgbClr val="000000"/>
                </a:solidFill>
                <a:effectLst/>
                <a:uLnTx/>
                <a:uFillTx/>
                <a:latin typeface="Calibri" panose="020F0502020204030204" pitchFamily="34" charset="0"/>
                <a:ea typeface="宋体"/>
                <a:cs typeface="Calibri" panose="020F0502020204030204" pitchFamily="34" charset="0"/>
              </a:rPr>
              <a:t> والفرعية لتحليل عينات المياه والصرف الصحي والرجوع إلى المعمل المركزي بما يحويه من عدد (4) معامل رئيسية ما بين ( معمل التحاليل والقياسات العضوية، ومعمل الكيمياء  غير العضوية</a:t>
            </a:r>
            <a:r>
              <a:rPr kumimoji="0" lang="en-US" sz="2800" b="1" i="0" u="none" strike="noStrike" kern="1200" cap="none" spc="0" normalizeH="0" baseline="0" noProof="0" dirty="0">
                <a:ln>
                  <a:noFill/>
                </a:ln>
                <a:solidFill>
                  <a:srgbClr val="000000"/>
                </a:solidFill>
                <a:effectLst/>
                <a:uLnTx/>
                <a:uFillTx/>
                <a:latin typeface="Calibri" panose="020F0502020204030204" pitchFamily="34" charset="0"/>
                <a:ea typeface="宋体"/>
                <a:cs typeface="Calibri" panose="020F0502020204030204" pitchFamily="34" charset="0"/>
              </a:rPr>
              <a:t>Inorganic Laboratory</a:t>
            </a:r>
            <a:r>
              <a:rPr kumimoji="0" lang="ar-EG" sz="2800" b="1" i="0" u="none" strike="noStrike" kern="1200" cap="none" spc="0" normalizeH="0" baseline="0" noProof="0" dirty="0">
                <a:ln>
                  <a:noFill/>
                </a:ln>
                <a:solidFill>
                  <a:srgbClr val="000000"/>
                </a:solidFill>
                <a:effectLst/>
                <a:uLnTx/>
                <a:uFillTx/>
                <a:latin typeface="Calibri" panose="020F0502020204030204" pitchFamily="34" charset="0"/>
                <a:ea typeface="宋体"/>
                <a:cs typeface="Calibri" panose="020F0502020204030204" pitchFamily="34" charset="0"/>
              </a:rPr>
              <a:t> </a:t>
            </a:r>
            <a:r>
              <a:rPr kumimoji="0" lang="en-US" sz="2800" b="1" i="0" u="none" strike="noStrike" kern="1200" cap="none" spc="0" normalizeH="0" baseline="0" noProof="0" dirty="0">
                <a:ln>
                  <a:noFill/>
                </a:ln>
                <a:solidFill>
                  <a:srgbClr val="000000"/>
                </a:solidFill>
                <a:effectLst/>
                <a:uLnTx/>
                <a:uFillTx/>
                <a:latin typeface="Calibri" panose="020F0502020204030204" pitchFamily="34" charset="0"/>
                <a:ea typeface="宋体"/>
                <a:cs typeface="Calibri" panose="020F0502020204030204" pitchFamily="34" charset="0"/>
              </a:rPr>
              <a:t>، </a:t>
            </a:r>
            <a:r>
              <a:rPr kumimoji="0" lang="ar-EG" sz="2800" b="1" i="0" u="none" strike="noStrike" kern="1200" cap="none" spc="0" normalizeH="0" baseline="0" noProof="0" dirty="0">
                <a:ln>
                  <a:noFill/>
                </a:ln>
                <a:solidFill>
                  <a:srgbClr val="000000"/>
                </a:solidFill>
                <a:effectLst/>
                <a:uLnTx/>
                <a:uFillTx/>
                <a:latin typeface="Calibri" panose="020F0502020204030204" pitchFamily="34" charset="0"/>
                <a:ea typeface="宋体"/>
                <a:cs typeface="Calibri" panose="020F0502020204030204" pitchFamily="34" charset="0"/>
              </a:rPr>
              <a:t>المعمل الميكروبيولوجى) والمدعم بأحدث الأجهزة والمعدات اللازمة لإجراء أدق التحاليل الخاصة بالمياه لتحقيق الجودة التامة المقدمة لمحافظة أسيوط والوادي الجديد</a:t>
            </a:r>
            <a:endParaRPr kumimoji="0" lang="en-US" sz="2800" b="1" i="0" u="none" strike="noStrike" kern="1200" cap="none" spc="0" normalizeH="0" baseline="0" noProof="0" dirty="0">
              <a:ln>
                <a:noFill/>
              </a:ln>
              <a:solidFill>
                <a:srgbClr val="000000"/>
              </a:solidFill>
              <a:effectLst/>
              <a:uLnTx/>
              <a:uFillTx/>
              <a:latin typeface="Calibri" panose="020F0502020204030204" pitchFamily="34" charset="0"/>
              <a:ea typeface="宋体"/>
              <a:cs typeface="Calibri" panose="020F0502020204030204" pitchFamily="34" charset="0"/>
            </a:endParaRPr>
          </a:p>
        </p:txBody>
      </p:sp>
      <p:sp>
        <p:nvSpPr>
          <p:cNvPr id="10" name="Rectangle 2">
            <a:extLst>
              <a:ext uri="{FF2B5EF4-FFF2-40B4-BE49-F238E27FC236}">
                <a16:creationId xmlns:a16="http://schemas.microsoft.com/office/drawing/2014/main" id="{0F643560-17DD-8746-5905-930D786112DA}"/>
              </a:ext>
            </a:extLst>
          </p:cNvPr>
          <p:cNvSpPr>
            <a:spLocks/>
          </p:cNvSpPr>
          <p:nvPr/>
        </p:nvSpPr>
        <p:spPr bwMode="auto">
          <a:xfrm>
            <a:off x="9125339" y="2923735"/>
            <a:ext cx="2457894" cy="1396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defTabSz="914400" fontAlgn="base">
              <a:spcBef>
                <a:spcPct val="0"/>
              </a:spcBef>
              <a:spcAft>
                <a:spcPct val="0"/>
              </a:spcAft>
              <a:buFontTx/>
              <a:buNone/>
              <a:defRPr/>
            </a:pPr>
            <a:endParaRPr lang="zh-CN" altLang="en-US" sz="2800" b="1" dirty="0">
              <a:ln w="0"/>
              <a:solidFill>
                <a:srgbClr val="C00000"/>
              </a:solidFill>
              <a:effectLst>
                <a:outerShdw blurRad="38100" dist="19050" dir="2700000" algn="tl" rotWithShape="0">
                  <a:srgbClr val="000000">
                    <a:alpha val="40000"/>
                  </a:srgbClr>
                </a:outerShdw>
              </a:effectLst>
              <a:ea typeface="黑体" panose="02010609060101010101" pitchFamily="49" charset="-122"/>
            </a:endParaRPr>
          </a:p>
        </p:txBody>
      </p:sp>
      <p:sp>
        <p:nvSpPr>
          <p:cNvPr id="6" name="Oval 5">
            <a:extLst>
              <a:ext uri="{FF2B5EF4-FFF2-40B4-BE49-F238E27FC236}">
                <a16:creationId xmlns:a16="http://schemas.microsoft.com/office/drawing/2014/main" id="{C9D2BD88-61A9-43E1-B27F-DF6F7FAA2162}"/>
              </a:ext>
            </a:extLst>
          </p:cNvPr>
          <p:cNvSpPr/>
          <p:nvPr/>
        </p:nvSpPr>
        <p:spPr>
          <a:xfrm>
            <a:off x="8997641" y="326571"/>
            <a:ext cx="2856180" cy="2597164"/>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defTabSz="914400" fontAlgn="base">
              <a:spcBef>
                <a:spcPct val="0"/>
              </a:spcBef>
              <a:spcAft>
                <a:spcPct val="0"/>
              </a:spcAft>
              <a:buFontTx/>
              <a:buNone/>
              <a:defRPr/>
            </a:pPr>
            <a:r>
              <a:rPr lang="ar-EG" altLang="zh-CN" sz="3200" b="1" dirty="0">
                <a:ln w="0"/>
                <a:solidFill>
                  <a:srgbClr val="C00000"/>
                </a:solidFill>
                <a:effectLst>
                  <a:outerShdw blurRad="38100" dist="19050" dir="2700000" algn="tl" rotWithShape="0">
                    <a:srgbClr val="000000">
                      <a:alpha val="40000"/>
                    </a:srgbClr>
                  </a:outerShdw>
                </a:effectLst>
                <a:ea typeface="黑体" panose="02010609060101010101" pitchFamily="49" charset="-122"/>
              </a:rPr>
              <a:t>قطاع المعامل وضبط الجودة</a:t>
            </a:r>
            <a:endParaRPr lang="zh-CN" altLang="en-US" sz="3200" b="1" dirty="0">
              <a:ln w="0"/>
              <a:solidFill>
                <a:srgbClr val="C00000"/>
              </a:solidFill>
              <a:effectLst>
                <a:outerShdw blurRad="38100" dist="19050" dir="2700000" algn="tl" rotWithShape="0">
                  <a:srgbClr val="000000">
                    <a:alpha val="40000"/>
                  </a:srgbClr>
                </a:outerShdw>
              </a:effectLst>
              <a:ea typeface="黑体" panose="02010609060101010101" pitchFamily="49" charset="-122"/>
            </a:endParaRPr>
          </a:p>
        </p:txBody>
      </p:sp>
    </p:spTree>
    <p:extLst>
      <p:ext uri="{BB962C8B-B14F-4D97-AF65-F5344CB8AC3E}">
        <p14:creationId xmlns:p14="http://schemas.microsoft.com/office/powerpoint/2010/main" val="3916874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5000"/>
                <a:lumOff val="95000"/>
              </a:schemeClr>
            </a:gs>
            <a:gs pos="76000">
              <a:schemeClr val="accent5">
                <a:lumMod val="45000"/>
                <a:lumOff val="55000"/>
              </a:schemeClr>
            </a:gs>
            <a:gs pos="83000">
              <a:schemeClr val="accent5">
                <a:lumMod val="45000"/>
                <a:lumOff val="55000"/>
              </a:schemeClr>
            </a:gs>
            <a:gs pos="100000">
              <a:schemeClr val="accent5">
                <a:lumMod val="30000"/>
                <a:lumOff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C7119988-E54C-4DCD-BDD2-78064B24778B}"/>
              </a:ext>
            </a:extLst>
          </p:cNvPr>
          <p:cNvSpPr/>
          <p:nvPr/>
        </p:nvSpPr>
        <p:spPr>
          <a:xfrm>
            <a:off x="87086" y="1369435"/>
            <a:ext cx="12017827" cy="3538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EG" sz="4400" dirty="0">
                <a:solidFill>
                  <a:schemeClr val="tx1"/>
                </a:solidFill>
                <a:latin typeface="Calibri" panose="020F0502020204030204"/>
                <a:cs typeface="AF_Taif Normal" pitchFamily="2" charset="-78"/>
              </a:rPr>
              <a:t>هيكل قطاع المعامل طبقا للهيكل المعتمد من الشركة القابضة لمياه الشرب والصرف الصحي </a:t>
            </a:r>
            <a:endParaRPr lang="fr-FR" sz="4400" dirty="0">
              <a:solidFill>
                <a:schemeClr val="tx1"/>
              </a:solidFill>
              <a:latin typeface="Calibri" panose="020F0502020204030204"/>
              <a:cs typeface="AF_Taif Normal" pitchFamily="2" charset="-78"/>
            </a:endParaRPr>
          </a:p>
        </p:txBody>
      </p:sp>
    </p:spTree>
    <p:extLst>
      <p:ext uri="{BB962C8B-B14F-4D97-AF65-F5344CB8AC3E}">
        <p14:creationId xmlns:p14="http://schemas.microsoft.com/office/powerpoint/2010/main" val="16682322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93D98DA6-F7FE-C441-2914-B72254632D28}"/>
              </a:ext>
            </a:extLst>
          </p:cNvPr>
          <p:cNvGraphicFramePr/>
          <p:nvPr>
            <p:extLst>
              <p:ext uri="{D42A27DB-BD31-4B8C-83A1-F6EECF244321}">
                <p14:modId xmlns:p14="http://schemas.microsoft.com/office/powerpoint/2010/main" val="765137282"/>
              </p:ext>
            </p:extLst>
          </p:nvPr>
        </p:nvGraphicFramePr>
        <p:xfrm>
          <a:off x="154358" y="242596"/>
          <a:ext cx="11891462" cy="64567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9684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52C71-A934-B24B-29CF-9F0333223FC0}"/>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838B6CB5-8CC3-3DE9-E98E-320E4B312CF4}"/>
              </a:ext>
            </a:extLst>
          </p:cNvPr>
          <p:cNvSpPr/>
          <p:nvPr/>
        </p:nvSpPr>
        <p:spPr>
          <a:xfrm>
            <a:off x="87086" y="1369435"/>
            <a:ext cx="12017827" cy="3538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1"/>
            <a:r>
              <a:rPr lang="ar-EG" sz="4400" kern="1200" dirty="0">
                <a:solidFill>
                  <a:schemeClr val="tx1"/>
                </a:solidFill>
                <a:latin typeface="Calibri" panose="020F0502020204030204"/>
                <a:ea typeface="+mn-ea"/>
                <a:cs typeface="AF_Taif Normal" pitchFamily="2" charset="-78"/>
              </a:rPr>
              <a:t>اولا : ادارة نظم المعلومات والتقارير</a:t>
            </a:r>
          </a:p>
          <a:p>
            <a:pPr lvl="0" algn="ctr" rtl="1"/>
            <a:r>
              <a:rPr lang="ar-EG" sz="4400" dirty="0">
                <a:solidFill>
                  <a:schemeClr val="tx1"/>
                </a:solidFill>
                <a:latin typeface="Calibri" panose="020F0502020204030204"/>
                <a:cs typeface="AF_Taif Normal" pitchFamily="2" charset="-78"/>
              </a:rPr>
              <a:t>هدف الادارة : تحليل جميع عينات المياه والصرف الصحى </a:t>
            </a:r>
          </a:p>
          <a:p>
            <a:pPr lvl="0" algn="ctr" rtl="1"/>
            <a:r>
              <a:rPr lang="ar-EG" sz="4400" kern="1200" dirty="0">
                <a:solidFill>
                  <a:schemeClr val="tx1"/>
                </a:solidFill>
                <a:latin typeface="Calibri" panose="020F0502020204030204"/>
                <a:ea typeface="+mn-ea"/>
                <a:cs typeface="AF_Taif Normal" pitchFamily="2" charset="-78"/>
              </a:rPr>
              <a:t>عمل التقارير اللازمة </a:t>
            </a:r>
          </a:p>
          <a:p>
            <a:pPr lvl="0" algn="ctr" rtl="1"/>
            <a:r>
              <a:rPr lang="ar-EG" sz="4400" kern="1200" dirty="0">
                <a:solidFill>
                  <a:schemeClr val="tx1"/>
                </a:solidFill>
                <a:latin typeface="Calibri" panose="020F0502020204030204"/>
                <a:ea typeface="+mn-ea"/>
                <a:cs typeface="AF_Taif Normal" pitchFamily="2" charset="-78"/>
              </a:rPr>
              <a:t> </a:t>
            </a:r>
          </a:p>
        </p:txBody>
      </p:sp>
    </p:spTree>
    <p:extLst>
      <p:ext uri="{BB962C8B-B14F-4D97-AF65-F5344CB8AC3E}">
        <p14:creationId xmlns:p14="http://schemas.microsoft.com/office/powerpoint/2010/main" val="246169679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C8090-BC90-E1DB-AEBE-5147EF57E655}"/>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F5AF10B5-38B6-1BF7-3B15-BA4CEF268787}"/>
              </a:ext>
            </a:extLst>
          </p:cNvPr>
          <p:cNvSpPr/>
          <p:nvPr/>
        </p:nvSpPr>
        <p:spPr>
          <a:xfrm>
            <a:off x="87086" y="1369435"/>
            <a:ext cx="12017827" cy="3538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1"/>
            <a:r>
              <a:rPr lang="ar-EG" sz="4400" kern="1200" dirty="0">
                <a:solidFill>
                  <a:schemeClr val="tx1"/>
                </a:solidFill>
                <a:latin typeface="Calibri" panose="020F0502020204030204"/>
                <a:ea typeface="+mn-ea"/>
                <a:cs typeface="AF_Taif Normal" pitchFamily="2" charset="-78"/>
              </a:rPr>
              <a:t>ثانيا  : ادارة الاحتياجات</a:t>
            </a:r>
          </a:p>
          <a:p>
            <a:pPr lvl="0" algn="ctr" rtl="1"/>
            <a:r>
              <a:rPr lang="ar-EG" sz="4400" dirty="0">
                <a:solidFill>
                  <a:schemeClr val="tx1"/>
                </a:solidFill>
                <a:latin typeface="Calibri" panose="020F0502020204030204"/>
                <a:cs typeface="AF_Taif Normal" pitchFamily="2" charset="-78"/>
              </a:rPr>
              <a:t>هدف الادارة :توفير جميع احتياجات قطاع المعامل</a:t>
            </a:r>
          </a:p>
          <a:p>
            <a:pPr lvl="0" algn="ctr" rtl="1"/>
            <a:endParaRPr lang="ar-EG" sz="4400" kern="1200" dirty="0">
              <a:solidFill>
                <a:schemeClr val="tx1"/>
              </a:solidFill>
              <a:latin typeface="Calibri" panose="020F0502020204030204"/>
              <a:ea typeface="+mn-ea"/>
              <a:cs typeface="AF_Taif Normal" pitchFamily="2" charset="-78"/>
            </a:endParaRPr>
          </a:p>
        </p:txBody>
      </p:sp>
    </p:spTree>
    <p:extLst>
      <p:ext uri="{BB962C8B-B14F-4D97-AF65-F5344CB8AC3E}">
        <p14:creationId xmlns:p14="http://schemas.microsoft.com/office/powerpoint/2010/main" val="404016772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1D7EA-2B21-6EE1-8B3F-58BBFCDDE586}"/>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3DED5484-3A51-2497-1A2E-79958BE0D033}"/>
              </a:ext>
            </a:extLst>
          </p:cNvPr>
          <p:cNvSpPr/>
          <p:nvPr/>
        </p:nvSpPr>
        <p:spPr>
          <a:xfrm>
            <a:off x="87086" y="324852"/>
            <a:ext cx="12017827" cy="54503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1"/>
            <a:r>
              <a:rPr lang="ar-EG" sz="4400" kern="1200" dirty="0">
                <a:solidFill>
                  <a:schemeClr val="tx1"/>
                </a:solidFill>
                <a:latin typeface="Calibri" panose="020F0502020204030204"/>
                <a:ea typeface="+mn-ea"/>
                <a:cs typeface="AF_Taif Normal" pitchFamily="2" charset="-78"/>
              </a:rPr>
              <a:t>ثالثا   : ادارة التشغيل لصالح الغير </a:t>
            </a:r>
          </a:p>
          <a:p>
            <a:pPr lvl="0" algn="ctr" rtl="1"/>
            <a:r>
              <a:rPr lang="ar-EG" sz="4400" dirty="0">
                <a:solidFill>
                  <a:schemeClr val="tx1"/>
                </a:solidFill>
                <a:latin typeface="Calibri" panose="020F0502020204030204"/>
                <a:cs typeface="AF_Taif Normal" pitchFamily="2" charset="-78"/>
              </a:rPr>
              <a:t>هدف الادارة :	</a:t>
            </a:r>
          </a:p>
          <a:p>
            <a:pPr lvl="0" algn="ctr" rtl="1"/>
            <a:r>
              <a:rPr lang="ar-EG" sz="4400" dirty="0">
                <a:solidFill>
                  <a:schemeClr val="tx1"/>
                </a:solidFill>
                <a:latin typeface="Calibri" panose="020F0502020204030204"/>
                <a:cs typeface="AF_Taif Normal" pitchFamily="2" charset="-78"/>
              </a:rPr>
              <a:t>استقبال العملاء واستلام العينات الخارجية لتحليلها بالمعمل المركزى </a:t>
            </a:r>
          </a:p>
          <a:p>
            <a:pPr lvl="0" algn="ctr" rtl="1"/>
            <a:r>
              <a:rPr lang="ar-EG" sz="4400" kern="1200" dirty="0">
                <a:solidFill>
                  <a:schemeClr val="tx1"/>
                </a:solidFill>
                <a:latin typeface="Calibri" panose="020F0502020204030204"/>
                <a:ea typeface="+mn-ea"/>
                <a:cs typeface="AF_Taif Normal" pitchFamily="2" charset="-78"/>
              </a:rPr>
              <a:t>غسيل للخزانات الخارجية المدفوعة بأجروتطهيرها وتعقيمها سواء كانت خزانات (أهلية – حكومية) </a:t>
            </a:r>
          </a:p>
        </p:txBody>
      </p:sp>
    </p:spTree>
    <p:extLst>
      <p:ext uri="{BB962C8B-B14F-4D97-AF65-F5344CB8AC3E}">
        <p14:creationId xmlns:p14="http://schemas.microsoft.com/office/powerpoint/2010/main" val="37186504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149B9-5645-CD46-E61D-05F6D2F4DED7}"/>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6A329B82-A2BB-96EB-DF65-F467DC20D7C9}"/>
              </a:ext>
            </a:extLst>
          </p:cNvPr>
          <p:cNvSpPr/>
          <p:nvPr/>
        </p:nvSpPr>
        <p:spPr>
          <a:xfrm>
            <a:off x="87086" y="1369435"/>
            <a:ext cx="12017827" cy="3538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1"/>
            <a:r>
              <a:rPr lang="ar-EG" sz="4400" kern="1200" dirty="0">
                <a:solidFill>
                  <a:schemeClr val="tx1"/>
                </a:solidFill>
                <a:latin typeface="Calibri" panose="020F0502020204030204"/>
                <a:ea typeface="+mn-ea"/>
                <a:cs typeface="AF_Taif Normal" pitchFamily="2" charset="-78"/>
              </a:rPr>
              <a:t>خدمات للمواطن</a:t>
            </a:r>
          </a:p>
          <a:p>
            <a:pPr lvl="0" algn="ctr" rtl="1"/>
            <a:r>
              <a:rPr lang="ar-EG" sz="4400" dirty="0">
                <a:solidFill>
                  <a:schemeClr val="tx1"/>
                </a:solidFill>
                <a:latin typeface="Calibri" panose="020F0502020204030204"/>
                <a:cs typeface="AF_Taif Normal" pitchFamily="2" charset="-78"/>
              </a:rPr>
              <a:t>تحليل عينات المياه سواء ان كانت كيميائيا او بكتريولوجيا وبيولوجيا  </a:t>
            </a:r>
          </a:p>
          <a:p>
            <a:pPr lvl="0" algn="ctr" rtl="1"/>
            <a:r>
              <a:rPr lang="ar-EG" sz="4400" dirty="0">
                <a:solidFill>
                  <a:schemeClr val="tx1"/>
                </a:solidFill>
                <a:latin typeface="Calibri" panose="020F0502020204030204"/>
                <a:cs typeface="AF_Taif Normal" pitchFamily="2" charset="-78"/>
              </a:rPr>
              <a:t>تحليل عينات الصرف الصحى سواء ان كانت كيميائيا او بكتريولوجيا </a:t>
            </a:r>
          </a:p>
          <a:p>
            <a:pPr lvl="0" algn="ctr" rtl="1"/>
            <a:r>
              <a:rPr lang="ar-EG" sz="4400" dirty="0">
                <a:solidFill>
                  <a:schemeClr val="tx1"/>
                </a:solidFill>
                <a:latin typeface="Calibri" panose="020F0502020204030204"/>
                <a:cs typeface="AF_Taif Normal" pitchFamily="2" charset="-78"/>
              </a:rPr>
              <a:t>فحص عينات الوسط الترشيحى (رمل وزلط ) </a:t>
            </a:r>
          </a:p>
          <a:p>
            <a:pPr lvl="0" algn="ctr" rtl="1"/>
            <a:r>
              <a:rPr lang="ar-EG" sz="4400" dirty="0">
                <a:solidFill>
                  <a:schemeClr val="tx1"/>
                </a:solidFill>
                <a:latin typeface="Calibri" panose="020F0502020204030204"/>
                <a:cs typeface="AF_Taif Normal" pitchFamily="2" charset="-78"/>
              </a:rPr>
              <a:t>غسيل الخزانات الاهلية والحكومية وتعقيمها </a:t>
            </a:r>
          </a:p>
          <a:p>
            <a:pPr lvl="0" algn="ctr" rtl="1"/>
            <a:r>
              <a:rPr lang="ar-EG" sz="4400" dirty="0">
                <a:solidFill>
                  <a:schemeClr val="tx1"/>
                </a:solidFill>
                <a:latin typeface="Calibri" panose="020F0502020204030204"/>
                <a:cs typeface="AF_Taif Normal" pitchFamily="2" charset="-78"/>
              </a:rPr>
              <a:t>للتواصل : </a:t>
            </a:r>
          </a:p>
          <a:p>
            <a:pPr lvl="0" algn="ctr" rtl="1"/>
            <a:endParaRPr lang="ar-EG" sz="4400" kern="1200" dirty="0">
              <a:solidFill>
                <a:schemeClr val="tx1"/>
              </a:solidFill>
              <a:latin typeface="Calibri" panose="020F0502020204030204"/>
              <a:ea typeface="+mn-ea"/>
              <a:cs typeface="AF_Taif Normal" pitchFamily="2" charset="-78"/>
            </a:endParaRPr>
          </a:p>
        </p:txBody>
      </p:sp>
    </p:spTree>
    <p:extLst>
      <p:ext uri="{BB962C8B-B14F-4D97-AF65-F5344CB8AC3E}">
        <p14:creationId xmlns:p14="http://schemas.microsoft.com/office/powerpoint/2010/main" val="333362030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B046C-CAB8-A906-AE54-AC030FFB4BB5}"/>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8C52A132-918E-55AD-98B7-E054F0C33D41}"/>
              </a:ext>
            </a:extLst>
          </p:cNvPr>
          <p:cNvSpPr/>
          <p:nvPr/>
        </p:nvSpPr>
        <p:spPr>
          <a:xfrm>
            <a:off x="87086" y="1369435"/>
            <a:ext cx="12017827" cy="3538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4400" b="0" i="0" u="none" strike="noStrike" kern="1200" cap="none" spc="0" normalizeH="0" baseline="0" noProof="0" dirty="0">
                <a:ln>
                  <a:noFill/>
                </a:ln>
                <a:solidFill>
                  <a:prstClr val="black"/>
                </a:solidFill>
                <a:effectLst/>
                <a:uLnTx/>
                <a:uFillTx/>
                <a:latin typeface="Calibri" panose="020F0502020204030204"/>
                <a:ea typeface="+mn-ea"/>
                <a:cs typeface="AF_Taif Normal" pitchFamily="2" charset="-78"/>
              </a:rPr>
              <a:t>رابعا : الادارة العامة للضبط الجودة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4400" b="0" i="0" u="none" strike="noStrike" kern="1200" cap="none" spc="0" normalizeH="0" baseline="0" noProof="0" dirty="0">
                <a:ln>
                  <a:noFill/>
                </a:ln>
                <a:solidFill>
                  <a:prstClr val="black"/>
                </a:solidFill>
                <a:effectLst/>
                <a:uLnTx/>
                <a:uFillTx/>
                <a:latin typeface="Calibri" panose="020F0502020204030204"/>
                <a:ea typeface="+mn-ea"/>
                <a:cs typeface="AF_Taif Normal" pitchFamily="2" charset="-78"/>
              </a:rPr>
              <a:t>هدف الادارة :</a:t>
            </a:r>
          </a:p>
        </p:txBody>
      </p:sp>
    </p:spTree>
    <p:extLst>
      <p:ext uri="{BB962C8B-B14F-4D97-AF65-F5344CB8AC3E}">
        <p14:creationId xmlns:p14="http://schemas.microsoft.com/office/powerpoint/2010/main" val="93915400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7B69D-0DB5-AB1B-D7A2-66FB99A0530B}"/>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D201606B-86F3-4566-86A5-8185D974A44E}"/>
              </a:ext>
            </a:extLst>
          </p:cNvPr>
          <p:cNvSpPr/>
          <p:nvPr/>
        </p:nvSpPr>
        <p:spPr>
          <a:xfrm>
            <a:off x="87086" y="1369435"/>
            <a:ext cx="12017827" cy="3538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4400" b="0" i="0" u="none" strike="noStrike" kern="1200" cap="none" spc="0" normalizeH="0" baseline="0" noProof="0" dirty="0">
                <a:ln>
                  <a:noFill/>
                </a:ln>
                <a:solidFill>
                  <a:prstClr val="black"/>
                </a:solidFill>
                <a:effectLst/>
                <a:uLnTx/>
                <a:uFillTx/>
                <a:latin typeface="Calibri" panose="020F0502020204030204"/>
                <a:ea typeface="+mn-ea"/>
                <a:cs typeface="AF_Taif Normal" pitchFamily="2" charset="-78"/>
              </a:rPr>
              <a:t>رابعا : الادارة العامة للسلامة والمامونية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4400" b="0" i="0" u="none" strike="noStrike" kern="1200" cap="none" spc="0" normalizeH="0" baseline="0" noProof="0" dirty="0">
                <a:ln>
                  <a:noFill/>
                </a:ln>
                <a:solidFill>
                  <a:prstClr val="black"/>
                </a:solidFill>
                <a:effectLst/>
                <a:uLnTx/>
                <a:uFillTx/>
                <a:latin typeface="Calibri" panose="020F0502020204030204"/>
                <a:ea typeface="+mn-ea"/>
                <a:cs typeface="AF_Taif Normal" pitchFamily="2" charset="-78"/>
              </a:rPr>
              <a:t>هدف الادارة : إعداد خطط سلامة ومأمونية المياه لمناطق الإمداد، وخطط مأمونية تداول الصرف الصحي، بالإضافة إلى تقديم ورش عمل وبرامج تدريبية للتعريف بخطط سلامة ومأمونية المياه </a:t>
            </a:r>
          </a:p>
        </p:txBody>
      </p:sp>
    </p:spTree>
    <p:extLst>
      <p:ext uri="{BB962C8B-B14F-4D97-AF65-F5344CB8AC3E}">
        <p14:creationId xmlns:p14="http://schemas.microsoft.com/office/powerpoint/2010/main" val="152126692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B84A5-6276-9E99-6A6C-5319062C1D24}"/>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CC83A673-5DC7-266F-6325-96C2BD535ED1}"/>
              </a:ext>
            </a:extLst>
          </p:cNvPr>
          <p:cNvSpPr/>
          <p:nvPr/>
        </p:nvSpPr>
        <p:spPr>
          <a:xfrm>
            <a:off x="87086" y="1369435"/>
            <a:ext cx="12017827" cy="3538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1"/>
            <a:r>
              <a:rPr lang="ar-EG" sz="4400" kern="1200" dirty="0">
                <a:solidFill>
                  <a:schemeClr val="tx1"/>
                </a:solidFill>
                <a:latin typeface="Calibri" panose="020F0502020204030204"/>
                <a:ea typeface="+mn-ea"/>
                <a:cs typeface="AF_Taif Normal" pitchFamily="2" charset="-78"/>
              </a:rPr>
              <a:t>انجازات الادارة </a:t>
            </a:r>
          </a:p>
          <a:p>
            <a:pPr lvl="0" algn="ctr" rtl="1"/>
            <a:r>
              <a:rPr lang="ar-EG" sz="4000" kern="1200" dirty="0">
                <a:solidFill>
                  <a:schemeClr val="tx1"/>
                </a:solidFill>
                <a:latin typeface="Calibri" panose="020F0502020204030204"/>
                <a:ea typeface="+mn-ea"/>
                <a:cs typeface="AF_Taif Normal" pitchFamily="2" charset="-78"/>
              </a:rPr>
              <a:t>1-	تم اعتماد ١٥ خطة لمأمونية مياه الشرب. </a:t>
            </a:r>
          </a:p>
          <a:p>
            <a:pPr lvl="0" algn="ctr" rtl="1"/>
            <a:r>
              <a:rPr lang="ar-EG" sz="4000" kern="1200" dirty="0">
                <a:solidFill>
                  <a:schemeClr val="tx1"/>
                </a:solidFill>
                <a:latin typeface="Calibri" panose="020F0502020204030204"/>
                <a:ea typeface="+mn-ea"/>
                <a:cs typeface="AF_Taif Normal" pitchFamily="2" charset="-78"/>
              </a:rPr>
              <a:t>2-	 تم مراجعة ٣ خطط لمأمونية المياه من قبل الشركة القابضة</a:t>
            </a:r>
          </a:p>
          <a:p>
            <a:pPr lvl="0" algn="ctr" rtl="1"/>
            <a:r>
              <a:rPr lang="ar-EG" sz="4000" kern="1200" dirty="0">
                <a:solidFill>
                  <a:schemeClr val="tx1"/>
                </a:solidFill>
                <a:latin typeface="Calibri" panose="020F0502020204030204"/>
                <a:ea typeface="+mn-ea"/>
                <a:cs typeface="AF_Taif Normal" pitchFamily="2" charset="-78"/>
              </a:rPr>
              <a:t>3-	هناك خطة مياه قيد المراجعة من قبل الجهاز التنظيمي لمياه الشرب وحماية المستهلك</a:t>
            </a:r>
          </a:p>
          <a:p>
            <a:pPr lvl="0" algn="ctr" rtl="1"/>
            <a:r>
              <a:rPr lang="ar-EG" sz="4000" kern="1200" dirty="0">
                <a:solidFill>
                  <a:schemeClr val="tx1"/>
                </a:solidFill>
                <a:latin typeface="Calibri" panose="020F0502020204030204"/>
                <a:ea typeface="+mn-ea"/>
                <a:cs typeface="AF_Taif Normal" pitchFamily="2" charset="-78"/>
              </a:rPr>
              <a:t>4-	وفيما يخص خطط الصرف الصحي، تم اعتماد خطتين لمأمونية تداول الصرف الصحي، وهناك خطة قيد المراجعة في اللجنة العليا للمياه.</a:t>
            </a:r>
          </a:p>
          <a:p>
            <a:pPr lvl="0" algn="ctr" rtl="1"/>
            <a:r>
              <a:rPr lang="ar-EG" sz="4000" kern="1200" dirty="0">
                <a:solidFill>
                  <a:schemeClr val="tx1"/>
                </a:solidFill>
                <a:latin typeface="Calibri" panose="020F0502020204030204"/>
                <a:ea typeface="+mn-ea"/>
                <a:cs typeface="AF_Taif Normal" pitchFamily="2" charset="-78"/>
              </a:rPr>
              <a:t>5-	تم عمل 60  ورشة عمل واجتماع دورى</a:t>
            </a:r>
          </a:p>
        </p:txBody>
      </p:sp>
    </p:spTree>
    <p:extLst>
      <p:ext uri="{BB962C8B-B14F-4D97-AF65-F5344CB8AC3E}">
        <p14:creationId xmlns:p14="http://schemas.microsoft.com/office/powerpoint/2010/main" val="136696004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9DE58-9902-40F7-75D6-1423C0E30429}"/>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E644C040-35D7-0517-1B2A-2788DF3D0B37}"/>
              </a:ext>
            </a:extLst>
          </p:cNvPr>
          <p:cNvSpPr/>
          <p:nvPr/>
        </p:nvSpPr>
        <p:spPr>
          <a:xfrm>
            <a:off x="87086" y="1369435"/>
            <a:ext cx="12017827" cy="3538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EG" sz="4400" dirty="0">
                <a:solidFill>
                  <a:prstClr val="black"/>
                </a:solidFill>
                <a:latin typeface="Calibri" panose="020F0502020204030204"/>
                <a:cs typeface="AF_Taif Normal" pitchFamily="2" charset="-78"/>
              </a:rPr>
              <a:t>خامسا</a:t>
            </a:r>
            <a:r>
              <a:rPr kumimoji="0" lang="ar-EG" sz="4400" b="0" i="0" u="none" strike="noStrike" kern="1200" cap="none" spc="0" normalizeH="0" baseline="0" noProof="0" dirty="0">
                <a:ln>
                  <a:noFill/>
                </a:ln>
                <a:solidFill>
                  <a:prstClr val="black"/>
                </a:solidFill>
                <a:effectLst/>
                <a:uLnTx/>
                <a:uFillTx/>
                <a:latin typeface="Calibri" panose="020F0502020204030204"/>
                <a:ea typeface="+mn-ea"/>
                <a:cs typeface="AF_Taif Normal" pitchFamily="2" charset="-78"/>
              </a:rPr>
              <a:t> : الادارة العامة لمعامل مياه الشرب</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4400" b="0" i="0" u="none" strike="noStrike" kern="1200" cap="none" spc="0" normalizeH="0" baseline="0" noProof="0" dirty="0">
                <a:ln>
                  <a:noFill/>
                </a:ln>
                <a:solidFill>
                  <a:prstClr val="black"/>
                </a:solidFill>
                <a:effectLst/>
                <a:uLnTx/>
                <a:uFillTx/>
                <a:latin typeface="Calibri" panose="020F0502020204030204"/>
                <a:ea typeface="+mn-ea"/>
                <a:cs typeface="AF_Taif Normal" pitchFamily="2" charset="-78"/>
              </a:rPr>
              <a:t>هدف الادارة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3000" b="0" i="0" u="none" strike="noStrike" kern="1200" cap="none" spc="0" normalizeH="0" baseline="0" noProof="0" dirty="0">
                <a:ln>
                  <a:noFill/>
                </a:ln>
                <a:solidFill>
                  <a:prstClr val="black"/>
                </a:solidFill>
                <a:effectLst/>
                <a:uLnTx/>
                <a:uFillTx/>
                <a:latin typeface="Calibri" panose="020F0502020204030204"/>
                <a:ea typeface="+mn-ea"/>
                <a:cs typeface="AF_Taif Normal" pitchFamily="2" charset="-78"/>
              </a:rPr>
              <a:t>تضم الادارة العامة لمعامل مياه الشرب مجموعة من معامل مياه الشرب الرئيسية والفرعية والموزعة جغرافياً على نطاق محافظتي أسيوط والوادي الجديد,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3000" b="0" i="0" u="none" strike="noStrike" kern="1200" cap="none" spc="0" normalizeH="0" baseline="0" noProof="0" dirty="0">
                <a:ln>
                  <a:noFill/>
                </a:ln>
                <a:solidFill>
                  <a:prstClr val="black"/>
                </a:solidFill>
                <a:effectLst/>
                <a:uLnTx/>
                <a:uFillTx/>
                <a:latin typeface="Calibri" panose="020F0502020204030204"/>
                <a:ea typeface="+mn-ea"/>
                <a:cs typeface="AF_Taif Normal" pitchFamily="2" charset="-78"/>
              </a:rPr>
              <a:t>بالاضافة إلى مجموعة من معامل الشركة المتنقلة التابعة لبعض النطاقات الجغرافية.</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3000" b="0" i="0" u="none" strike="noStrike" kern="1200" cap="none" spc="0" normalizeH="0" baseline="0" noProof="0" dirty="0">
                <a:ln>
                  <a:noFill/>
                </a:ln>
                <a:solidFill>
                  <a:prstClr val="black"/>
                </a:solidFill>
                <a:effectLst/>
                <a:uLnTx/>
                <a:uFillTx/>
                <a:latin typeface="Calibri" panose="020F0502020204030204"/>
                <a:ea typeface="+mn-ea"/>
                <a:cs typeface="AF_Taif Normal" pitchFamily="2" charset="-78"/>
              </a:rPr>
              <a:t>كما تضم الادارة العامة بعض الادارات النوعية التابعة للادارة العامة لمعامل مياه الشرب والتي تضمن جودة الاداء المؤسسي للادارة العامة لمعامل مياه الشرب وفاعلية دورها في المسار الذي يحقق أهداف قطاع المعامل والجودة ومن ثم أهداف الشركة ضمن رؤية ورسالة الشركة.</a:t>
            </a: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EG" sz="4400" b="0" i="0" u="none" strike="noStrike" kern="1200" cap="none" spc="0" normalizeH="0" baseline="0" noProof="0" dirty="0">
              <a:ln>
                <a:noFill/>
              </a:ln>
              <a:solidFill>
                <a:prstClr val="black"/>
              </a:solidFill>
              <a:effectLst/>
              <a:uLnTx/>
              <a:uFillTx/>
              <a:latin typeface="Calibri" panose="020F0502020204030204"/>
              <a:ea typeface="+mn-ea"/>
              <a:cs typeface="AF_Taif Normal" pitchFamily="2" charset="-78"/>
            </a:endParaRPr>
          </a:p>
        </p:txBody>
      </p:sp>
    </p:spTree>
    <p:extLst>
      <p:ext uri="{BB962C8B-B14F-4D97-AF65-F5344CB8AC3E}">
        <p14:creationId xmlns:p14="http://schemas.microsoft.com/office/powerpoint/2010/main" val="128762551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06B5E-7FED-F612-25D2-BBD064CC92AB}"/>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36AC9905-E25E-0BDD-6FAA-4AB3DE987071}"/>
              </a:ext>
            </a:extLst>
          </p:cNvPr>
          <p:cNvSpPr/>
          <p:nvPr/>
        </p:nvSpPr>
        <p:spPr>
          <a:xfrm>
            <a:off x="87086" y="1369435"/>
            <a:ext cx="12017827" cy="3538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sz="4400" dirty="0">
              <a:solidFill>
                <a:prstClr val="black"/>
              </a:solidFill>
              <a:latin typeface="Calibri" panose="020F0502020204030204"/>
              <a:cs typeface="AF_Taif Normal" pitchFamily="2" charset="-78"/>
            </a:endParaRPr>
          </a:p>
          <a:p>
            <a:pPr marL="0" marR="0" lvl="0" indent="0" algn="ctr" defTabSz="914400" rtl="1" eaLnBrk="1" fontAlgn="auto" latinLnBrk="0" hangingPunct="1">
              <a:lnSpc>
                <a:spcPct val="100000"/>
              </a:lnSpc>
              <a:spcBef>
                <a:spcPts val="0"/>
              </a:spcBef>
              <a:spcAft>
                <a:spcPts val="0"/>
              </a:spcAft>
              <a:buClrTx/>
              <a:buSzTx/>
              <a:buFontTx/>
              <a:buNone/>
              <a:tabLst/>
              <a:defRPr/>
            </a:pPr>
            <a:r>
              <a:rPr lang="ar-EG" sz="4400" dirty="0">
                <a:solidFill>
                  <a:prstClr val="black"/>
                </a:solidFill>
                <a:latin typeface="Calibri" panose="020F0502020204030204"/>
                <a:cs typeface="AF_Taif Normal" pitchFamily="2" charset="-78"/>
              </a:rPr>
              <a:t>ثالثاً المراجع والأكواد المصرية والقوانين والقواعد المنظمة لطبيعة العمل بالادارة العامة لمعامل مياه الشرب</a:t>
            </a:r>
          </a:p>
          <a:p>
            <a:pPr marL="0" marR="0" lvl="0" indent="0" algn="ctr" defTabSz="914400" rtl="1" eaLnBrk="1" fontAlgn="auto" latinLnBrk="0" hangingPunct="1">
              <a:lnSpc>
                <a:spcPct val="100000"/>
              </a:lnSpc>
              <a:spcBef>
                <a:spcPts val="0"/>
              </a:spcBef>
              <a:spcAft>
                <a:spcPts val="0"/>
              </a:spcAft>
              <a:buClrTx/>
              <a:buSzTx/>
              <a:buFontTx/>
              <a:buNone/>
              <a:tabLst/>
              <a:defRPr/>
            </a:pPr>
            <a:r>
              <a:rPr lang="ar-EG" sz="2000" dirty="0">
                <a:solidFill>
                  <a:prstClr val="black"/>
                </a:solidFill>
                <a:latin typeface="Calibri" panose="020F0502020204030204"/>
                <a:cs typeface="AF_Taif Normal" pitchFamily="2" charset="-78"/>
              </a:rPr>
              <a:t>1- قرار وزير الصحة رقم 182 لسنة 2025 والذي يتضمن المواصفات القياسية المصرية لمياه الشرب والاستخدامات المنزلية والتي تعمل عليها معامل مياه الشرب بالشركة لضمان مطابقة مياه الشرب سواء بعينات طرود المحطات أو الشبكات التابعة؛ كما يتضمن دورية سحب العينات.</a:t>
            </a:r>
          </a:p>
          <a:p>
            <a:pPr marL="0" marR="0" lvl="0" indent="0" algn="ctr" defTabSz="914400" rtl="1" eaLnBrk="1" fontAlgn="auto" latinLnBrk="0" hangingPunct="1">
              <a:lnSpc>
                <a:spcPct val="100000"/>
              </a:lnSpc>
              <a:spcBef>
                <a:spcPts val="0"/>
              </a:spcBef>
              <a:spcAft>
                <a:spcPts val="0"/>
              </a:spcAft>
              <a:buClrTx/>
              <a:buSzTx/>
              <a:buFontTx/>
              <a:buNone/>
              <a:tabLst/>
              <a:defRPr/>
            </a:pPr>
            <a:r>
              <a:rPr lang="ar-EG" sz="2000" dirty="0">
                <a:solidFill>
                  <a:prstClr val="black"/>
                </a:solidFill>
                <a:latin typeface="Calibri" panose="020F0502020204030204"/>
                <a:cs typeface="AF_Taif Normal" pitchFamily="2" charset="-78"/>
              </a:rPr>
              <a:t>2-</a:t>
            </a:r>
            <a:r>
              <a:rPr lang="en-US" sz="2000" dirty="0">
                <a:solidFill>
                  <a:prstClr val="black"/>
                </a:solidFill>
                <a:latin typeface="Calibri" panose="020F0502020204030204"/>
                <a:cs typeface="AF_Taif Normal" pitchFamily="2" charset="-78"/>
              </a:rPr>
              <a:t>Standard Methods For the Examination of Water and Wastewater</a:t>
            </a:r>
            <a:r>
              <a:rPr lang="ar-EG" sz="2000" dirty="0">
                <a:solidFill>
                  <a:prstClr val="black"/>
                </a:solidFill>
                <a:latin typeface="Calibri" panose="020F0502020204030204"/>
                <a:cs typeface="AF_Taif Normal" pitchFamily="2" charset="-78"/>
              </a:rPr>
              <a:t>  وهو المرجع العالمي  في طرق تحاليل عينات مياه الشرب بكافة معاملاتها والمشار له بملحق رقم 1 من قرار وزير الصحة 182 لسنة 2025</a:t>
            </a:r>
          </a:p>
          <a:p>
            <a:pPr marL="0" marR="0" lvl="0" indent="0" algn="ctr" defTabSz="914400" rtl="1" eaLnBrk="1" fontAlgn="auto" latinLnBrk="0" hangingPunct="1">
              <a:lnSpc>
                <a:spcPct val="100000"/>
              </a:lnSpc>
              <a:spcBef>
                <a:spcPts val="0"/>
              </a:spcBef>
              <a:spcAft>
                <a:spcPts val="0"/>
              </a:spcAft>
              <a:buClrTx/>
              <a:buSzTx/>
              <a:buFontTx/>
              <a:buNone/>
              <a:tabLst/>
              <a:defRPr/>
            </a:pPr>
            <a:r>
              <a:rPr lang="ar-EG" sz="2000" dirty="0">
                <a:solidFill>
                  <a:prstClr val="black"/>
                </a:solidFill>
                <a:latin typeface="Calibri" panose="020F0502020204030204"/>
                <a:cs typeface="AF_Taif Normal" pitchFamily="2" charset="-78"/>
              </a:rPr>
              <a:t>3-	الكود المصري رقم 101/ 2016 الجزء الثالث والخاص بأسس تصميم وشروط تنفيذ محطات تنقية مياه الشرب وهو المرجع الفني المستخدم في أي عمليات تأهيل بمحطات تنقية مياه الشرب بكافة مراحل التنقية.</a:t>
            </a:r>
          </a:p>
          <a:p>
            <a:pPr marL="0" marR="0" lvl="0" indent="0" algn="ctr" defTabSz="914400" rtl="1" eaLnBrk="1" fontAlgn="auto" latinLnBrk="0" hangingPunct="1">
              <a:lnSpc>
                <a:spcPct val="100000"/>
              </a:lnSpc>
              <a:spcBef>
                <a:spcPts val="0"/>
              </a:spcBef>
              <a:spcAft>
                <a:spcPts val="0"/>
              </a:spcAft>
              <a:buClrTx/>
              <a:buSzTx/>
              <a:buFontTx/>
              <a:buNone/>
              <a:tabLst/>
              <a:defRPr/>
            </a:pPr>
            <a:r>
              <a:rPr lang="ar-EG" sz="2000" dirty="0">
                <a:solidFill>
                  <a:prstClr val="black"/>
                </a:solidFill>
                <a:latin typeface="Calibri" panose="020F0502020204030204"/>
                <a:cs typeface="AF_Taif Normal" pitchFamily="2" charset="-78"/>
              </a:rPr>
              <a:t>4-	الكود المصري رقم 103/1 الخاص بتشغيل وصيانة محطات تنقية مياه الشرب والمعمول به في أعمال التشغيل الامثل بالمحطات الحاصلة على اعتماد الادارة الفنية المستدامة </a:t>
            </a:r>
            <a:r>
              <a:rPr lang="en-US" sz="2000" dirty="0">
                <a:solidFill>
                  <a:prstClr val="black"/>
                </a:solidFill>
                <a:latin typeface="Calibri" panose="020F0502020204030204"/>
                <a:cs typeface="AF_Taif Normal" pitchFamily="2" charset="-78"/>
              </a:rPr>
              <a:t>TSM</a:t>
            </a:r>
          </a:p>
          <a:p>
            <a:pPr marL="0" marR="0" lvl="0" indent="0" algn="ctr" defTabSz="914400" rtl="1"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Calibri" panose="020F0502020204030204"/>
                <a:cs typeface="AF_Taif Normal" pitchFamily="2" charset="-78"/>
              </a:rPr>
              <a:t>5-	</a:t>
            </a:r>
            <a:r>
              <a:rPr lang="ar-EG" sz="2000" dirty="0">
                <a:solidFill>
                  <a:prstClr val="black"/>
                </a:solidFill>
                <a:latin typeface="Calibri" panose="020F0502020204030204"/>
                <a:cs typeface="AF_Taif Normal" pitchFamily="2" charset="-78"/>
              </a:rPr>
              <a:t>اللائحة التنفيذية لقانون حماية نهر النيل والمجاري المائية من التلوث بالقرار 92 لسنة 2013: والذي يتضمن في الباب الخامس طرق أخذ عينات مياه العكرة من نهر النيل والترع التابعة له وكذا دورية أحذ العينات ومواصفات المياه الخام من نهر النيل وتوابعه.</a:t>
            </a:r>
          </a:p>
          <a:p>
            <a:pPr marL="0" marR="0" lvl="0" indent="0" algn="ctr" defTabSz="914400" rtl="1" eaLnBrk="1" fontAlgn="auto" latinLnBrk="0" hangingPunct="1">
              <a:lnSpc>
                <a:spcPct val="100000"/>
              </a:lnSpc>
              <a:spcBef>
                <a:spcPts val="0"/>
              </a:spcBef>
              <a:spcAft>
                <a:spcPts val="0"/>
              </a:spcAft>
              <a:buClrTx/>
              <a:buSzTx/>
              <a:buFontTx/>
              <a:buNone/>
              <a:tabLst/>
              <a:defRPr/>
            </a:pPr>
            <a:r>
              <a:rPr lang="ar-EG" sz="2000" dirty="0">
                <a:solidFill>
                  <a:prstClr val="black"/>
                </a:solidFill>
                <a:latin typeface="Calibri" panose="020F0502020204030204"/>
                <a:cs typeface="AF_Taif Normal" pitchFamily="2" charset="-78"/>
              </a:rPr>
              <a:t>6-	 المواصفة القياسية العالمية المخصصة لمختبرات الفحص والمعايرة </a:t>
            </a:r>
            <a:r>
              <a:rPr lang="en-US" sz="2000" dirty="0">
                <a:solidFill>
                  <a:prstClr val="black"/>
                </a:solidFill>
                <a:latin typeface="Calibri" panose="020F0502020204030204"/>
                <a:cs typeface="AF_Taif Normal" pitchFamily="2" charset="-78"/>
              </a:rPr>
              <a:t>ISO/IEC 17025:2017  </a:t>
            </a:r>
            <a:r>
              <a:rPr lang="ar-EG" sz="2000" dirty="0">
                <a:solidFill>
                  <a:prstClr val="black"/>
                </a:solidFill>
                <a:latin typeface="Calibri" panose="020F0502020204030204"/>
                <a:cs typeface="AF_Taif Normal" pitchFamily="2" charset="-78"/>
              </a:rPr>
              <a:t>تحدد هذه المواصفة المتطلبات العامة للكفاءة، والحيادية، والتشغيل المتسق للمختبرات، مما يضمن دقة وموثوقية نتائج الاختبارات.</a:t>
            </a: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EG" sz="4400" b="0" i="0" u="none" strike="noStrike" kern="1200" cap="none" spc="0" normalizeH="0" baseline="0" noProof="0" dirty="0">
              <a:ln>
                <a:noFill/>
              </a:ln>
              <a:solidFill>
                <a:prstClr val="black"/>
              </a:solidFill>
              <a:effectLst/>
              <a:uLnTx/>
              <a:uFillTx/>
              <a:latin typeface="Calibri" panose="020F0502020204030204"/>
              <a:ea typeface="+mn-ea"/>
              <a:cs typeface="AF_Taif Normal" pitchFamily="2" charset="-78"/>
            </a:endParaRPr>
          </a:p>
        </p:txBody>
      </p:sp>
    </p:spTree>
    <p:extLst>
      <p:ext uri="{BB962C8B-B14F-4D97-AF65-F5344CB8AC3E}">
        <p14:creationId xmlns:p14="http://schemas.microsoft.com/office/powerpoint/2010/main" val="48808845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D998C-24C6-4DC3-E792-9596C5B30636}"/>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0A2C478E-0C57-7FE6-2C5A-9DECD7A02D03}"/>
              </a:ext>
            </a:extLst>
          </p:cNvPr>
          <p:cNvSpPr/>
          <p:nvPr/>
        </p:nvSpPr>
        <p:spPr>
          <a:xfrm>
            <a:off x="87086" y="1369435"/>
            <a:ext cx="12017827" cy="3538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EG" sz="4400" dirty="0">
                <a:solidFill>
                  <a:prstClr val="black"/>
                </a:solidFill>
                <a:latin typeface="Calibri" panose="020F0502020204030204"/>
                <a:cs typeface="AF_Taif Normal" pitchFamily="2" charset="-78"/>
              </a:rPr>
              <a:t>الأهداف المستدامة بمعامل مياه الشرب</a:t>
            </a:r>
          </a:p>
          <a:p>
            <a:pPr marL="0" marR="0" lvl="0" indent="0" algn="ctr" defTabSz="914400" rtl="1" eaLnBrk="1" fontAlgn="auto" latinLnBrk="0" hangingPunct="1">
              <a:lnSpc>
                <a:spcPct val="100000"/>
              </a:lnSpc>
              <a:spcBef>
                <a:spcPts val="0"/>
              </a:spcBef>
              <a:spcAft>
                <a:spcPts val="0"/>
              </a:spcAft>
              <a:buClrTx/>
              <a:buSzTx/>
              <a:buFontTx/>
              <a:buNone/>
              <a:tabLst/>
              <a:defRPr/>
            </a:pPr>
            <a:r>
              <a:rPr lang="ar-EG" sz="2000" dirty="0">
                <a:solidFill>
                  <a:prstClr val="black"/>
                </a:solidFill>
                <a:latin typeface="Calibri" panose="020F0502020204030204"/>
                <a:cs typeface="AF_Taif Normal" pitchFamily="2" charset="-78"/>
              </a:rPr>
              <a:t>1- جاهزية المعامل بالشركة على الدوام بما يستوفي اعتماد </a:t>
            </a:r>
            <a:r>
              <a:rPr lang="en-US" sz="2000" dirty="0">
                <a:solidFill>
                  <a:prstClr val="black"/>
                </a:solidFill>
                <a:latin typeface="Calibri" panose="020F0502020204030204"/>
                <a:cs typeface="AF_Taif Normal" pitchFamily="2" charset="-78"/>
              </a:rPr>
              <a:t>TSM </a:t>
            </a:r>
            <a:r>
              <a:rPr lang="ar-EG" sz="2000" dirty="0">
                <a:solidFill>
                  <a:prstClr val="black"/>
                </a:solidFill>
                <a:latin typeface="Calibri" panose="020F0502020204030204"/>
                <a:cs typeface="AF_Taif Normal" pitchFamily="2" charset="-78"/>
              </a:rPr>
              <a:t>الخاص بالادارة الفنية المستدامة. </a:t>
            </a:r>
          </a:p>
          <a:p>
            <a:pPr marL="0" marR="0" lvl="0" indent="0" algn="ctr" defTabSz="914400" rtl="1" eaLnBrk="1" fontAlgn="auto" latinLnBrk="0" hangingPunct="1">
              <a:lnSpc>
                <a:spcPct val="100000"/>
              </a:lnSpc>
              <a:spcBef>
                <a:spcPts val="0"/>
              </a:spcBef>
              <a:spcAft>
                <a:spcPts val="0"/>
              </a:spcAft>
              <a:buClrTx/>
              <a:buSzTx/>
              <a:buFontTx/>
              <a:buNone/>
              <a:tabLst/>
              <a:defRPr/>
            </a:pPr>
            <a:r>
              <a:rPr lang="ar-EG" sz="2000" dirty="0">
                <a:solidFill>
                  <a:prstClr val="black"/>
                </a:solidFill>
                <a:latin typeface="Calibri" panose="020F0502020204030204"/>
                <a:cs typeface="AF_Taif Normal" pitchFamily="2" charset="-78"/>
              </a:rPr>
              <a:t>2- مواكبة المعامل لمتطلبات أعتماد الأيزو </a:t>
            </a:r>
            <a:r>
              <a:rPr lang="en-US" sz="2000" dirty="0">
                <a:solidFill>
                  <a:prstClr val="black"/>
                </a:solidFill>
                <a:latin typeface="Calibri" panose="020F0502020204030204"/>
                <a:cs typeface="AF_Taif Normal" pitchFamily="2" charset="-78"/>
              </a:rPr>
              <a:t>ISO/IEC 17025 </a:t>
            </a:r>
            <a:r>
              <a:rPr lang="ar-EG" sz="2000" dirty="0">
                <a:solidFill>
                  <a:prstClr val="black"/>
                </a:solidFill>
                <a:latin typeface="Calibri" panose="020F0502020204030204"/>
                <a:cs typeface="AF_Taif Normal" pitchFamily="2" charset="-78"/>
              </a:rPr>
              <a:t>الخاص بالمختبرات وذلك في المعاملات التي تقوم معامل الشركة في قياسها وتحليلها.</a:t>
            </a:r>
          </a:p>
          <a:p>
            <a:pPr marL="0" marR="0" lvl="0" indent="0" algn="ctr" defTabSz="914400" rtl="1" eaLnBrk="1" fontAlgn="auto" latinLnBrk="0" hangingPunct="1">
              <a:lnSpc>
                <a:spcPct val="100000"/>
              </a:lnSpc>
              <a:spcBef>
                <a:spcPts val="0"/>
              </a:spcBef>
              <a:spcAft>
                <a:spcPts val="0"/>
              </a:spcAft>
              <a:buClrTx/>
              <a:buSzTx/>
              <a:buFontTx/>
              <a:buNone/>
              <a:tabLst/>
              <a:defRPr/>
            </a:pPr>
            <a:r>
              <a:rPr lang="ar-EG" sz="2000" dirty="0">
                <a:solidFill>
                  <a:prstClr val="black"/>
                </a:solidFill>
                <a:latin typeface="Calibri" panose="020F0502020204030204"/>
                <a:cs typeface="AF_Taif Normal" pitchFamily="2" charset="-78"/>
              </a:rPr>
              <a:t>3-الوصول لأعلى جودة ممكنة للمياه الصالحة للشرب والاستخدامات المنزلية بالتوازي مع الاستخدام الأمثل للكيماويات.</a:t>
            </a:r>
          </a:p>
          <a:p>
            <a:pPr marL="0" marR="0" lvl="0" indent="0" algn="ctr" defTabSz="914400" rtl="1" eaLnBrk="1" fontAlgn="auto" latinLnBrk="0" hangingPunct="1">
              <a:lnSpc>
                <a:spcPct val="100000"/>
              </a:lnSpc>
              <a:spcBef>
                <a:spcPts val="0"/>
              </a:spcBef>
              <a:spcAft>
                <a:spcPts val="0"/>
              </a:spcAft>
              <a:buClrTx/>
              <a:buSzTx/>
              <a:buFontTx/>
              <a:buNone/>
              <a:tabLst/>
              <a:defRPr/>
            </a:pPr>
            <a:r>
              <a:rPr lang="ar-EG" sz="2000" dirty="0">
                <a:solidFill>
                  <a:prstClr val="black"/>
                </a:solidFill>
                <a:latin typeface="Calibri" panose="020F0502020204030204"/>
                <a:cs typeface="AF_Taif Normal" pitchFamily="2" charset="-78"/>
              </a:rPr>
              <a:t>4-المشاركة الفاعلة لمعامل المياه والادارات النوعية بالادارة العامة لمعامل مياه الشرب لضمان استدامة وتحديث "سجلات المعامل البيئية" وسجلات المخلفات الصلبة أو الخطرة إن وجدت ضمن الدور البيئي والمؤسسي لمعامل الشركة.</a:t>
            </a:r>
          </a:p>
          <a:p>
            <a:pPr marL="0" marR="0" lvl="0" indent="0" algn="ctr" defTabSz="914400" rtl="1" eaLnBrk="1" fontAlgn="auto" latinLnBrk="0" hangingPunct="1">
              <a:lnSpc>
                <a:spcPct val="100000"/>
              </a:lnSpc>
              <a:spcBef>
                <a:spcPts val="0"/>
              </a:spcBef>
              <a:spcAft>
                <a:spcPts val="0"/>
              </a:spcAft>
              <a:buClrTx/>
              <a:buSzTx/>
              <a:buFontTx/>
              <a:buNone/>
              <a:tabLst/>
              <a:defRPr/>
            </a:pPr>
            <a:r>
              <a:rPr lang="ar-EG" sz="2000" dirty="0">
                <a:solidFill>
                  <a:prstClr val="black"/>
                </a:solidFill>
                <a:latin typeface="Calibri" panose="020F0502020204030204"/>
                <a:cs typeface="AF_Taif Normal" pitchFamily="2" charset="-78"/>
              </a:rPr>
              <a:t>5-	رصد المخاطر الآني واللحظي على الدوام والابلاغ الفوري حال رصد معامل الشركة لأية مخاطر بمآخذ محطات مياه الشرب أو مراحل الانتاج, وكذلك المساعدة في أعمال المسح البيئي لمآخذ المحطات الواقعة بها المعامل بالتعاون مع الادارة العامة للسلامة والمأمونية بقطاع المعامل بالشركة.</a:t>
            </a:r>
          </a:p>
          <a:p>
            <a:pPr marL="0" marR="0" lvl="0" indent="0" algn="ctr" defTabSz="914400" rtl="1" eaLnBrk="1" fontAlgn="auto" latinLnBrk="0" hangingPunct="1">
              <a:lnSpc>
                <a:spcPct val="100000"/>
              </a:lnSpc>
              <a:spcBef>
                <a:spcPts val="0"/>
              </a:spcBef>
              <a:spcAft>
                <a:spcPts val="0"/>
              </a:spcAft>
              <a:buClrTx/>
              <a:buSzTx/>
              <a:buFontTx/>
              <a:buNone/>
              <a:tabLst/>
              <a:defRPr/>
            </a:pPr>
            <a:r>
              <a:rPr lang="ar-EG" sz="2000" dirty="0">
                <a:solidFill>
                  <a:prstClr val="black"/>
                </a:solidFill>
                <a:latin typeface="Calibri" panose="020F0502020204030204"/>
                <a:cs typeface="AF_Taif Normal" pitchFamily="2" charset="-78"/>
              </a:rPr>
              <a:t>6- الوصول لمركبة مجهزة بأجهزة معملية حقلية تعمل بكفاءة وذلك لكل معمل بنطاق جغرافي تعمل كمعمل متنقل –والتي تمثل هدف مستدام-  بحيث يصبح لكل منطقة من مناطق أسيوط والوادي الجديد بها معمل متنقل لمتابعة شكاوى المواطنين فيما يخص جودة المياه وكذا لضمان دورية أخذ العينات من كافة المصادر وحتى شبكات التوزيع طبقاً للدورية الخاصة بعينات مياه الشرب.</a:t>
            </a: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ar-EG" sz="4400" b="0" i="0" u="none" strike="noStrike" kern="1200" cap="none" spc="0" normalizeH="0" baseline="0" noProof="0" dirty="0">
              <a:ln>
                <a:noFill/>
              </a:ln>
              <a:solidFill>
                <a:prstClr val="black"/>
              </a:solidFill>
              <a:effectLst/>
              <a:uLnTx/>
              <a:uFillTx/>
              <a:latin typeface="Calibri" panose="020F0502020204030204"/>
              <a:ea typeface="+mn-ea"/>
              <a:cs typeface="AF_Taif Normal" pitchFamily="2" charset="-78"/>
            </a:endParaRPr>
          </a:p>
        </p:txBody>
      </p:sp>
    </p:spTree>
    <p:extLst>
      <p:ext uri="{BB962C8B-B14F-4D97-AF65-F5344CB8AC3E}">
        <p14:creationId xmlns:p14="http://schemas.microsoft.com/office/powerpoint/2010/main" val="8522219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C7119988-E54C-4DCD-BDD2-78064B24778B}"/>
              </a:ext>
            </a:extLst>
          </p:cNvPr>
          <p:cNvSpPr/>
          <p:nvPr/>
        </p:nvSpPr>
        <p:spPr>
          <a:xfrm>
            <a:off x="87086" y="1369435"/>
            <a:ext cx="12017827" cy="35384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1"/>
            <a:r>
              <a:rPr lang="ar-EG" sz="4400" kern="1200" dirty="0">
                <a:solidFill>
                  <a:schemeClr val="tx1"/>
                </a:solidFill>
                <a:latin typeface="Calibri" panose="020F0502020204030204"/>
                <a:ea typeface="+mn-ea"/>
                <a:cs typeface="AF_Taif Normal" pitchFamily="2" charset="-78"/>
              </a:rPr>
              <a:t>ثانيا : حصول قطاع المعامل علي شهادة الايزو 9001 و 14001</a:t>
            </a:r>
          </a:p>
        </p:txBody>
      </p:sp>
    </p:spTree>
    <p:extLst>
      <p:ext uri="{BB962C8B-B14F-4D97-AF65-F5344CB8AC3E}">
        <p14:creationId xmlns:p14="http://schemas.microsoft.com/office/powerpoint/2010/main" val="329855767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8CB2F-F20C-4B2B-BD05-1F1561E4D23D}"/>
              </a:ext>
            </a:extLst>
          </p:cNvPr>
          <p:cNvSpPr>
            <a:spLocks noGrp="1"/>
          </p:cNvSpPr>
          <p:nvPr>
            <p:ph type="title"/>
          </p:nvPr>
        </p:nvSpPr>
        <p:spPr>
          <a:xfrm>
            <a:off x="838200" y="154571"/>
            <a:ext cx="10515600" cy="922499"/>
          </a:xfrm>
        </p:spPr>
        <p:txBody>
          <a:bodyPr/>
          <a:lstStyle/>
          <a:p>
            <a:pPr algn="ctr"/>
            <a:r>
              <a:rPr lang="ar-EG" dirty="0">
                <a:cs typeface="AF_Taif Normal" pitchFamily="2" charset="-78"/>
              </a:rPr>
              <a:t>اهميه الايزو 9001 و 14001</a:t>
            </a:r>
          </a:p>
        </p:txBody>
      </p:sp>
      <p:sp>
        <p:nvSpPr>
          <p:cNvPr id="3" name="Content Placeholder 2">
            <a:extLst>
              <a:ext uri="{FF2B5EF4-FFF2-40B4-BE49-F238E27FC236}">
                <a16:creationId xmlns:a16="http://schemas.microsoft.com/office/drawing/2014/main" id="{AF13CB1C-2F4B-4F38-A7BB-21A1D495E92B}"/>
              </a:ext>
            </a:extLst>
          </p:cNvPr>
          <p:cNvSpPr>
            <a:spLocks noGrp="1"/>
          </p:cNvSpPr>
          <p:nvPr>
            <p:ph idx="1"/>
          </p:nvPr>
        </p:nvSpPr>
        <p:spPr>
          <a:xfrm>
            <a:off x="373225" y="1373803"/>
            <a:ext cx="11234057" cy="5165109"/>
          </a:xfrm>
        </p:spPr>
        <p:txBody>
          <a:bodyPr>
            <a:normAutofit/>
          </a:bodyPr>
          <a:lstStyle/>
          <a:p>
            <a:pPr algn="r" rtl="1"/>
            <a:r>
              <a:rPr lang="ar-EG" dirty="0"/>
              <a:t>ومن أهم هذه الأهمية ما يلي:</a:t>
            </a:r>
          </a:p>
          <a:p>
            <a:pPr algn="r" rtl="1"/>
            <a:r>
              <a:rPr lang="ar-EG" dirty="0"/>
              <a:t>1. تحسين جودة الخدمات والمنتجات: تضمن هاتان الشهادتان الالتزام بمعايير الجودة والسلامة البيئية، مما ينعكس على جودة المياه المنتجة والخدمات المقدمة.</a:t>
            </a:r>
          </a:p>
          <a:p>
            <a:pPr algn="r" rtl="1"/>
            <a:r>
              <a:rPr lang="ar-EG" dirty="0"/>
              <a:t>2. زيادة الثقة والسمعة: الحصول على هاتين الشهادتين يساعد في زيادة ثقة المستفيدين والجهات المعنية في قدرة قطاع المعامل على تقديم خدمات عالية الجودة.</a:t>
            </a:r>
          </a:p>
          <a:p>
            <a:pPr algn="r" rtl="1"/>
            <a:r>
              <a:rPr lang="ar-EG" dirty="0"/>
              <a:t>3. التحسين المستمر: عملية الحصول على هاتين الشهادتين تتطلب التحسين والتطوير المستمر في العمليات والإجراءات، مما يساعد في تحقيق التميز التشغيلي.</a:t>
            </a:r>
          </a:p>
          <a:p>
            <a:pPr algn="r" rtl="1"/>
            <a:r>
              <a:rPr lang="ar-EG" dirty="0"/>
              <a:t>4. الامتثال التنظيمي: الحصول على هاتين الشهادتين يضمن الامتثال للوائح والقوانين المنظمة لقطاع المياه والبيئة.</a:t>
            </a:r>
          </a:p>
        </p:txBody>
      </p:sp>
      <p:sp>
        <p:nvSpPr>
          <p:cNvPr id="4" name="Slide Number Placeholder 3">
            <a:extLst>
              <a:ext uri="{FF2B5EF4-FFF2-40B4-BE49-F238E27FC236}">
                <a16:creationId xmlns:a16="http://schemas.microsoft.com/office/drawing/2014/main" id="{5787C11F-6E45-4105-9C03-621EE5725775}"/>
              </a:ext>
            </a:extLst>
          </p:cNvPr>
          <p:cNvSpPr>
            <a:spLocks noGrp="1"/>
          </p:cNvSpPr>
          <p:nvPr>
            <p:ph type="sldNum" sz="quarter" idx="12"/>
          </p:nvPr>
        </p:nvSpPr>
        <p:spPr/>
        <p:txBody>
          <a:bodyPr/>
          <a:lstStyle/>
          <a:p>
            <a:fld id="{55566DE6-6023-4F1B-83B8-5B1409609C05}" type="slidenum">
              <a:rPr lang="fr-FR" smtClean="0"/>
              <a:t>20</a:t>
            </a:fld>
            <a:endParaRPr lang="fr-FR"/>
          </a:p>
        </p:txBody>
      </p:sp>
    </p:spTree>
    <p:extLst>
      <p:ext uri="{BB962C8B-B14F-4D97-AF65-F5344CB8AC3E}">
        <p14:creationId xmlns:p14="http://schemas.microsoft.com/office/powerpoint/2010/main" val="36858077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208BEA-C471-4968-9186-C5931F57F446}"/>
              </a:ext>
            </a:extLst>
          </p:cNvPr>
          <p:cNvSpPr>
            <a:spLocks noGrp="1"/>
          </p:cNvSpPr>
          <p:nvPr>
            <p:ph type="sldNum" sz="quarter" idx="12"/>
          </p:nvPr>
        </p:nvSpPr>
        <p:spPr/>
        <p:txBody>
          <a:bodyPr/>
          <a:lstStyle/>
          <a:p>
            <a:fld id="{55566DE6-6023-4F1B-83B8-5B1409609C05}" type="slidenum">
              <a:rPr lang="fr-FR" smtClean="0"/>
              <a:t>21</a:t>
            </a:fld>
            <a:endParaRPr lang="fr-FR"/>
          </a:p>
        </p:txBody>
      </p:sp>
      <p:pic>
        <p:nvPicPr>
          <p:cNvPr id="3" name="Picture 2">
            <a:extLst>
              <a:ext uri="{FF2B5EF4-FFF2-40B4-BE49-F238E27FC236}">
                <a16:creationId xmlns:a16="http://schemas.microsoft.com/office/drawing/2014/main" id="{81EC5C36-A34F-0B74-9D4E-B43A6881AFE0}"/>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36242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0602D-6B63-4B7E-A91D-1DEB0F0A5D6F}"/>
              </a:ext>
            </a:extLst>
          </p:cNvPr>
          <p:cNvSpPr>
            <a:spLocks noGrp="1"/>
          </p:cNvSpPr>
          <p:nvPr>
            <p:ph type="title"/>
          </p:nvPr>
        </p:nvSpPr>
        <p:spPr>
          <a:xfrm>
            <a:off x="794084" y="136526"/>
            <a:ext cx="10559716" cy="823298"/>
          </a:xfrm>
        </p:spPr>
        <p:txBody>
          <a:bodyPr>
            <a:normAutofit/>
          </a:bodyPr>
          <a:lstStyle/>
          <a:p>
            <a:pPr lvl="0" algn="ctr" rtl="1"/>
            <a:r>
              <a:rPr lang="ar-EG" sz="4000" kern="1200" dirty="0">
                <a:latin typeface="Calibri" panose="020F0502020204030204"/>
                <a:ea typeface="+mn-ea"/>
                <a:cs typeface="AF_Taif Normal" pitchFamily="2" charset="-78"/>
              </a:rPr>
              <a:t>تأهيل المعامل للحصول علي شهادة الايزو 17025</a:t>
            </a:r>
          </a:p>
        </p:txBody>
      </p:sp>
      <p:sp>
        <p:nvSpPr>
          <p:cNvPr id="4" name="Slide Number Placeholder 3">
            <a:extLst>
              <a:ext uri="{FF2B5EF4-FFF2-40B4-BE49-F238E27FC236}">
                <a16:creationId xmlns:a16="http://schemas.microsoft.com/office/drawing/2014/main" id="{31EE5046-FAD2-4B78-A8E5-3728CC7271A7}"/>
              </a:ext>
            </a:extLst>
          </p:cNvPr>
          <p:cNvSpPr>
            <a:spLocks noGrp="1"/>
          </p:cNvSpPr>
          <p:nvPr>
            <p:ph type="sldNum" sz="quarter" idx="12"/>
          </p:nvPr>
        </p:nvSpPr>
        <p:spPr/>
        <p:txBody>
          <a:bodyPr/>
          <a:lstStyle/>
          <a:p>
            <a:fld id="{55566DE6-6023-4F1B-83B8-5B1409609C05}" type="slidenum">
              <a:rPr lang="fr-FR" smtClean="0"/>
              <a:t>22</a:t>
            </a:fld>
            <a:endParaRPr lang="fr-FR"/>
          </a:p>
        </p:txBody>
      </p:sp>
      <p:sp>
        <p:nvSpPr>
          <p:cNvPr id="5" name="Title 1">
            <a:extLst>
              <a:ext uri="{FF2B5EF4-FFF2-40B4-BE49-F238E27FC236}">
                <a16:creationId xmlns:a16="http://schemas.microsoft.com/office/drawing/2014/main" id="{28232B5D-33BC-4DAA-BF23-2778C1A19D25}"/>
              </a:ext>
            </a:extLst>
          </p:cNvPr>
          <p:cNvSpPr txBox="1">
            <a:spLocks/>
          </p:cNvSpPr>
          <p:nvPr/>
        </p:nvSpPr>
        <p:spPr>
          <a:xfrm>
            <a:off x="569166" y="1073020"/>
            <a:ext cx="11010123" cy="4599992"/>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rtl="1"/>
            <a:r>
              <a:rPr lang="ar-EG" dirty="0">
                <a:latin typeface="Calibri" panose="020F0502020204030204"/>
                <a:ea typeface="+mn-ea"/>
                <a:cs typeface="AF_Taif Normal" pitchFamily="2" charset="-78"/>
              </a:rPr>
              <a:t>اهميه حصول المعامل علي شهادة الايزو</a:t>
            </a:r>
          </a:p>
          <a:p>
            <a:pPr algn="r" rtl="1"/>
            <a:endParaRPr lang="ar-EG" dirty="0">
              <a:latin typeface="Calibri" panose="020F0502020204030204"/>
              <a:ea typeface="+mn-ea"/>
              <a:cs typeface="AF_Taif Normal" pitchFamily="2" charset="-78"/>
            </a:endParaRPr>
          </a:p>
          <a:p>
            <a:pPr algn="r" rtl="1">
              <a:lnSpc>
                <a:spcPct val="120000"/>
              </a:lnSpc>
            </a:pPr>
            <a:r>
              <a:rPr lang="ar-EG" sz="5100" b="0" i="0" dirty="0">
                <a:effectLst/>
                <a:latin typeface="Tajawal"/>
              </a:rPr>
              <a:t>1- ضمان الجودة الموثوقية في نتائج الفحوصات والتحاليل المعملية للمياه.</a:t>
            </a:r>
          </a:p>
          <a:p>
            <a:pPr algn="r" rtl="1">
              <a:lnSpc>
                <a:spcPct val="120000"/>
              </a:lnSpc>
            </a:pPr>
            <a:r>
              <a:rPr lang="ar-EG" sz="5100" b="0" i="0" dirty="0">
                <a:effectLst/>
                <a:latin typeface="Tajawal"/>
              </a:rPr>
              <a:t>2- زيادة الثقة في أداء المعمل وقدرته على إجراء التحاليل بدقة وموثوقية.</a:t>
            </a:r>
          </a:p>
          <a:p>
            <a:pPr algn="r" rtl="1">
              <a:lnSpc>
                <a:spcPct val="120000"/>
              </a:lnSpc>
            </a:pPr>
            <a:r>
              <a:rPr lang="ar-EG" sz="5100" b="0" i="0" dirty="0">
                <a:effectLst/>
                <a:latin typeface="Tajawal"/>
              </a:rPr>
              <a:t>3- تحسين الأداء العام للمعامل وزيادة كفاءته التشغيلية.</a:t>
            </a:r>
          </a:p>
          <a:p>
            <a:pPr algn="r" rtl="1">
              <a:lnSpc>
                <a:spcPct val="120000"/>
              </a:lnSpc>
            </a:pPr>
            <a:r>
              <a:rPr lang="ar-EG" sz="5100" b="0" i="0" dirty="0">
                <a:effectLst/>
                <a:latin typeface="Tajawal"/>
              </a:rPr>
              <a:t>4- تلبية متطلبات الجهات الرقابية والتنظيمية فيما يخص جودة وموثوقية نتائج المعامل.</a:t>
            </a:r>
          </a:p>
          <a:p>
            <a:pPr algn="r" rtl="1">
              <a:lnSpc>
                <a:spcPct val="120000"/>
              </a:lnSpc>
            </a:pPr>
            <a:r>
              <a:rPr lang="ar-EG" sz="5100" b="0" i="0" dirty="0">
                <a:effectLst/>
                <a:latin typeface="Tajawal"/>
              </a:rPr>
              <a:t>5- تعزيز الميزة التنافسية للشركة.</a:t>
            </a:r>
          </a:p>
          <a:p>
            <a:pPr algn="r" rtl="1">
              <a:lnSpc>
                <a:spcPct val="120000"/>
              </a:lnSpc>
            </a:pPr>
            <a:r>
              <a:rPr lang="ar-EG" sz="5100" b="0" i="0" dirty="0">
                <a:effectLst/>
                <a:latin typeface="Tajawal"/>
              </a:rPr>
              <a:t>6- المساهمة في حماية البيئة من خلال الحصول على نتائج موثوقة للمياه.</a:t>
            </a:r>
          </a:p>
          <a:p>
            <a:pPr algn="r" rtl="1">
              <a:lnSpc>
                <a:spcPct val="120000"/>
              </a:lnSpc>
            </a:pPr>
            <a:r>
              <a:rPr lang="ar-EG" sz="5100" b="0" i="0" dirty="0">
                <a:effectLst/>
                <a:latin typeface="Tajawal"/>
              </a:rPr>
              <a:t>في مجمل الأمر، الحصول على هذه الشهادة يعد أمرًا حيويًا لضمان جودة وكفاءة أداء معامل شركة المياه والصرف الصحي في أسيوط.</a:t>
            </a:r>
          </a:p>
          <a:p>
            <a:pPr algn="r" rtl="1"/>
            <a:r>
              <a:rPr lang="ar-EG" dirty="0">
                <a:latin typeface="Calibri" panose="020F0502020204030204"/>
                <a:ea typeface="+mn-ea"/>
                <a:cs typeface="AF_Taif Normal" pitchFamily="2" charset="-78"/>
              </a:rPr>
              <a:t> </a:t>
            </a:r>
          </a:p>
        </p:txBody>
      </p:sp>
      <p:sp>
        <p:nvSpPr>
          <p:cNvPr id="6" name="TextBox 5">
            <a:extLst>
              <a:ext uri="{FF2B5EF4-FFF2-40B4-BE49-F238E27FC236}">
                <a16:creationId xmlns:a16="http://schemas.microsoft.com/office/drawing/2014/main" id="{708081DC-0676-3399-AC8C-1E384F1B141D}"/>
              </a:ext>
            </a:extLst>
          </p:cNvPr>
          <p:cNvSpPr txBox="1"/>
          <p:nvPr/>
        </p:nvSpPr>
        <p:spPr>
          <a:xfrm>
            <a:off x="642185" y="5683315"/>
            <a:ext cx="10863513" cy="400110"/>
          </a:xfrm>
          <a:prstGeom prst="rect">
            <a:avLst/>
          </a:prstGeom>
          <a:noFill/>
        </p:spPr>
        <p:txBody>
          <a:bodyPr wrap="square">
            <a:spAutoFit/>
          </a:bodyPr>
          <a:lstStyle/>
          <a:p>
            <a:pPr marL="342900" marR="0" lvl="0" indent="-342900" algn="r" defTabSz="457200" rtl="1"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ar-EG" sz="2000" b="1" i="0" u="none" strike="noStrike" kern="1200" cap="none" spc="0" normalizeH="0" baseline="0" noProof="0" dirty="0">
                <a:ln>
                  <a:noFill/>
                </a:ln>
                <a:solidFill>
                  <a:srgbClr val="C00000"/>
                </a:solidFill>
                <a:effectLst/>
                <a:uLnTx/>
                <a:uFillTx/>
                <a:latin typeface="Calibri" panose="020F0502020204030204"/>
                <a:ea typeface="+mn-ea"/>
                <a:cs typeface="Arial" panose="020B0604020202020204" pitchFamily="34" charset="0"/>
              </a:rPr>
              <a:t>تم حصول 4 معامل بشركة مياه أسيوط على شهادة اعتماد الأيزو، طبقاً للمواصفة الدولية (</a:t>
            </a:r>
            <a:r>
              <a:rPr kumimoji="0" lang="en-US" sz="2000" b="1" i="0" u="none" strike="noStrike" kern="1200" cap="none" spc="0" normalizeH="0" baseline="0" noProof="0" dirty="0">
                <a:ln>
                  <a:noFill/>
                </a:ln>
                <a:solidFill>
                  <a:srgbClr val="C00000"/>
                </a:solidFill>
                <a:effectLst/>
                <a:uLnTx/>
                <a:uFillTx/>
                <a:latin typeface="Calibri" panose="020F0502020204030204"/>
                <a:ea typeface="+mn-ea"/>
                <a:cs typeface="+mn-cs"/>
              </a:rPr>
              <a:t>( ISO/IEC 17025:2017 </a:t>
            </a:r>
          </a:p>
        </p:txBody>
      </p:sp>
    </p:spTree>
    <p:extLst>
      <p:ext uri="{BB962C8B-B14F-4D97-AF65-F5344CB8AC3E}">
        <p14:creationId xmlns:p14="http://schemas.microsoft.com/office/powerpoint/2010/main" val="12630083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AFEEC0F-34F5-40ED-B3EA-7C02EAEB1B36}"/>
              </a:ext>
            </a:extLst>
          </p:cNvPr>
          <p:cNvSpPr>
            <a:spLocks noGrp="1"/>
          </p:cNvSpPr>
          <p:nvPr>
            <p:ph type="sldNum" sz="quarter" idx="12"/>
          </p:nvPr>
        </p:nvSpPr>
        <p:spPr/>
        <p:txBody>
          <a:bodyPr/>
          <a:lstStyle/>
          <a:p>
            <a:fld id="{55566DE6-6023-4F1B-83B8-5B1409609C05}" type="slidenum">
              <a:rPr lang="fr-FR" smtClean="0"/>
              <a:t>23</a:t>
            </a:fld>
            <a:endParaRPr lang="fr-FR" dirty="0"/>
          </a:p>
        </p:txBody>
      </p:sp>
      <p:pic>
        <p:nvPicPr>
          <p:cNvPr id="9" name="Picture 8">
            <a:extLst>
              <a:ext uri="{FF2B5EF4-FFF2-40B4-BE49-F238E27FC236}">
                <a16:creationId xmlns:a16="http://schemas.microsoft.com/office/drawing/2014/main" id="{F6B42192-D81B-4A55-EA06-42A4FE1BB0EB}"/>
              </a:ext>
            </a:extLst>
          </p:cNvPr>
          <p:cNvPicPr>
            <a:picLocks noChangeAspect="1"/>
          </p:cNvPicPr>
          <p:nvPr/>
        </p:nvPicPr>
        <p:blipFill>
          <a:blip r:embed="rId3"/>
          <a:stretch>
            <a:fillRect/>
          </a:stretch>
        </p:blipFill>
        <p:spPr>
          <a:xfrm>
            <a:off x="9229060" y="0"/>
            <a:ext cx="2962939" cy="5598368"/>
          </a:xfrm>
          <a:prstGeom prst="rect">
            <a:avLst/>
          </a:prstGeom>
        </p:spPr>
      </p:pic>
      <p:pic>
        <p:nvPicPr>
          <p:cNvPr id="10" name="Picture 9">
            <a:extLst>
              <a:ext uri="{FF2B5EF4-FFF2-40B4-BE49-F238E27FC236}">
                <a16:creationId xmlns:a16="http://schemas.microsoft.com/office/drawing/2014/main" id="{EFD5C5FE-B062-0916-96F0-608C5AD18A5D}"/>
              </a:ext>
            </a:extLst>
          </p:cNvPr>
          <p:cNvPicPr>
            <a:picLocks noChangeAspect="1"/>
          </p:cNvPicPr>
          <p:nvPr/>
        </p:nvPicPr>
        <p:blipFill>
          <a:blip r:embed="rId4"/>
          <a:stretch>
            <a:fillRect/>
          </a:stretch>
        </p:blipFill>
        <p:spPr>
          <a:xfrm>
            <a:off x="6212857" y="18256"/>
            <a:ext cx="2962940" cy="5580112"/>
          </a:xfrm>
          <a:prstGeom prst="rect">
            <a:avLst/>
          </a:prstGeom>
        </p:spPr>
      </p:pic>
      <p:pic>
        <p:nvPicPr>
          <p:cNvPr id="11" name="Picture 10">
            <a:extLst>
              <a:ext uri="{FF2B5EF4-FFF2-40B4-BE49-F238E27FC236}">
                <a16:creationId xmlns:a16="http://schemas.microsoft.com/office/drawing/2014/main" id="{4EC66C16-90DB-A9B8-9FA0-1A7C40A54CE9}"/>
              </a:ext>
            </a:extLst>
          </p:cNvPr>
          <p:cNvPicPr>
            <a:picLocks noChangeAspect="1"/>
          </p:cNvPicPr>
          <p:nvPr/>
        </p:nvPicPr>
        <p:blipFill>
          <a:blip r:embed="rId5"/>
          <a:stretch>
            <a:fillRect/>
          </a:stretch>
        </p:blipFill>
        <p:spPr>
          <a:xfrm>
            <a:off x="3193505" y="0"/>
            <a:ext cx="2966090" cy="5598368"/>
          </a:xfrm>
          <a:prstGeom prst="rect">
            <a:avLst/>
          </a:prstGeom>
        </p:spPr>
      </p:pic>
      <p:pic>
        <p:nvPicPr>
          <p:cNvPr id="14" name="Content Placeholder 13">
            <a:extLst>
              <a:ext uri="{FF2B5EF4-FFF2-40B4-BE49-F238E27FC236}">
                <a16:creationId xmlns:a16="http://schemas.microsoft.com/office/drawing/2014/main" id="{EB89B399-FCAB-0D64-30E1-8E97BEC73D72}"/>
              </a:ext>
            </a:extLst>
          </p:cNvPr>
          <p:cNvPicPr>
            <a:picLocks noGrp="1" noChangeAspect="1"/>
          </p:cNvPicPr>
          <p:nvPr>
            <p:ph idx="1"/>
          </p:nvPr>
        </p:nvPicPr>
        <p:blipFill>
          <a:blip r:embed="rId6"/>
          <a:stretch>
            <a:fillRect/>
          </a:stretch>
        </p:blipFill>
        <p:spPr>
          <a:xfrm>
            <a:off x="0" y="18254"/>
            <a:ext cx="3140242" cy="5598369"/>
          </a:xfrm>
          <a:prstGeom prst="rect">
            <a:avLst/>
          </a:prstGeom>
        </p:spPr>
      </p:pic>
      <p:sp>
        <p:nvSpPr>
          <p:cNvPr id="2" name="TextBox 1">
            <a:extLst>
              <a:ext uri="{FF2B5EF4-FFF2-40B4-BE49-F238E27FC236}">
                <a16:creationId xmlns:a16="http://schemas.microsoft.com/office/drawing/2014/main" id="{FF90302A-E040-BE6E-CF01-CE3E8DE3BB4C}"/>
              </a:ext>
            </a:extLst>
          </p:cNvPr>
          <p:cNvSpPr txBox="1"/>
          <p:nvPr/>
        </p:nvSpPr>
        <p:spPr>
          <a:xfrm>
            <a:off x="9491329" y="6045202"/>
            <a:ext cx="2571750" cy="369332"/>
          </a:xfrm>
          <a:prstGeom prst="rect">
            <a:avLst/>
          </a:prstGeom>
          <a:noFill/>
        </p:spPr>
        <p:txBody>
          <a:bodyPr wrap="square" rtlCol="0">
            <a:spAutoFit/>
          </a:bodyPr>
          <a:lstStyle/>
          <a:p>
            <a:pPr marL="285750" indent="-285750" algn="ctr" rtl="1">
              <a:buFont typeface="Wingdings" panose="05000000000000000000" pitchFamily="2" charset="2"/>
              <a:buChar char="Ø"/>
            </a:pPr>
            <a:r>
              <a:rPr lang="ar-EG" b="1" dirty="0">
                <a:solidFill>
                  <a:srgbClr val="C00000"/>
                </a:solidFill>
              </a:rPr>
              <a:t>معمل محطة القوصية</a:t>
            </a:r>
            <a:endParaRPr lang="en-US" b="1" dirty="0">
              <a:solidFill>
                <a:srgbClr val="C00000"/>
              </a:solidFill>
            </a:endParaRPr>
          </a:p>
        </p:txBody>
      </p:sp>
      <p:sp>
        <p:nvSpPr>
          <p:cNvPr id="3" name="TextBox 2">
            <a:extLst>
              <a:ext uri="{FF2B5EF4-FFF2-40B4-BE49-F238E27FC236}">
                <a16:creationId xmlns:a16="http://schemas.microsoft.com/office/drawing/2014/main" id="{3E0A4DF2-E8FE-EB90-62DC-7434E7631B65}"/>
              </a:ext>
            </a:extLst>
          </p:cNvPr>
          <p:cNvSpPr txBox="1"/>
          <p:nvPr/>
        </p:nvSpPr>
        <p:spPr>
          <a:xfrm>
            <a:off x="6553200" y="6070601"/>
            <a:ext cx="2571750" cy="369332"/>
          </a:xfrm>
          <a:prstGeom prst="rect">
            <a:avLst/>
          </a:prstGeom>
          <a:noFill/>
        </p:spPr>
        <p:txBody>
          <a:bodyPr wrap="square" rtlCol="0">
            <a:spAutoFit/>
          </a:bodyPr>
          <a:lstStyle/>
          <a:p>
            <a:pPr marL="285750" indent="-285750" algn="ctr" rtl="1">
              <a:buFont typeface="Wingdings" panose="05000000000000000000" pitchFamily="2" charset="2"/>
              <a:buChar char="Ø"/>
            </a:pPr>
            <a:r>
              <a:rPr lang="ar-EG" b="1" dirty="0">
                <a:solidFill>
                  <a:srgbClr val="C00000"/>
                </a:solidFill>
              </a:rPr>
              <a:t>معمل محطة الوليدية</a:t>
            </a:r>
            <a:endParaRPr lang="en-US" b="1" dirty="0">
              <a:solidFill>
                <a:srgbClr val="C00000"/>
              </a:solidFill>
            </a:endParaRPr>
          </a:p>
        </p:txBody>
      </p:sp>
      <p:sp>
        <p:nvSpPr>
          <p:cNvPr id="5" name="TextBox 4">
            <a:extLst>
              <a:ext uri="{FF2B5EF4-FFF2-40B4-BE49-F238E27FC236}">
                <a16:creationId xmlns:a16="http://schemas.microsoft.com/office/drawing/2014/main" id="{D2ECBDA5-2175-925F-582F-CE2653027416}"/>
              </a:ext>
            </a:extLst>
          </p:cNvPr>
          <p:cNvSpPr txBox="1"/>
          <p:nvPr/>
        </p:nvSpPr>
        <p:spPr>
          <a:xfrm>
            <a:off x="3467100" y="6017181"/>
            <a:ext cx="2571750" cy="369332"/>
          </a:xfrm>
          <a:prstGeom prst="rect">
            <a:avLst/>
          </a:prstGeom>
          <a:noFill/>
        </p:spPr>
        <p:txBody>
          <a:bodyPr wrap="square" rtlCol="0">
            <a:spAutoFit/>
          </a:bodyPr>
          <a:lstStyle/>
          <a:p>
            <a:pPr marL="285750" indent="-285750" algn="ctr" rtl="1">
              <a:buFont typeface="Wingdings" panose="05000000000000000000" pitchFamily="2" charset="2"/>
              <a:buChar char="Ø"/>
            </a:pPr>
            <a:r>
              <a:rPr lang="ar-EG" b="1" dirty="0">
                <a:solidFill>
                  <a:srgbClr val="C00000"/>
                </a:solidFill>
              </a:rPr>
              <a:t>معمل محطة عرب المدابغ</a:t>
            </a:r>
            <a:endParaRPr lang="en-US" b="1" dirty="0">
              <a:solidFill>
                <a:srgbClr val="C00000"/>
              </a:solidFill>
            </a:endParaRPr>
          </a:p>
        </p:txBody>
      </p:sp>
      <p:sp>
        <p:nvSpPr>
          <p:cNvPr id="6" name="TextBox 5">
            <a:extLst>
              <a:ext uri="{FF2B5EF4-FFF2-40B4-BE49-F238E27FC236}">
                <a16:creationId xmlns:a16="http://schemas.microsoft.com/office/drawing/2014/main" id="{F1C71247-3709-8922-0E4E-BDB6C411878F}"/>
              </a:ext>
            </a:extLst>
          </p:cNvPr>
          <p:cNvSpPr txBox="1"/>
          <p:nvPr/>
        </p:nvSpPr>
        <p:spPr>
          <a:xfrm>
            <a:off x="381000" y="6017181"/>
            <a:ext cx="2571750" cy="646331"/>
          </a:xfrm>
          <a:prstGeom prst="rect">
            <a:avLst/>
          </a:prstGeom>
          <a:noFill/>
        </p:spPr>
        <p:txBody>
          <a:bodyPr wrap="square" rtlCol="0">
            <a:spAutoFit/>
          </a:bodyPr>
          <a:lstStyle/>
          <a:p>
            <a:pPr marL="285750" indent="-285750" algn="ctr" rtl="1">
              <a:buFont typeface="Wingdings" panose="05000000000000000000" pitchFamily="2" charset="2"/>
              <a:buChar char="Ø"/>
            </a:pPr>
            <a:r>
              <a:rPr lang="ar-EG" b="1" dirty="0">
                <a:solidFill>
                  <a:srgbClr val="C00000"/>
                </a:solidFill>
              </a:rPr>
              <a:t>معمل محطة نزلة عبداللاه المرشحة</a:t>
            </a:r>
            <a:endParaRPr lang="en-US" b="1" dirty="0">
              <a:solidFill>
                <a:srgbClr val="C00000"/>
              </a:solidFill>
            </a:endParaRPr>
          </a:p>
        </p:txBody>
      </p:sp>
      <p:sp>
        <p:nvSpPr>
          <p:cNvPr id="7" name="Oval 6">
            <a:extLst>
              <a:ext uri="{FF2B5EF4-FFF2-40B4-BE49-F238E27FC236}">
                <a16:creationId xmlns:a16="http://schemas.microsoft.com/office/drawing/2014/main" id="{CF203BFB-CF88-A2B3-FBBB-B0562874AA9C}"/>
              </a:ext>
            </a:extLst>
          </p:cNvPr>
          <p:cNvSpPr/>
          <p:nvPr/>
        </p:nvSpPr>
        <p:spPr>
          <a:xfrm>
            <a:off x="9639300" y="5884117"/>
            <a:ext cx="2296026" cy="64633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63C1040-A9FC-1519-A3F0-A4D385919FEC}"/>
              </a:ext>
            </a:extLst>
          </p:cNvPr>
          <p:cNvSpPr/>
          <p:nvPr/>
        </p:nvSpPr>
        <p:spPr>
          <a:xfrm>
            <a:off x="6691062" y="5904170"/>
            <a:ext cx="2296026" cy="64633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B76A6EA-1C78-7739-6385-C9D4507015BC}"/>
              </a:ext>
            </a:extLst>
          </p:cNvPr>
          <p:cNvSpPr/>
          <p:nvPr/>
        </p:nvSpPr>
        <p:spPr>
          <a:xfrm>
            <a:off x="3549817" y="5878681"/>
            <a:ext cx="2296026" cy="64633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3904D83D-88B7-6192-A315-50EB06DF78A6}"/>
              </a:ext>
            </a:extLst>
          </p:cNvPr>
          <p:cNvSpPr/>
          <p:nvPr/>
        </p:nvSpPr>
        <p:spPr>
          <a:xfrm>
            <a:off x="422359" y="5851283"/>
            <a:ext cx="2296026" cy="78483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65937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F2F2939-2CEE-92D2-1887-2B78A2F8E515}"/>
              </a:ext>
            </a:extLst>
          </p:cNvPr>
          <p:cNvSpPr txBox="1"/>
          <p:nvPr/>
        </p:nvSpPr>
        <p:spPr>
          <a:xfrm>
            <a:off x="2744754" y="1828801"/>
            <a:ext cx="8596476" cy="646331"/>
          </a:xfrm>
          <a:prstGeom prst="rect">
            <a:avLst/>
          </a:prstGeom>
          <a:noFill/>
        </p:spPr>
        <p:txBody>
          <a:bodyPr wrap="square">
            <a:spAutoFit/>
          </a:bodyPr>
          <a:lstStyle/>
          <a:p>
            <a:pPr marL="285750" indent="-285750" algn="r" rtl="1" eaLnBrk="0" fontAlgn="base" hangingPunct="0">
              <a:spcBef>
                <a:spcPct val="0"/>
              </a:spcBef>
              <a:spcAft>
                <a:spcPct val="0"/>
              </a:spcAft>
              <a:buFont typeface="Wingdings" panose="05000000000000000000" pitchFamily="2" charset="2"/>
              <a:buChar char="v"/>
              <a:defRPr/>
            </a:pPr>
            <a:r>
              <a:rPr lang="ar-EG" kern="0" dirty="0">
                <a:solidFill>
                  <a:srgbClr val="C00000"/>
                </a:solidFill>
                <a:latin typeface="+mj-lt"/>
                <a:ea typeface="宋体"/>
              </a:rPr>
              <a:t>طبقا لقرار وزير الصحة رقم 458 لسنة 2007 فإن عدد العناصرالتى يتم تحليلها بمعامل الشركة كالتالى: </a:t>
            </a:r>
          </a:p>
          <a:p>
            <a:pPr algn="r" eaLnBrk="0" fontAlgn="base" hangingPunct="0">
              <a:spcBef>
                <a:spcPct val="0"/>
              </a:spcBef>
              <a:spcAft>
                <a:spcPct val="0"/>
              </a:spcAft>
              <a:defRPr/>
            </a:pPr>
            <a:endParaRPr lang="ar-EG" kern="0" dirty="0">
              <a:latin typeface="+mj-lt"/>
              <a:ea typeface="宋体"/>
            </a:endParaRPr>
          </a:p>
        </p:txBody>
      </p:sp>
      <p:graphicFrame>
        <p:nvGraphicFramePr>
          <p:cNvPr id="2" name="Table 3">
            <a:extLst>
              <a:ext uri="{FF2B5EF4-FFF2-40B4-BE49-F238E27FC236}">
                <a16:creationId xmlns:a16="http://schemas.microsoft.com/office/drawing/2014/main" id="{869178BF-5F3C-485A-8C70-8D72F32DDFF1}"/>
              </a:ext>
            </a:extLst>
          </p:cNvPr>
          <p:cNvGraphicFramePr>
            <a:graphicFrameLocks noGrp="1"/>
          </p:cNvGraphicFramePr>
          <p:nvPr>
            <p:extLst>
              <p:ext uri="{D42A27DB-BD31-4B8C-83A1-F6EECF244321}">
                <p14:modId xmlns:p14="http://schemas.microsoft.com/office/powerpoint/2010/main" val="2238276239"/>
              </p:ext>
            </p:extLst>
          </p:nvPr>
        </p:nvGraphicFramePr>
        <p:xfrm>
          <a:off x="1033717" y="2475132"/>
          <a:ext cx="10330968" cy="3357414"/>
        </p:xfrm>
        <a:graphic>
          <a:graphicData uri="http://schemas.openxmlformats.org/drawingml/2006/table">
            <a:tbl>
              <a:tblPr rtl="1" firstRow="1" bandRow="1">
                <a:tableStyleId>{5C22544A-7EE6-4342-B048-85BDC9FD1C3A}</a:tableStyleId>
              </a:tblPr>
              <a:tblGrid>
                <a:gridCol w="5777689">
                  <a:extLst>
                    <a:ext uri="{9D8B030D-6E8A-4147-A177-3AD203B41FA5}">
                      <a16:colId xmlns:a16="http://schemas.microsoft.com/office/drawing/2014/main" val="1811943265"/>
                    </a:ext>
                  </a:extLst>
                </a:gridCol>
                <a:gridCol w="2228811">
                  <a:extLst>
                    <a:ext uri="{9D8B030D-6E8A-4147-A177-3AD203B41FA5}">
                      <a16:colId xmlns:a16="http://schemas.microsoft.com/office/drawing/2014/main" val="3658566956"/>
                    </a:ext>
                  </a:extLst>
                </a:gridCol>
                <a:gridCol w="2324468">
                  <a:extLst>
                    <a:ext uri="{9D8B030D-6E8A-4147-A177-3AD203B41FA5}">
                      <a16:colId xmlns:a16="http://schemas.microsoft.com/office/drawing/2014/main" val="2068317940"/>
                    </a:ext>
                  </a:extLst>
                </a:gridCol>
              </a:tblGrid>
              <a:tr h="603970">
                <a:tc>
                  <a:txBody>
                    <a:bodyPr/>
                    <a:lstStyle/>
                    <a:p>
                      <a:pPr algn="ctr" rtl="1"/>
                      <a:r>
                        <a:rPr lang="ar-EG" b="1" dirty="0">
                          <a:solidFill>
                            <a:schemeClr val="tx1"/>
                          </a:solidFill>
                        </a:rPr>
                        <a:t>الفحوصات</a:t>
                      </a:r>
                      <a:endParaRPr lang="ar-EG" dirty="0"/>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EG" b="1" dirty="0">
                          <a:solidFill>
                            <a:schemeClr val="tx1"/>
                          </a:solidFill>
                        </a:rPr>
                        <a:t>عدد العناصر</a:t>
                      </a:r>
                      <a:endParaRPr lang="en-US" b="1" dirty="0">
                        <a:solidFill>
                          <a:schemeClr val="tx1"/>
                        </a:solidFill>
                      </a:endParaRPr>
                    </a:p>
                    <a:p>
                      <a:pPr algn="ctr" rtl="1"/>
                      <a:endParaRPr lang="ar-EG" dirty="0"/>
                    </a:p>
                  </a:txBody>
                  <a:tcPr/>
                </a:tc>
                <a:tc>
                  <a:txBody>
                    <a:bodyPr/>
                    <a:lstStyle/>
                    <a:p>
                      <a:pPr algn="ctr" rtl="1"/>
                      <a:r>
                        <a:rPr lang="ar-EG" sz="1800" b="1" kern="1200" dirty="0">
                          <a:solidFill>
                            <a:schemeClr val="tx1"/>
                          </a:solidFill>
                          <a:latin typeface="+mn-lt"/>
                          <a:ea typeface="+mn-ea"/>
                          <a:cs typeface="+mn-cs"/>
                        </a:rPr>
                        <a:t>دورية الفحص</a:t>
                      </a:r>
                    </a:p>
                  </a:txBody>
                  <a:tcPr/>
                </a:tc>
                <a:extLst>
                  <a:ext uri="{0D108BD9-81ED-4DB2-BD59-A6C34878D82A}">
                    <a16:rowId xmlns:a16="http://schemas.microsoft.com/office/drawing/2014/main" val="203250034"/>
                  </a:ext>
                </a:extLst>
              </a:tr>
              <a:tr h="452889">
                <a:tc>
                  <a:txBody>
                    <a:bodyPr/>
                    <a:lstStyle/>
                    <a:p>
                      <a:pPr algn="ctr" rtl="1"/>
                      <a:r>
                        <a:rPr lang="ar-EG" b="1" dirty="0">
                          <a:solidFill>
                            <a:schemeClr val="tx1"/>
                          </a:solidFill>
                        </a:rPr>
                        <a:t>1- الخواص الطبيعية</a:t>
                      </a:r>
                      <a:endParaRPr lang="ar-EG" dirty="0"/>
                    </a:p>
                  </a:txBody>
                  <a:tcPr/>
                </a:tc>
                <a:tc>
                  <a:txBody>
                    <a:bodyPr/>
                    <a:lstStyle/>
                    <a:p>
                      <a:pPr algn="ctr" rtl="1"/>
                      <a:r>
                        <a:rPr lang="ar-EG" dirty="0"/>
                        <a:t>5</a:t>
                      </a:r>
                    </a:p>
                  </a:txBody>
                  <a:tcPr/>
                </a:tc>
                <a:tc>
                  <a:txBody>
                    <a:bodyPr/>
                    <a:lstStyle/>
                    <a:p>
                      <a:pPr algn="ctr" rtl="1"/>
                      <a:r>
                        <a:rPr lang="ar-EG" dirty="0"/>
                        <a:t>يوميا</a:t>
                      </a:r>
                    </a:p>
                  </a:txBody>
                  <a:tcPr/>
                </a:tc>
                <a:extLst>
                  <a:ext uri="{0D108BD9-81ED-4DB2-BD59-A6C34878D82A}">
                    <a16:rowId xmlns:a16="http://schemas.microsoft.com/office/drawing/2014/main" val="3926320526"/>
                  </a:ext>
                </a:extLst>
              </a:tr>
              <a:tr h="45288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EG" sz="1800" b="1" kern="1200" dirty="0">
                          <a:solidFill>
                            <a:schemeClr val="tx1"/>
                          </a:solidFill>
                          <a:latin typeface="+mn-lt"/>
                          <a:ea typeface="+mn-ea"/>
                          <a:cs typeface="+mn-cs"/>
                        </a:rPr>
                        <a:t>2- مواد غير عضوية لها تأثير على الاستساغة والاستخدامات المنزلية</a:t>
                      </a:r>
                      <a:endParaRPr lang="en-US" sz="1800" b="1" kern="1200" dirty="0">
                        <a:solidFill>
                          <a:schemeClr val="tx1"/>
                        </a:solidFill>
                        <a:latin typeface="+mn-lt"/>
                        <a:ea typeface="+mn-ea"/>
                        <a:cs typeface="+mn-cs"/>
                      </a:endParaRPr>
                    </a:p>
                  </a:txBody>
                  <a:tcPr/>
                </a:tc>
                <a:tc>
                  <a:txBody>
                    <a:bodyPr/>
                    <a:lstStyle/>
                    <a:p>
                      <a:pPr algn="ctr" rtl="1"/>
                      <a:r>
                        <a:rPr lang="ar-EG" dirty="0"/>
                        <a:t>12</a:t>
                      </a:r>
                    </a:p>
                  </a:txBody>
                  <a:tcPr/>
                </a:tc>
                <a:tc>
                  <a:txBody>
                    <a:bodyPr/>
                    <a:lstStyle/>
                    <a:p>
                      <a:pPr algn="ctr" rtl="1"/>
                      <a:r>
                        <a:rPr lang="ar-EG" dirty="0"/>
                        <a:t>يوميا</a:t>
                      </a:r>
                    </a:p>
                  </a:txBody>
                  <a:tcPr/>
                </a:tc>
                <a:extLst>
                  <a:ext uri="{0D108BD9-81ED-4DB2-BD59-A6C34878D82A}">
                    <a16:rowId xmlns:a16="http://schemas.microsoft.com/office/drawing/2014/main" val="119460284"/>
                  </a:ext>
                </a:extLst>
              </a:tr>
              <a:tr h="452889">
                <a:tc>
                  <a:txBody>
                    <a:bodyPr/>
                    <a:lstStyle/>
                    <a:p>
                      <a:pPr algn="ctr" rtl="1"/>
                      <a:r>
                        <a:rPr lang="ar-EG" sz="1800" b="1" kern="1200" dirty="0">
                          <a:solidFill>
                            <a:schemeClr val="tx1"/>
                          </a:solidFill>
                          <a:latin typeface="+mn-lt"/>
                          <a:ea typeface="+mn-ea"/>
                          <a:cs typeface="+mn-cs"/>
                        </a:rPr>
                        <a:t> 3- المواد الكيميائية الغير عضويه ذات التأثير على الصحة العامة</a:t>
                      </a:r>
                    </a:p>
                  </a:txBody>
                  <a:tcPr/>
                </a:tc>
                <a:tc>
                  <a:txBody>
                    <a:bodyPr/>
                    <a:lstStyle/>
                    <a:p>
                      <a:pPr algn="ctr" rtl="1"/>
                      <a:r>
                        <a:rPr lang="ar-EG" dirty="0"/>
                        <a:t>16</a:t>
                      </a:r>
                    </a:p>
                  </a:txBody>
                  <a:tcPr/>
                </a:tc>
                <a:tc>
                  <a:txBody>
                    <a:bodyPr/>
                    <a:lstStyle/>
                    <a:p>
                      <a:pPr algn="ctr" rtl="1"/>
                      <a:r>
                        <a:rPr lang="ar-EG" dirty="0"/>
                        <a:t>شهريا</a:t>
                      </a:r>
                    </a:p>
                  </a:txBody>
                  <a:tcPr/>
                </a:tc>
                <a:extLst>
                  <a:ext uri="{0D108BD9-81ED-4DB2-BD59-A6C34878D82A}">
                    <a16:rowId xmlns:a16="http://schemas.microsoft.com/office/drawing/2014/main" val="763078539"/>
                  </a:ext>
                </a:extLst>
              </a:tr>
              <a:tr h="45288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EG" sz="1800" b="1" kern="1200" dirty="0">
                          <a:solidFill>
                            <a:schemeClr val="tx1"/>
                          </a:solidFill>
                          <a:latin typeface="+mn-lt"/>
                          <a:ea typeface="+mn-ea"/>
                          <a:cs typeface="+mn-cs"/>
                        </a:rPr>
                        <a:t>4- المواد الكيميائية العضوية ذات التأثير على الصحة العامة</a:t>
                      </a:r>
                    </a:p>
                  </a:txBody>
                  <a:tcPr/>
                </a:tc>
                <a:tc>
                  <a:txBody>
                    <a:bodyPr/>
                    <a:lstStyle/>
                    <a:p>
                      <a:pPr algn="ctr" rtl="1"/>
                      <a:r>
                        <a:rPr lang="ar-EG" dirty="0"/>
                        <a:t>82</a:t>
                      </a:r>
                    </a:p>
                  </a:txBody>
                  <a:tcPr/>
                </a:tc>
                <a:tc>
                  <a:txBody>
                    <a:bodyPr/>
                    <a:lstStyle/>
                    <a:p>
                      <a:pPr algn="ctr" rtl="1"/>
                      <a:r>
                        <a:rPr lang="ar-EG" dirty="0"/>
                        <a:t>كل ستة اشهر</a:t>
                      </a:r>
                    </a:p>
                  </a:txBody>
                  <a:tcPr/>
                </a:tc>
                <a:extLst>
                  <a:ext uri="{0D108BD9-81ED-4DB2-BD59-A6C34878D82A}">
                    <a16:rowId xmlns:a16="http://schemas.microsoft.com/office/drawing/2014/main" val="2167527576"/>
                  </a:ext>
                </a:extLst>
              </a:tr>
              <a:tr h="45288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EG" sz="1800" b="1" kern="1200" dirty="0">
                          <a:solidFill>
                            <a:schemeClr val="tx1"/>
                          </a:solidFill>
                          <a:latin typeface="+mn-lt"/>
                          <a:ea typeface="+mn-ea"/>
                          <a:cs typeface="+mn-cs"/>
                        </a:rPr>
                        <a:t>5- المعايير </a:t>
                      </a:r>
                      <a:r>
                        <a:rPr lang="ar-EG" sz="1800" b="1" kern="1200" dirty="0" err="1">
                          <a:solidFill>
                            <a:schemeClr val="tx1"/>
                          </a:solidFill>
                          <a:latin typeface="+mn-lt"/>
                          <a:ea typeface="+mn-ea"/>
                          <a:cs typeface="+mn-cs"/>
                        </a:rPr>
                        <a:t>البكتروبيولوجية</a:t>
                      </a:r>
                      <a:endParaRPr lang="en-US" sz="1800" b="1" kern="1200" dirty="0">
                        <a:solidFill>
                          <a:schemeClr val="tx1"/>
                        </a:solidFill>
                        <a:latin typeface="+mn-lt"/>
                        <a:ea typeface="+mn-ea"/>
                        <a:cs typeface="+mn-cs"/>
                      </a:endParaRPr>
                    </a:p>
                  </a:txBody>
                  <a:tcPr/>
                </a:tc>
                <a:tc>
                  <a:txBody>
                    <a:bodyPr/>
                    <a:lstStyle/>
                    <a:p>
                      <a:pPr algn="ctr" rtl="1"/>
                      <a:r>
                        <a:rPr lang="ar-EG" dirty="0"/>
                        <a:t>3</a:t>
                      </a:r>
                    </a:p>
                  </a:txBody>
                  <a:tcPr/>
                </a:tc>
                <a:tc>
                  <a:txBody>
                    <a:bodyPr/>
                    <a:lstStyle/>
                    <a:p>
                      <a:pPr algn="ctr" rtl="1"/>
                      <a:r>
                        <a:rPr lang="ar-EG" dirty="0"/>
                        <a:t>يوميا </a:t>
                      </a:r>
                    </a:p>
                  </a:txBody>
                  <a:tcPr/>
                </a:tc>
                <a:extLst>
                  <a:ext uri="{0D108BD9-81ED-4DB2-BD59-A6C34878D82A}">
                    <a16:rowId xmlns:a16="http://schemas.microsoft.com/office/drawing/2014/main" val="140702993"/>
                  </a:ext>
                </a:extLst>
              </a:tr>
              <a:tr h="452889">
                <a:tc>
                  <a:txBody>
                    <a:bodyPr/>
                    <a:lstStyle/>
                    <a:p>
                      <a:pPr algn="ctr" rtl="1"/>
                      <a:r>
                        <a:rPr lang="ar-EG" sz="1800" b="1" kern="1200" dirty="0">
                          <a:solidFill>
                            <a:schemeClr val="tx1"/>
                          </a:solidFill>
                          <a:latin typeface="+mn-lt"/>
                          <a:ea typeface="+mn-ea"/>
                          <a:cs typeface="+mn-cs"/>
                        </a:rPr>
                        <a:t>6-المعايير البيولوجية</a:t>
                      </a:r>
                    </a:p>
                  </a:txBody>
                  <a:tcPr/>
                </a:tc>
                <a:tc>
                  <a:txBody>
                    <a:bodyPr/>
                    <a:lstStyle/>
                    <a:p>
                      <a:pPr algn="ctr" rtl="1"/>
                      <a:r>
                        <a:rPr lang="ar-EG" dirty="0"/>
                        <a:t>2</a:t>
                      </a:r>
                    </a:p>
                  </a:txBody>
                  <a:tcPr/>
                </a:tc>
                <a:tc>
                  <a:txBody>
                    <a:bodyPr/>
                    <a:lstStyle/>
                    <a:p>
                      <a:pPr algn="ctr" rtl="1"/>
                      <a:r>
                        <a:rPr lang="ar-EG" dirty="0"/>
                        <a:t>يوميا</a:t>
                      </a:r>
                    </a:p>
                  </a:txBody>
                  <a:tcPr/>
                </a:tc>
                <a:extLst>
                  <a:ext uri="{0D108BD9-81ED-4DB2-BD59-A6C34878D82A}">
                    <a16:rowId xmlns:a16="http://schemas.microsoft.com/office/drawing/2014/main" val="1436634835"/>
                  </a:ext>
                </a:extLst>
              </a:tr>
            </a:tbl>
          </a:graphicData>
        </a:graphic>
      </p:graphicFrame>
      <p:sp>
        <p:nvSpPr>
          <p:cNvPr id="4" name="Oval 3">
            <a:extLst>
              <a:ext uri="{FF2B5EF4-FFF2-40B4-BE49-F238E27FC236}">
                <a16:creationId xmlns:a16="http://schemas.microsoft.com/office/drawing/2014/main" id="{E6737ABF-8020-EC57-77A1-2AA9B2D9B04F}"/>
              </a:ext>
            </a:extLst>
          </p:cNvPr>
          <p:cNvSpPr/>
          <p:nvPr/>
        </p:nvSpPr>
        <p:spPr>
          <a:xfrm>
            <a:off x="2323605" y="221493"/>
            <a:ext cx="7687294" cy="1463383"/>
          </a:xfrm>
          <a:prstGeom prst="ellipse">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66800" rtl="0" eaLnBrk="1" fontAlgn="auto" latinLnBrk="0" hangingPunct="1">
              <a:lnSpc>
                <a:spcPct val="90000"/>
              </a:lnSpc>
              <a:spcBef>
                <a:spcPct val="0"/>
              </a:spcBef>
              <a:spcAft>
                <a:spcPct val="35000"/>
              </a:spcAft>
              <a:buClrTx/>
              <a:buSzTx/>
              <a:buFontTx/>
              <a:buNone/>
              <a:tabLst/>
              <a:defRPr/>
            </a:pPr>
            <a:endParaRPr kumimoji="0" lang="en-US" sz="2400" b="0"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
        <p:nvSpPr>
          <p:cNvPr id="8" name="Oval 7">
            <a:extLst>
              <a:ext uri="{FF2B5EF4-FFF2-40B4-BE49-F238E27FC236}">
                <a16:creationId xmlns:a16="http://schemas.microsoft.com/office/drawing/2014/main" id="{A50DA40F-A846-3DA2-DA7E-DDA103CD9497}"/>
              </a:ext>
            </a:extLst>
          </p:cNvPr>
          <p:cNvSpPr/>
          <p:nvPr/>
        </p:nvSpPr>
        <p:spPr>
          <a:xfrm>
            <a:off x="2671948" y="289481"/>
            <a:ext cx="6737627" cy="1306054"/>
          </a:xfrm>
          <a:prstGeom prst="ellipse">
            <a:avLst/>
          </a:prstGeom>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ln>
            <a:solidFill>
              <a:schemeClr val="accent3">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9" name="TextBox 8">
            <a:extLst>
              <a:ext uri="{FF2B5EF4-FFF2-40B4-BE49-F238E27FC236}">
                <a16:creationId xmlns:a16="http://schemas.microsoft.com/office/drawing/2014/main" id="{002894FC-5FF0-3B8B-3F74-7F3BA70A288D}"/>
              </a:ext>
            </a:extLst>
          </p:cNvPr>
          <p:cNvSpPr txBox="1"/>
          <p:nvPr/>
        </p:nvSpPr>
        <p:spPr>
          <a:xfrm>
            <a:off x="2782425" y="476130"/>
            <a:ext cx="6627150" cy="830997"/>
          </a:xfrm>
          <a:prstGeom prst="rect">
            <a:avLst/>
          </a:prstGeom>
          <a:noFill/>
        </p:spPr>
        <p:txBody>
          <a:bodyPr wrap="square">
            <a:spAutoFit/>
          </a:bodyPr>
          <a:lstStyle/>
          <a:p>
            <a:pPr algn="ctr" eaLnBrk="0" fontAlgn="base" hangingPunct="0">
              <a:spcBef>
                <a:spcPct val="0"/>
              </a:spcBef>
              <a:spcAft>
                <a:spcPct val="0"/>
              </a:spcAft>
              <a:defRPr/>
            </a:pPr>
            <a:r>
              <a:rPr lang="ar-EG" sz="2400" b="1" kern="0" dirty="0">
                <a:solidFill>
                  <a:srgbClr val="166792"/>
                </a:solidFill>
                <a:latin typeface="Arial"/>
                <a:ea typeface="宋体"/>
              </a:rPr>
              <a:t>خطة مراقبة نوعية المياه ويتم إعدادها بمعرفة</a:t>
            </a:r>
            <a:endParaRPr lang="en-US" sz="2400" b="1" kern="0" dirty="0">
              <a:solidFill>
                <a:srgbClr val="166792"/>
              </a:solidFill>
              <a:latin typeface="Arial"/>
              <a:ea typeface="宋体"/>
            </a:endParaRPr>
          </a:p>
          <a:p>
            <a:pPr algn="ctr" eaLnBrk="0" fontAlgn="base" hangingPunct="0">
              <a:spcBef>
                <a:spcPct val="0"/>
              </a:spcBef>
              <a:spcAft>
                <a:spcPct val="0"/>
              </a:spcAft>
              <a:defRPr/>
            </a:pPr>
            <a:r>
              <a:rPr lang="ar-EG" sz="2400" b="1" kern="0" dirty="0">
                <a:solidFill>
                  <a:srgbClr val="166792"/>
                </a:solidFill>
                <a:latin typeface="Arial"/>
                <a:ea typeface="宋体"/>
              </a:rPr>
              <a:t> القائمين على إنتاج المياه (قطاع المعامل وضبط الجودة)</a:t>
            </a:r>
            <a:endParaRPr lang="en-US" altLang="zh-CN" sz="1200" b="1" dirty="0">
              <a:solidFill>
                <a:srgbClr val="166792"/>
              </a:solidFill>
              <a:latin typeface="Arial" charset="0"/>
              <a:ea typeface="宋体" panose="02010600030101010101" pitchFamily="2" charset="-122"/>
            </a:endParaRPr>
          </a:p>
        </p:txBody>
      </p:sp>
    </p:spTree>
    <p:extLst>
      <p:ext uri="{BB962C8B-B14F-4D97-AF65-F5344CB8AC3E}">
        <p14:creationId xmlns:p14="http://schemas.microsoft.com/office/powerpoint/2010/main" val="30625243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AC9903BA-CA64-40DB-B5AD-BFFAB5EEE136}"/>
              </a:ext>
            </a:extLst>
          </p:cNvPr>
          <p:cNvSpPr>
            <a:spLocks/>
          </p:cNvSpPr>
          <p:nvPr/>
        </p:nvSpPr>
        <p:spPr bwMode="auto">
          <a:xfrm>
            <a:off x="1007706" y="382552"/>
            <a:ext cx="10406332" cy="719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rtl="1" fontAlgn="base">
              <a:spcBef>
                <a:spcPct val="0"/>
              </a:spcBef>
              <a:spcAft>
                <a:spcPct val="0"/>
              </a:spcAft>
              <a:buNone/>
              <a:defRPr/>
            </a:pPr>
            <a:r>
              <a:rPr lang="ar-EG" altLang="zh-CN" sz="2400" b="1" dirty="0">
                <a:ln w="0"/>
                <a:solidFill>
                  <a:srgbClr val="C00000"/>
                </a:solidFill>
                <a:effectLst>
                  <a:outerShdw blurRad="38100" dist="19050" dir="2700000" algn="tl" rotWithShape="0">
                    <a:srgbClr val="000000">
                      <a:alpha val="40000"/>
                    </a:srgbClr>
                  </a:outerShdw>
                </a:effectLst>
                <a:ea typeface="黑体" panose="02010609060101010101" pitchFamily="49" charset="-122"/>
                <a:cs typeface="AdvertisingBold" pitchFamily="2" charset="-78"/>
              </a:rPr>
              <a:t>• </a:t>
            </a:r>
            <a:r>
              <a:rPr lang="ar-EG" altLang="zh-CN" sz="2400" b="1" dirty="0">
                <a:ln w="0"/>
                <a:solidFill>
                  <a:srgbClr val="C00000"/>
                </a:solidFill>
                <a:effectLst>
                  <a:outerShdw blurRad="38100" dist="19050" dir="2700000" algn="tl" rotWithShape="0">
                    <a:srgbClr val="000000">
                      <a:alpha val="40000"/>
                    </a:srgbClr>
                  </a:outerShdw>
                </a:effectLst>
                <a:ea typeface="黑体" panose="02010609060101010101" pitchFamily="49" charset="-122"/>
              </a:rPr>
              <a:t>لذا فقط تم تجهيز وتاهيل معامل الشركة الرئيسيه لتحليل العناصر ذات الدورية اليومة وهي كالاتي</a:t>
            </a:r>
            <a:r>
              <a:rPr lang="en-US" altLang="zh-CN" sz="2400" b="1" dirty="0">
                <a:ln w="0"/>
                <a:solidFill>
                  <a:srgbClr val="C00000"/>
                </a:solidFill>
                <a:effectLst>
                  <a:outerShdw blurRad="38100" dist="19050" dir="2700000" algn="tl" rotWithShape="0">
                    <a:srgbClr val="000000">
                      <a:alpha val="40000"/>
                    </a:srgbClr>
                  </a:outerShdw>
                </a:effectLst>
                <a:ea typeface="黑体" panose="02010609060101010101" pitchFamily="49" charset="-122"/>
              </a:rPr>
              <a:t> </a:t>
            </a:r>
            <a:r>
              <a:rPr lang="ar-EG" altLang="zh-CN" sz="2400" b="1" dirty="0">
                <a:ln w="0"/>
                <a:solidFill>
                  <a:srgbClr val="C00000"/>
                </a:solidFill>
                <a:effectLst>
                  <a:outerShdw blurRad="38100" dist="19050" dir="2700000" algn="tl" rotWithShape="0">
                    <a:srgbClr val="000000">
                      <a:alpha val="40000"/>
                    </a:srgbClr>
                  </a:outerShdw>
                </a:effectLst>
                <a:ea typeface="黑体" panose="02010609060101010101" pitchFamily="49" charset="-122"/>
              </a:rPr>
              <a:t> :</a:t>
            </a:r>
          </a:p>
        </p:txBody>
      </p:sp>
      <p:sp>
        <p:nvSpPr>
          <p:cNvPr id="3" name="TextBox 2">
            <a:extLst>
              <a:ext uri="{FF2B5EF4-FFF2-40B4-BE49-F238E27FC236}">
                <a16:creationId xmlns:a16="http://schemas.microsoft.com/office/drawing/2014/main" id="{AEDEE236-F39D-DEC5-BF47-FFD684B19E86}"/>
              </a:ext>
            </a:extLst>
          </p:cNvPr>
          <p:cNvSpPr txBox="1"/>
          <p:nvPr/>
        </p:nvSpPr>
        <p:spPr>
          <a:xfrm>
            <a:off x="4627987" y="5233537"/>
            <a:ext cx="6527290" cy="830997"/>
          </a:xfrm>
          <a:prstGeom prst="rect">
            <a:avLst/>
          </a:prstGeom>
          <a:noFill/>
        </p:spPr>
        <p:txBody>
          <a:bodyPr wrap="square" rtlCol="0">
            <a:spAutoFit/>
          </a:bodyPr>
          <a:lstStyle/>
          <a:p>
            <a:pPr marL="342900" indent="-342900" algn="r" rtl="1">
              <a:buFont typeface="Wingdings" panose="05000000000000000000" pitchFamily="2" charset="2"/>
              <a:buChar char="v"/>
            </a:pPr>
            <a:r>
              <a:rPr lang="ar-EG" sz="2400" b="1" dirty="0">
                <a:solidFill>
                  <a:srgbClr val="C00000"/>
                </a:solidFill>
              </a:rPr>
              <a:t>عدد المعامل التي تم تأهيلها 11معمل.</a:t>
            </a:r>
          </a:p>
          <a:p>
            <a:pPr marL="342900" indent="-342900" algn="r" rtl="1">
              <a:buFont typeface="Wingdings" panose="05000000000000000000" pitchFamily="2" charset="2"/>
              <a:buChar char="v"/>
            </a:pPr>
            <a:r>
              <a:rPr lang="ar-EG" sz="2400" b="1" dirty="0">
                <a:solidFill>
                  <a:srgbClr val="C00000"/>
                </a:solidFill>
              </a:rPr>
              <a:t>الفترة الزمنية لأعمال التأهيل مده ثلاثة سنوات.</a:t>
            </a:r>
          </a:p>
        </p:txBody>
      </p:sp>
      <p:graphicFrame>
        <p:nvGraphicFramePr>
          <p:cNvPr id="2" name="Table 1">
            <a:extLst>
              <a:ext uri="{FF2B5EF4-FFF2-40B4-BE49-F238E27FC236}">
                <a16:creationId xmlns:a16="http://schemas.microsoft.com/office/drawing/2014/main" id="{C366E188-A524-5201-A5CC-299CCC8D0AEB}"/>
              </a:ext>
            </a:extLst>
          </p:cNvPr>
          <p:cNvGraphicFramePr>
            <a:graphicFrameLocks noGrp="1"/>
          </p:cNvGraphicFramePr>
          <p:nvPr>
            <p:extLst>
              <p:ext uri="{D42A27DB-BD31-4B8C-83A1-F6EECF244321}">
                <p14:modId xmlns:p14="http://schemas.microsoft.com/office/powerpoint/2010/main" val="2980381520"/>
              </p:ext>
            </p:extLst>
          </p:nvPr>
        </p:nvGraphicFramePr>
        <p:xfrm>
          <a:off x="481264" y="1419728"/>
          <a:ext cx="10960766" cy="3645567"/>
        </p:xfrm>
        <a:graphic>
          <a:graphicData uri="http://schemas.openxmlformats.org/drawingml/2006/table">
            <a:tbl>
              <a:tblPr firstRow="1" bandRow="1">
                <a:tableStyleId>{1FECB4D8-DB02-4DC6-A0A2-4F2EBAE1DC90}</a:tableStyleId>
              </a:tblPr>
              <a:tblGrid>
                <a:gridCol w="1534778">
                  <a:extLst>
                    <a:ext uri="{9D8B030D-6E8A-4147-A177-3AD203B41FA5}">
                      <a16:colId xmlns:a16="http://schemas.microsoft.com/office/drawing/2014/main" val="944907856"/>
                    </a:ext>
                  </a:extLst>
                </a:gridCol>
                <a:gridCol w="1958799">
                  <a:extLst>
                    <a:ext uri="{9D8B030D-6E8A-4147-A177-3AD203B41FA5}">
                      <a16:colId xmlns:a16="http://schemas.microsoft.com/office/drawing/2014/main" val="3475577532"/>
                    </a:ext>
                  </a:extLst>
                </a:gridCol>
                <a:gridCol w="3431791">
                  <a:extLst>
                    <a:ext uri="{9D8B030D-6E8A-4147-A177-3AD203B41FA5}">
                      <a16:colId xmlns:a16="http://schemas.microsoft.com/office/drawing/2014/main" val="2473829180"/>
                    </a:ext>
                  </a:extLst>
                </a:gridCol>
                <a:gridCol w="2017699">
                  <a:extLst>
                    <a:ext uri="{9D8B030D-6E8A-4147-A177-3AD203B41FA5}">
                      <a16:colId xmlns:a16="http://schemas.microsoft.com/office/drawing/2014/main" val="2611372164"/>
                    </a:ext>
                  </a:extLst>
                </a:gridCol>
                <a:gridCol w="2017699">
                  <a:extLst>
                    <a:ext uri="{9D8B030D-6E8A-4147-A177-3AD203B41FA5}">
                      <a16:colId xmlns:a16="http://schemas.microsoft.com/office/drawing/2014/main" val="1070070966"/>
                    </a:ext>
                  </a:extLst>
                </a:gridCol>
              </a:tblGrid>
              <a:tr h="405063">
                <a:tc gridSpan="2">
                  <a:txBody>
                    <a:bodyPr/>
                    <a:lstStyle/>
                    <a:p>
                      <a:pPr algn="ctr"/>
                      <a:r>
                        <a:rPr lang="ar-EG" b="1" dirty="0">
                          <a:solidFill>
                            <a:schemeClr val="tx1"/>
                          </a:solidFill>
                        </a:rPr>
                        <a:t>تحاليل عينات مياه الشرب الكيميائية</a:t>
                      </a:r>
                      <a:endParaRPr lang="en-US" b="1"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hMerge="1">
                  <a:txBody>
                    <a:bodyPr/>
                    <a:lstStyle/>
                    <a:p>
                      <a:pPr algn="r"/>
                      <a:endParaRPr lang="en-US" dirty="0"/>
                    </a:p>
                  </a:txBody>
                  <a:tcPr/>
                </a:tc>
                <a:tc>
                  <a:txBody>
                    <a:bodyPr/>
                    <a:lstStyle/>
                    <a:p>
                      <a:pPr algn="ctr"/>
                      <a:r>
                        <a:rPr lang="ar-EG" b="1" dirty="0">
                          <a:solidFill>
                            <a:schemeClr val="tx1"/>
                          </a:solidFill>
                        </a:rPr>
                        <a:t>تحاليل عينات مياه الشرب الميكروبيولوجية</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gridSpan="2">
                  <a:txBody>
                    <a:bodyPr/>
                    <a:lstStyle/>
                    <a:p>
                      <a:pPr algn="ctr"/>
                      <a:r>
                        <a:rPr lang="ar-EG" b="1" dirty="0">
                          <a:solidFill>
                            <a:schemeClr val="tx1"/>
                          </a:solidFill>
                        </a:rPr>
                        <a:t>تحاليل عينات الصرف الصحى </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hMerge="1">
                  <a:txBody>
                    <a:bodyPr/>
                    <a:lstStyle/>
                    <a:p>
                      <a:pPr algn="ctr"/>
                      <a:endParaRPr lang="en-US" b="1" dirty="0">
                        <a:solidFill>
                          <a:schemeClr val="tx1"/>
                        </a:solidFill>
                      </a:endParaRPr>
                    </a:p>
                  </a:txBody>
                  <a:tc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extLst>
                  <a:ext uri="{0D108BD9-81ED-4DB2-BD59-A6C34878D82A}">
                    <a16:rowId xmlns:a16="http://schemas.microsoft.com/office/drawing/2014/main" val="3092246165"/>
                  </a:ext>
                </a:extLst>
              </a:tr>
              <a:tr h="405063">
                <a:tc>
                  <a:txBody>
                    <a:bodyPr/>
                    <a:lstStyle/>
                    <a:p>
                      <a:pPr algn="ctr"/>
                      <a:r>
                        <a:rPr lang="en-US" b="1" dirty="0"/>
                        <a:t>Fe</a:t>
                      </a:r>
                    </a:p>
                  </a:txBody>
                  <a:tcP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err="1"/>
                        <a:t>T.Mg</a:t>
                      </a:r>
                      <a:r>
                        <a:rPr lang="en-US" b="1" dirty="0"/>
                        <a:t> H</a:t>
                      </a:r>
                    </a:p>
                  </a:txBody>
                  <a:tc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err="1"/>
                        <a:t>T.Coliform</a:t>
                      </a:r>
                      <a:endParaRPr lang="en-US" b="1" dirty="0"/>
                    </a:p>
                  </a:txBody>
                  <a:tcP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a:t>Fe</a:t>
                      </a:r>
                    </a:p>
                  </a:txBody>
                  <a:tcP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a:t>TSS</a:t>
                      </a:r>
                    </a:p>
                  </a:txBody>
                  <a:tcP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extLst>
                  <a:ext uri="{0D108BD9-81ED-4DB2-BD59-A6C34878D82A}">
                    <a16:rowId xmlns:a16="http://schemas.microsoft.com/office/drawing/2014/main" val="1688104890"/>
                  </a:ext>
                </a:extLst>
              </a:tr>
              <a:tr h="405063">
                <a:tc>
                  <a:txBody>
                    <a:bodyPr/>
                    <a:lstStyle/>
                    <a:p>
                      <a:pPr algn="ctr"/>
                      <a:r>
                        <a:rPr lang="en-US" b="1" dirty="0"/>
                        <a:t>MN</a:t>
                      </a:r>
                    </a:p>
                  </a:txBody>
                  <a:tcP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a:t>Cl</a:t>
                      </a:r>
                    </a:p>
                  </a:txBody>
                  <a:tc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err="1"/>
                        <a:t>T.Streptococci</a:t>
                      </a:r>
                      <a:endParaRPr lang="en-US" b="1" dirty="0"/>
                    </a:p>
                  </a:txBody>
                  <a:tcP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a:t>MN</a:t>
                      </a:r>
                    </a:p>
                  </a:txBody>
                  <a:tcP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a:t>VS</a:t>
                      </a:r>
                    </a:p>
                  </a:txBody>
                  <a:tcP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extLst>
                  <a:ext uri="{0D108BD9-81ED-4DB2-BD59-A6C34878D82A}">
                    <a16:rowId xmlns:a16="http://schemas.microsoft.com/office/drawing/2014/main" val="1699690900"/>
                  </a:ext>
                </a:extLst>
              </a:tr>
              <a:tr h="405063">
                <a:tc>
                  <a:txBody>
                    <a:bodyPr/>
                    <a:lstStyle/>
                    <a:p>
                      <a:pPr algn="ctr"/>
                      <a:r>
                        <a:rPr lang="en-US" b="1" dirty="0"/>
                        <a:t>NH3</a:t>
                      </a:r>
                    </a:p>
                  </a:txBody>
                  <a:tcP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err="1"/>
                        <a:t>T.R.Cl</a:t>
                      </a:r>
                      <a:endParaRPr lang="en-US" b="1" dirty="0"/>
                    </a:p>
                  </a:txBody>
                  <a:tc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a:t>Fecal streptococci</a:t>
                      </a:r>
                    </a:p>
                  </a:txBody>
                  <a:tcP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a:t>NH3</a:t>
                      </a:r>
                    </a:p>
                  </a:txBody>
                  <a:tcP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a:t>COD</a:t>
                      </a:r>
                    </a:p>
                  </a:txBody>
                  <a:tcP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extLst>
                  <a:ext uri="{0D108BD9-81ED-4DB2-BD59-A6C34878D82A}">
                    <a16:rowId xmlns:a16="http://schemas.microsoft.com/office/drawing/2014/main" val="3607655550"/>
                  </a:ext>
                </a:extLst>
              </a:tr>
              <a:tr h="405063">
                <a:tc>
                  <a:txBody>
                    <a:bodyPr/>
                    <a:lstStyle/>
                    <a:p>
                      <a:pPr algn="ctr"/>
                      <a:r>
                        <a:rPr lang="en-US" b="1" dirty="0"/>
                        <a:t>NO2</a:t>
                      </a:r>
                    </a:p>
                  </a:txBody>
                  <a:tcP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a:t>PH</a:t>
                      </a:r>
                    </a:p>
                  </a:txBody>
                  <a:tc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a:t>HPC</a:t>
                      </a:r>
                    </a:p>
                  </a:txBody>
                  <a:tcP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a:t>NO2</a:t>
                      </a:r>
                    </a:p>
                  </a:txBody>
                  <a:tcP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a:t>BOD</a:t>
                      </a:r>
                    </a:p>
                  </a:txBody>
                  <a:tcP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extLst>
                  <a:ext uri="{0D108BD9-81ED-4DB2-BD59-A6C34878D82A}">
                    <a16:rowId xmlns:a16="http://schemas.microsoft.com/office/drawing/2014/main" val="1166080193"/>
                  </a:ext>
                </a:extLst>
              </a:tr>
              <a:tr h="405063">
                <a:tc>
                  <a:txBody>
                    <a:bodyPr/>
                    <a:lstStyle/>
                    <a:p>
                      <a:pPr algn="ctr"/>
                      <a:r>
                        <a:rPr lang="en-US" b="1" dirty="0"/>
                        <a:t>NO3</a:t>
                      </a:r>
                    </a:p>
                  </a:txBody>
                  <a:tcP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a:t>Turb</a:t>
                      </a:r>
                    </a:p>
                  </a:txBody>
                  <a:tc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err="1"/>
                        <a:t>Algai</a:t>
                      </a:r>
                      <a:r>
                        <a:rPr lang="en-US" b="1" dirty="0"/>
                        <a:t> count</a:t>
                      </a:r>
                    </a:p>
                  </a:txBody>
                  <a:tcP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a:t>NO3</a:t>
                      </a:r>
                    </a:p>
                  </a:txBody>
                  <a:tcP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a:t>Oil &amp; </a:t>
                      </a:r>
                      <a:r>
                        <a:rPr lang="en-US" b="1" dirty="0" err="1"/>
                        <a:t>Grase</a:t>
                      </a:r>
                      <a:endParaRPr lang="en-US" b="1" dirty="0"/>
                    </a:p>
                  </a:txBody>
                  <a:tcP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extLst>
                  <a:ext uri="{0D108BD9-81ED-4DB2-BD59-A6C34878D82A}">
                    <a16:rowId xmlns:a16="http://schemas.microsoft.com/office/drawing/2014/main" val="1021624627"/>
                  </a:ext>
                </a:extLst>
              </a:tr>
              <a:tr h="405063">
                <a:tc>
                  <a:txBody>
                    <a:bodyPr/>
                    <a:lstStyle/>
                    <a:p>
                      <a:pPr algn="ctr"/>
                      <a:r>
                        <a:rPr lang="en-US" b="1" dirty="0" err="1"/>
                        <a:t>T.Alk</a:t>
                      </a:r>
                      <a:endParaRPr lang="en-US" b="1" dirty="0"/>
                    </a:p>
                  </a:txBody>
                  <a:tcP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a:t>SO4</a:t>
                      </a:r>
                    </a:p>
                  </a:txBody>
                  <a:tc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a:t>protozoa</a:t>
                      </a:r>
                    </a:p>
                  </a:txBody>
                  <a:tcP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err="1"/>
                        <a:t>T.R.Cl</a:t>
                      </a:r>
                      <a:endParaRPr lang="en-US" b="1" dirty="0"/>
                    </a:p>
                  </a:txBody>
                  <a:tcP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endParaRPr lang="en-US" b="1" dirty="0"/>
                    </a:p>
                  </a:txBody>
                  <a:tcP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extLst>
                  <a:ext uri="{0D108BD9-81ED-4DB2-BD59-A6C34878D82A}">
                    <a16:rowId xmlns:a16="http://schemas.microsoft.com/office/drawing/2014/main" val="300919243"/>
                  </a:ext>
                </a:extLst>
              </a:tr>
              <a:tr h="405063">
                <a:tc>
                  <a:txBody>
                    <a:bodyPr/>
                    <a:lstStyle/>
                    <a:p>
                      <a:pPr algn="ctr"/>
                      <a:r>
                        <a:rPr lang="en-US" b="1" dirty="0"/>
                        <a:t>T.H</a:t>
                      </a:r>
                    </a:p>
                  </a:txBody>
                  <a:tcP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a:t>T.D.S</a:t>
                      </a:r>
                    </a:p>
                  </a:txBody>
                  <a:tc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endParaRPr lang="en-US" b="1" dirty="0"/>
                    </a:p>
                  </a:txBody>
                  <a:tcP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b="1" dirty="0"/>
                        <a:t>PH</a:t>
                      </a:r>
                    </a:p>
                  </a:txBody>
                  <a:tcPr>
                    <a:lnL w="12700" cap="flat" cmpd="sng" algn="ctr">
                      <a:solidFill>
                        <a:schemeClr val="tx1"/>
                      </a:solidFill>
                      <a:prstDash val="solid"/>
                      <a:round/>
                      <a:headEnd type="none" w="med" len="med"/>
                      <a:tailEnd type="none" w="med" len="med"/>
                    </a:lnL>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endParaRPr lang="en-US" b="1" dirty="0"/>
                    </a:p>
                  </a:txBody>
                  <a:tcPr>
                    <a:lnR w="12700" cap="flat" cmpd="sng" algn="ctr">
                      <a:solidFill>
                        <a:schemeClr val="tx1"/>
                      </a:solidFill>
                      <a:prstDash val="solid"/>
                      <a:round/>
                      <a:headEnd type="none" w="med" len="med"/>
                      <a:tailEnd type="none" w="med" len="med"/>
                    </a:ln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extLst>
                  <a:ext uri="{0D108BD9-81ED-4DB2-BD59-A6C34878D82A}">
                    <a16:rowId xmlns:a16="http://schemas.microsoft.com/office/drawing/2014/main" val="1906094363"/>
                  </a:ext>
                </a:extLst>
              </a:tr>
              <a:tr h="405063">
                <a:tc>
                  <a:txBody>
                    <a:bodyPr/>
                    <a:lstStyle/>
                    <a:p>
                      <a:pPr algn="ctr"/>
                      <a:r>
                        <a:rPr lang="en-US" b="1" dirty="0" err="1"/>
                        <a:t>T.Ca</a:t>
                      </a:r>
                      <a:r>
                        <a:rPr lang="en-US" b="1" dirty="0"/>
                        <a:t> H</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endParaRPr lang="en-US" b="1" dirty="0"/>
                    </a:p>
                  </a:txBody>
                  <a:tcPr>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endParaRPr lang="en-US" b="1"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T.D.S</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endParaRPr lang="en-US" b="1"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extLst>
                  <a:ext uri="{0D108BD9-81ED-4DB2-BD59-A6C34878D82A}">
                    <a16:rowId xmlns:a16="http://schemas.microsoft.com/office/drawing/2014/main" val="2344513965"/>
                  </a:ext>
                </a:extLst>
              </a:tr>
            </a:tbl>
          </a:graphicData>
        </a:graphic>
      </p:graphicFrame>
    </p:spTree>
    <p:extLst>
      <p:ext uri="{BB962C8B-B14F-4D97-AF65-F5344CB8AC3E}">
        <p14:creationId xmlns:p14="http://schemas.microsoft.com/office/powerpoint/2010/main" val="19467823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008BC-95A8-4413-B388-0E84A8EFF42C}"/>
              </a:ext>
            </a:extLst>
          </p:cNvPr>
          <p:cNvSpPr>
            <a:spLocks noGrp="1"/>
          </p:cNvSpPr>
          <p:nvPr>
            <p:ph type="title"/>
          </p:nvPr>
        </p:nvSpPr>
        <p:spPr>
          <a:xfrm>
            <a:off x="719447" y="-91786"/>
            <a:ext cx="10515600" cy="1325563"/>
          </a:xfrm>
        </p:spPr>
        <p:txBody>
          <a:bodyPr/>
          <a:lstStyle/>
          <a:p>
            <a:pPr algn="ctr"/>
            <a:r>
              <a:rPr lang="ar-EG" dirty="0"/>
              <a:t>الأجهزة المتوفرة في المعامل الرئيسية</a:t>
            </a:r>
          </a:p>
        </p:txBody>
      </p:sp>
      <p:sp>
        <p:nvSpPr>
          <p:cNvPr id="4" name="Slide Number Placeholder 3">
            <a:extLst>
              <a:ext uri="{FF2B5EF4-FFF2-40B4-BE49-F238E27FC236}">
                <a16:creationId xmlns:a16="http://schemas.microsoft.com/office/drawing/2014/main" id="{23F595CD-3792-4B11-AD43-9692E4CA1E4F}"/>
              </a:ext>
            </a:extLst>
          </p:cNvPr>
          <p:cNvSpPr>
            <a:spLocks noGrp="1"/>
          </p:cNvSpPr>
          <p:nvPr>
            <p:ph type="sldNum" sz="quarter" idx="12"/>
          </p:nvPr>
        </p:nvSpPr>
        <p:spPr/>
        <p:txBody>
          <a:bodyPr/>
          <a:lstStyle/>
          <a:p>
            <a:fld id="{55566DE6-6023-4F1B-83B8-5B1409609C05}" type="slidenum">
              <a:rPr lang="fr-FR" smtClean="0"/>
              <a:t>26</a:t>
            </a:fld>
            <a:endParaRPr lang="fr-FR"/>
          </a:p>
        </p:txBody>
      </p:sp>
      <p:pic>
        <p:nvPicPr>
          <p:cNvPr id="5" name="Picture 4">
            <a:extLst>
              <a:ext uri="{FF2B5EF4-FFF2-40B4-BE49-F238E27FC236}">
                <a16:creationId xmlns:a16="http://schemas.microsoft.com/office/drawing/2014/main" id="{017941D3-88E4-A9DC-9794-BD388AA7AE86}"/>
              </a:ext>
            </a:extLst>
          </p:cNvPr>
          <p:cNvPicPr>
            <a:picLocks noChangeAspect="1"/>
          </p:cNvPicPr>
          <p:nvPr/>
        </p:nvPicPr>
        <p:blipFill>
          <a:blip r:embed="rId2"/>
          <a:stretch>
            <a:fillRect/>
          </a:stretch>
        </p:blipFill>
        <p:spPr>
          <a:xfrm>
            <a:off x="173091" y="1083751"/>
            <a:ext cx="5455811" cy="5774249"/>
          </a:xfrm>
          <a:prstGeom prst="rect">
            <a:avLst/>
          </a:prstGeom>
          <a:ln>
            <a:noFill/>
          </a:ln>
          <a:effectLst>
            <a:outerShdw blurRad="292100" dist="139700" dir="2700000" algn="tl" rotWithShape="0">
              <a:srgbClr val="333333">
                <a:alpha val="65000"/>
              </a:srgbClr>
            </a:outerShdw>
          </a:effectLst>
        </p:spPr>
      </p:pic>
      <p:pic>
        <p:nvPicPr>
          <p:cNvPr id="3" name="Picture 2">
            <a:extLst>
              <a:ext uri="{FF2B5EF4-FFF2-40B4-BE49-F238E27FC236}">
                <a16:creationId xmlns:a16="http://schemas.microsoft.com/office/drawing/2014/main" id="{64DD7013-D970-1ACE-ED3C-1EE7CC5158AC}"/>
              </a:ext>
            </a:extLst>
          </p:cNvPr>
          <p:cNvPicPr>
            <a:picLocks noChangeAspect="1"/>
          </p:cNvPicPr>
          <p:nvPr/>
        </p:nvPicPr>
        <p:blipFill>
          <a:blip r:embed="rId3"/>
          <a:stretch>
            <a:fillRect/>
          </a:stretch>
        </p:blipFill>
        <p:spPr>
          <a:xfrm>
            <a:off x="6175258" y="1083750"/>
            <a:ext cx="5883611" cy="577424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704303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008BC-95A8-4413-B388-0E84A8EFF42C}"/>
              </a:ext>
            </a:extLst>
          </p:cNvPr>
          <p:cNvSpPr>
            <a:spLocks noGrp="1"/>
          </p:cNvSpPr>
          <p:nvPr>
            <p:ph type="title"/>
          </p:nvPr>
        </p:nvSpPr>
        <p:spPr>
          <a:xfrm>
            <a:off x="719447" y="-91786"/>
            <a:ext cx="10515600" cy="1325563"/>
          </a:xfrm>
        </p:spPr>
        <p:txBody>
          <a:bodyPr/>
          <a:lstStyle/>
          <a:p>
            <a:pPr algn="ctr"/>
            <a:r>
              <a:rPr lang="ar-EG" dirty="0"/>
              <a:t>الأجهزة المتوفرة في المعامل الرئيسية</a:t>
            </a:r>
          </a:p>
        </p:txBody>
      </p:sp>
      <p:sp>
        <p:nvSpPr>
          <p:cNvPr id="4" name="Slide Number Placeholder 3">
            <a:extLst>
              <a:ext uri="{FF2B5EF4-FFF2-40B4-BE49-F238E27FC236}">
                <a16:creationId xmlns:a16="http://schemas.microsoft.com/office/drawing/2014/main" id="{23F595CD-3792-4B11-AD43-9692E4CA1E4F}"/>
              </a:ext>
            </a:extLst>
          </p:cNvPr>
          <p:cNvSpPr>
            <a:spLocks noGrp="1"/>
          </p:cNvSpPr>
          <p:nvPr>
            <p:ph type="sldNum" sz="quarter" idx="12"/>
          </p:nvPr>
        </p:nvSpPr>
        <p:spPr/>
        <p:txBody>
          <a:bodyPr/>
          <a:lstStyle/>
          <a:p>
            <a:fld id="{55566DE6-6023-4F1B-83B8-5B1409609C05}" type="slidenum">
              <a:rPr lang="fr-FR" smtClean="0"/>
              <a:t>27</a:t>
            </a:fld>
            <a:endParaRPr lang="fr-FR"/>
          </a:p>
        </p:txBody>
      </p:sp>
      <p:pic>
        <p:nvPicPr>
          <p:cNvPr id="3" name="Picture 2">
            <a:extLst>
              <a:ext uri="{FF2B5EF4-FFF2-40B4-BE49-F238E27FC236}">
                <a16:creationId xmlns:a16="http://schemas.microsoft.com/office/drawing/2014/main" id="{82F4F1C0-2D42-2EDA-C6EF-0FF95B5F1DF1}"/>
              </a:ext>
            </a:extLst>
          </p:cNvPr>
          <p:cNvPicPr>
            <a:picLocks noChangeAspect="1"/>
          </p:cNvPicPr>
          <p:nvPr/>
        </p:nvPicPr>
        <p:blipFill>
          <a:blip r:embed="rId2"/>
          <a:stretch>
            <a:fillRect/>
          </a:stretch>
        </p:blipFill>
        <p:spPr>
          <a:xfrm>
            <a:off x="110747" y="1083749"/>
            <a:ext cx="5668489" cy="5774250"/>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F70D371A-415D-96F1-6EC2-C29FED5DE740}"/>
              </a:ext>
            </a:extLst>
          </p:cNvPr>
          <p:cNvPicPr>
            <a:picLocks noChangeAspect="1"/>
          </p:cNvPicPr>
          <p:nvPr/>
        </p:nvPicPr>
        <p:blipFill>
          <a:blip r:embed="rId3"/>
          <a:stretch>
            <a:fillRect/>
          </a:stretch>
        </p:blipFill>
        <p:spPr>
          <a:xfrm>
            <a:off x="6160514" y="1083748"/>
            <a:ext cx="5920739" cy="5774251"/>
          </a:xfrm>
          <a:prstGeom prst="rect">
            <a:avLst/>
          </a:prstGeom>
        </p:spPr>
      </p:pic>
    </p:spTree>
    <p:extLst>
      <p:ext uri="{BB962C8B-B14F-4D97-AF65-F5344CB8AC3E}">
        <p14:creationId xmlns:p14="http://schemas.microsoft.com/office/powerpoint/2010/main" val="7953989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5B284-BEAC-4E2E-9E80-4791421EEF19}"/>
              </a:ext>
            </a:extLst>
          </p:cNvPr>
          <p:cNvSpPr>
            <a:spLocks noGrp="1"/>
          </p:cNvSpPr>
          <p:nvPr>
            <p:ph type="title"/>
          </p:nvPr>
        </p:nvSpPr>
        <p:spPr>
          <a:xfrm>
            <a:off x="2422566" y="136525"/>
            <a:ext cx="7636823" cy="656153"/>
          </a:xfrm>
        </p:spPr>
        <p:txBody>
          <a:bodyPr>
            <a:normAutofit fontScale="90000"/>
          </a:bodyPr>
          <a:lstStyle/>
          <a:p>
            <a:pPr algn="ctr"/>
            <a:r>
              <a:rPr lang="ar-EG" dirty="0"/>
              <a:t>صور المعامل قبل وبعد التأهيل</a:t>
            </a:r>
          </a:p>
        </p:txBody>
      </p:sp>
      <p:sp>
        <p:nvSpPr>
          <p:cNvPr id="4" name="Slide Number Placeholder 3">
            <a:extLst>
              <a:ext uri="{FF2B5EF4-FFF2-40B4-BE49-F238E27FC236}">
                <a16:creationId xmlns:a16="http://schemas.microsoft.com/office/drawing/2014/main" id="{074D6963-9E21-4718-AAA2-71C15BC7A8E2}"/>
              </a:ext>
            </a:extLst>
          </p:cNvPr>
          <p:cNvSpPr>
            <a:spLocks noGrp="1"/>
          </p:cNvSpPr>
          <p:nvPr>
            <p:ph type="sldNum" sz="quarter" idx="12"/>
          </p:nvPr>
        </p:nvSpPr>
        <p:spPr/>
        <p:txBody>
          <a:bodyPr/>
          <a:lstStyle/>
          <a:p>
            <a:fld id="{55566DE6-6023-4F1B-83B8-5B1409609C05}" type="slidenum">
              <a:rPr lang="fr-FR" smtClean="0"/>
              <a:t>28</a:t>
            </a:fld>
            <a:endParaRPr lang="fr-FR"/>
          </a:p>
        </p:txBody>
      </p:sp>
      <p:sp>
        <p:nvSpPr>
          <p:cNvPr id="26" name="Arrow: Right 25">
            <a:extLst>
              <a:ext uri="{FF2B5EF4-FFF2-40B4-BE49-F238E27FC236}">
                <a16:creationId xmlns:a16="http://schemas.microsoft.com/office/drawing/2014/main" id="{092188EB-510F-D17D-4C56-4032648B89EC}"/>
              </a:ext>
            </a:extLst>
          </p:cNvPr>
          <p:cNvSpPr/>
          <p:nvPr/>
        </p:nvSpPr>
        <p:spPr>
          <a:xfrm>
            <a:off x="5189517" y="3698030"/>
            <a:ext cx="2047391" cy="831274"/>
          </a:xfrm>
          <a:prstGeom prst="rightArrow">
            <a:avLst/>
          </a:prstGeom>
          <a:gradFill flip="none" rotWithShape="1">
            <a:gsLst>
              <a:gs pos="0">
                <a:srgbClr val="166792">
                  <a:shade val="30000"/>
                  <a:satMod val="115000"/>
                </a:srgbClr>
              </a:gs>
              <a:gs pos="50000">
                <a:srgbClr val="166792">
                  <a:shade val="67500"/>
                  <a:satMod val="115000"/>
                </a:srgbClr>
              </a:gs>
              <a:gs pos="100000">
                <a:srgbClr val="166792">
                  <a:shade val="100000"/>
                  <a:satMod val="115000"/>
                </a:srgbClr>
              </a:gs>
            </a:gsLst>
            <a:lin ang="10800000" scaled="1"/>
            <a:tileRect/>
          </a:gra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3D877FDB-2BC4-7F9C-D2D6-72A208AE3CCA}"/>
              </a:ext>
            </a:extLst>
          </p:cNvPr>
          <p:cNvSpPr/>
          <p:nvPr/>
        </p:nvSpPr>
        <p:spPr>
          <a:xfrm>
            <a:off x="807219" y="1065524"/>
            <a:ext cx="2993188" cy="656153"/>
          </a:xfrm>
          <a:prstGeom prst="ellipse">
            <a:avLst/>
          </a:prstGeom>
          <a:gradFill flip="none" rotWithShape="1">
            <a:gsLst>
              <a:gs pos="0">
                <a:srgbClr val="DDF2F5">
                  <a:shade val="30000"/>
                  <a:satMod val="115000"/>
                </a:srgbClr>
              </a:gs>
              <a:gs pos="50000">
                <a:srgbClr val="DDF2F5">
                  <a:shade val="67500"/>
                  <a:satMod val="115000"/>
                </a:srgbClr>
              </a:gs>
              <a:gs pos="100000">
                <a:srgbClr val="DDF2F5">
                  <a:shade val="100000"/>
                  <a:satMod val="115000"/>
                </a:srgb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a:extLst>
              <a:ext uri="{FF2B5EF4-FFF2-40B4-BE49-F238E27FC236}">
                <a16:creationId xmlns:a16="http://schemas.microsoft.com/office/drawing/2014/main" id="{F709FA0D-92E0-4AB2-EB4B-6E1CDED04546}"/>
              </a:ext>
            </a:extLst>
          </p:cNvPr>
          <p:cNvSpPr txBox="1"/>
          <p:nvPr/>
        </p:nvSpPr>
        <p:spPr>
          <a:xfrm>
            <a:off x="1593648" y="1158458"/>
            <a:ext cx="1318161" cy="461665"/>
          </a:xfrm>
          <a:prstGeom prst="rect">
            <a:avLst/>
          </a:prstGeom>
          <a:noFill/>
        </p:spPr>
        <p:txBody>
          <a:bodyPr wrap="square" rtlCol="0">
            <a:spAutoFit/>
          </a:bodyPr>
          <a:lstStyle/>
          <a:p>
            <a:r>
              <a:rPr lang="ar-EG" sz="2400" b="1" dirty="0">
                <a:solidFill>
                  <a:srgbClr val="C00000"/>
                </a:solidFill>
              </a:rPr>
              <a:t>قبل التأهيل</a:t>
            </a:r>
            <a:endParaRPr lang="en-US" sz="2400" b="1" dirty="0">
              <a:solidFill>
                <a:srgbClr val="C00000"/>
              </a:solidFill>
            </a:endParaRPr>
          </a:p>
        </p:txBody>
      </p:sp>
      <p:sp>
        <p:nvSpPr>
          <p:cNvPr id="36" name="Oval 35">
            <a:extLst>
              <a:ext uri="{FF2B5EF4-FFF2-40B4-BE49-F238E27FC236}">
                <a16:creationId xmlns:a16="http://schemas.microsoft.com/office/drawing/2014/main" id="{C3AF442B-6EAA-B0C9-E732-9FD5485918C7}"/>
              </a:ext>
            </a:extLst>
          </p:cNvPr>
          <p:cNvSpPr/>
          <p:nvPr/>
        </p:nvSpPr>
        <p:spPr>
          <a:xfrm>
            <a:off x="8016530" y="1100262"/>
            <a:ext cx="2993188" cy="656153"/>
          </a:xfrm>
          <a:prstGeom prst="ellipse">
            <a:avLst/>
          </a:prstGeom>
          <a:gradFill flip="none" rotWithShape="1">
            <a:gsLst>
              <a:gs pos="0">
                <a:srgbClr val="DDF2F5">
                  <a:shade val="30000"/>
                  <a:satMod val="115000"/>
                </a:srgbClr>
              </a:gs>
              <a:gs pos="50000">
                <a:srgbClr val="DDF2F5">
                  <a:shade val="67500"/>
                  <a:satMod val="115000"/>
                </a:srgbClr>
              </a:gs>
              <a:gs pos="100000">
                <a:srgbClr val="DDF2F5">
                  <a:shade val="100000"/>
                  <a:satMod val="115000"/>
                </a:srgb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8D7199E7-A71A-F6F7-4884-9DA4F6228797}"/>
              </a:ext>
            </a:extLst>
          </p:cNvPr>
          <p:cNvSpPr txBox="1"/>
          <p:nvPr/>
        </p:nvSpPr>
        <p:spPr>
          <a:xfrm>
            <a:off x="8926390" y="1195130"/>
            <a:ext cx="1364673" cy="461665"/>
          </a:xfrm>
          <a:prstGeom prst="rect">
            <a:avLst/>
          </a:prstGeom>
          <a:noFill/>
        </p:spPr>
        <p:txBody>
          <a:bodyPr wrap="square" rtlCol="0">
            <a:spAutoFit/>
          </a:bodyPr>
          <a:lstStyle/>
          <a:p>
            <a:r>
              <a:rPr lang="ar-EG" sz="2400" b="1" dirty="0">
                <a:solidFill>
                  <a:srgbClr val="C00000"/>
                </a:solidFill>
              </a:rPr>
              <a:t>بعد التأهيل</a:t>
            </a:r>
            <a:endParaRPr lang="en-US" sz="2400" b="1" dirty="0">
              <a:solidFill>
                <a:srgbClr val="C00000"/>
              </a:solidFill>
            </a:endParaRPr>
          </a:p>
        </p:txBody>
      </p:sp>
      <p:pic>
        <p:nvPicPr>
          <p:cNvPr id="40" name="Picture 39">
            <a:extLst>
              <a:ext uri="{FF2B5EF4-FFF2-40B4-BE49-F238E27FC236}">
                <a16:creationId xmlns:a16="http://schemas.microsoft.com/office/drawing/2014/main" id="{CA9934D6-B38F-D5BA-400C-3B31276E23E9}"/>
              </a:ext>
            </a:extLst>
          </p:cNvPr>
          <p:cNvPicPr>
            <a:picLocks noChangeAspect="1"/>
          </p:cNvPicPr>
          <p:nvPr/>
        </p:nvPicPr>
        <p:blipFill>
          <a:blip r:embed="rId3"/>
          <a:stretch>
            <a:fillRect/>
          </a:stretch>
        </p:blipFill>
        <p:spPr>
          <a:xfrm>
            <a:off x="0" y="1756415"/>
            <a:ext cx="5089300" cy="5048777"/>
          </a:xfrm>
          <a:prstGeom prst="rect">
            <a:avLst/>
          </a:prstGeom>
          <a:ln>
            <a:noFill/>
          </a:ln>
          <a:effectLst>
            <a:outerShdw blurRad="292100" dist="139700" dir="2700000" algn="tl" rotWithShape="0">
              <a:srgbClr val="333333">
                <a:alpha val="65000"/>
              </a:srgbClr>
            </a:outerShdw>
          </a:effectLst>
        </p:spPr>
      </p:pic>
      <p:pic>
        <p:nvPicPr>
          <p:cNvPr id="43" name="Picture 42">
            <a:extLst>
              <a:ext uri="{FF2B5EF4-FFF2-40B4-BE49-F238E27FC236}">
                <a16:creationId xmlns:a16="http://schemas.microsoft.com/office/drawing/2014/main" id="{B59B1A75-3771-7049-ED4D-15D9A88E5594}"/>
              </a:ext>
            </a:extLst>
          </p:cNvPr>
          <p:cNvPicPr>
            <a:picLocks noChangeAspect="1"/>
          </p:cNvPicPr>
          <p:nvPr/>
        </p:nvPicPr>
        <p:blipFill>
          <a:blip r:embed="rId4"/>
          <a:stretch>
            <a:fillRect/>
          </a:stretch>
        </p:blipFill>
        <p:spPr>
          <a:xfrm>
            <a:off x="7236908" y="1777663"/>
            <a:ext cx="4955092" cy="508033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791286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5B284-BEAC-4E2E-9E80-4791421EEF19}"/>
              </a:ext>
            </a:extLst>
          </p:cNvPr>
          <p:cNvSpPr>
            <a:spLocks noGrp="1"/>
          </p:cNvSpPr>
          <p:nvPr>
            <p:ph type="title"/>
          </p:nvPr>
        </p:nvSpPr>
        <p:spPr>
          <a:xfrm>
            <a:off x="2422566" y="136525"/>
            <a:ext cx="7636823" cy="656153"/>
          </a:xfrm>
        </p:spPr>
        <p:txBody>
          <a:bodyPr>
            <a:normAutofit fontScale="90000"/>
          </a:bodyPr>
          <a:lstStyle/>
          <a:p>
            <a:pPr algn="ctr"/>
            <a:r>
              <a:rPr lang="ar-EG" dirty="0"/>
              <a:t>صور المعامل قبل وبعد التأهيل</a:t>
            </a:r>
          </a:p>
        </p:txBody>
      </p:sp>
      <p:sp>
        <p:nvSpPr>
          <p:cNvPr id="4" name="Slide Number Placeholder 3">
            <a:extLst>
              <a:ext uri="{FF2B5EF4-FFF2-40B4-BE49-F238E27FC236}">
                <a16:creationId xmlns:a16="http://schemas.microsoft.com/office/drawing/2014/main" id="{074D6963-9E21-4718-AAA2-71C15BC7A8E2}"/>
              </a:ext>
            </a:extLst>
          </p:cNvPr>
          <p:cNvSpPr>
            <a:spLocks noGrp="1"/>
          </p:cNvSpPr>
          <p:nvPr>
            <p:ph type="sldNum" sz="quarter" idx="12"/>
          </p:nvPr>
        </p:nvSpPr>
        <p:spPr/>
        <p:txBody>
          <a:bodyPr/>
          <a:lstStyle/>
          <a:p>
            <a:fld id="{55566DE6-6023-4F1B-83B8-5B1409609C05}" type="slidenum">
              <a:rPr lang="fr-FR" smtClean="0"/>
              <a:t>29</a:t>
            </a:fld>
            <a:endParaRPr lang="fr-FR"/>
          </a:p>
        </p:txBody>
      </p:sp>
      <p:pic>
        <p:nvPicPr>
          <p:cNvPr id="12" name="Picture 11">
            <a:extLst>
              <a:ext uri="{FF2B5EF4-FFF2-40B4-BE49-F238E27FC236}">
                <a16:creationId xmlns:a16="http://schemas.microsoft.com/office/drawing/2014/main" id="{64C8CCE3-2FFA-38A2-B359-B0AD73EFC5BB}"/>
              </a:ext>
            </a:extLst>
          </p:cNvPr>
          <p:cNvPicPr>
            <a:picLocks noChangeAspect="1"/>
          </p:cNvPicPr>
          <p:nvPr/>
        </p:nvPicPr>
        <p:blipFill>
          <a:blip r:embed="rId3"/>
          <a:stretch>
            <a:fillRect/>
          </a:stretch>
        </p:blipFill>
        <p:spPr>
          <a:xfrm>
            <a:off x="34608" y="1814611"/>
            <a:ext cx="4923685" cy="5043389"/>
          </a:xfrm>
          <a:prstGeom prst="rect">
            <a:avLst/>
          </a:prstGeom>
          <a:ln>
            <a:noFill/>
          </a:ln>
          <a:effectLst>
            <a:outerShdw blurRad="292100" dist="139700" dir="2700000" algn="tl" rotWithShape="0">
              <a:srgbClr val="333333">
                <a:alpha val="65000"/>
              </a:srgbClr>
            </a:outerShdw>
          </a:effectLst>
        </p:spPr>
      </p:pic>
      <p:sp>
        <p:nvSpPr>
          <p:cNvPr id="26" name="Arrow: Right 25">
            <a:extLst>
              <a:ext uri="{FF2B5EF4-FFF2-40B4-BE49-F238E27FC236}">
                <a16:creationId xmlns:a16="http://schemas.microsoft.com/office/drawing/2014/main" id="{092188EB-510F-D17D-4C56-4032648B89EC}"/>
              </a:ext>
            </a:extLst>
          </p:cNvPr>
          <p:cNvSpPr/>
          <p:nvPr/>
        </p:nvSpPr>
        <p:spPr>
          <a:xfrm>
            <a:off x="5075175" y="3804909"/>
            <a:ext cx="1991862" cy="831274"/>
          </a:xfrm>
          <a:prstGeom prst="rightArrow">
            <a:avLst/>
          </a:prstGeom>
          <a:gradFill flip="none" rotWithShape="1">
            <a:gsLst>
              <a:gs pos="0">
                <a:srgbClr val="166792">
                  <a:shade val="30000"/>
                  <a:satMod val="115000"/>
                </a:srgbClr>
              </a:gs>
              <a:gs pos="50000">
                <a:srgbClr val="166792">
                  <a:shade val="67500"/>
                  <a:satMod val="115000"/>
                </a:srgbClr>
              </a:gs>
              <a:gs pos="100000">
                <a:srgbClr val="166792">
                  <a:shade val="100000"/>
                  <a:satMod val="115000"/>
                </a:srgbClr>
              </a:gs>
            </a:gsLst>
            <a:lin ang="10800000" scaled="1"/>
            <a:tileRect/>
          </a:gra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3D877FDB-2BC4-7F9C-D2D6-72A208AE3CCA}"/>
              </a:ext>
            </a:extLst>
          </p:cNvPr>
          <p:cNvSpPr/>
          <p:nvPr/>
        </p:nvSpPr>
        <p:spPr>
          <a:xfrm>
            <a:off x="807219" y="1065524"/>
            <a:ext cx="2993188" cy="656153"/>
          </a:xfrm>
          <a:prstGeom prst="ellipse">
            <a:avLst/>
          </a:prstGeom>
          <a:gradFill flip="none" rotWithShape="1">
            <a:gsLst>
              <a:gs pos="0">
                <a:srgbClr val="DDF2F5">
                  <a:shade val="30000"/>
                  <a:satMod val="115000"/>
                </a:srgbClr>
              </a:gs>
              <a:gs pos="50000">
                <a:srgbClr val="DDF2F5">
                  <a:shade val="67500"/>
                  <a:satMod val="115000"/>
                </a:srgbClr>
              </a:gs>
              <a:gs pos="100000">
                <a:srgbClr val="DDF2F5">
                  <a:shade val="100000"/>
                  <a:satMod val="115000"/>
                </a:srgb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a:extLst>
              <a:ext uri="{FF2B5EF4-FFF2-40B4-BE49-F238E27FC236}">
                <a16:creationId xmlns:a16="http://schemas.microsoft.com/office/drawing/2014/main" id="{F709FA0D-92E0-4AB2-EB4B-6E1CDED04546}"/>
              </a:ext>
            </a:extLst>
          </p:cNvPr>
          <p:cNvSpPr txBox="1"/>
          <p:nvPr/>
        </p:nvSpPr>
        <p:spPr>
          <a:xfrm>
            <a:off x="1593648" y="1158458"/>
            <a:ext cx="1318161" cy="461665"/>
          </a:xfrm>
          <a:prstGeom prst="rect">
            <a:avLst/>
          </a:prstGeom>
          <a:noFill/>
        </p:spPr>
        <p:txBody>
          <a:bodyPr wrap="square" rtlCol="0">
            <a:spAutoFit/>
          </a:bodyPr>
          <a:lstStyle/>
          <a:p>
            <a:r>
              <a:rPr lang="ar-EG" sz="2400" b="1" dirty="0">
                <a:solidFill>
                  <a:srgbClr val="C00000"/>
                </a:solidFill>
              </a:rPr>
              <a:t>قبل التأهيل</a:t>
            </a:r>
            <a:endParaRPr lang="en-US" sz="2400" b="1" dirty="0">
              <a:solidFill>
                <a:srgbClr val="C00000"/>
              </a:solidFill>
            </a:endParaRPr>
          </a:p>
        </p:txBody>
      </p:sp>
      <p:sp>
        <p:nvSpPr>
          <p:cNvPr id="36" name="Oval 35">
            <a:extLst>
              <a:ext uri="{FF2B5EF4-FFF2-40B4-BE49-F238E27FC236}">
                <a16:creationId xmlns:a16="http://schemas.microsoft.com/office/drawing/2014/main" id="{C3AF442B-6EAA-B0C9-E732-9FD5485918C7}"/>
              </a:ext>
            </a:extLst>
          </p:cNvPr>
          <p:cNvSpPr/>
          <p:nvPr/>
        </p:nvSpPr>
        <p:spPr>
          <a:xfrm>
            <a:off x="8112132" y="1008240"/>
            <a:ext cx="2993188" cy="656153"/>
          </a:xfrm>
          <a:prstGeom prst="ellipse">
            <a:avLst/>
          </a:prstGeom>
          <a:gradFill flip="none" rotWithShape="1">
            <a:gsLst>
              <a:gs pos="0">
                <a:srgbClr val="DDF2F5">
                  <a:shade val="30000"/>
                  <a:satMod val="115000"/>
                </a:srgbClr>
              </a:gs>
              <a:gs pos="50000">
                <a:srgbClr val="DDF2F5">
                  <a:shade val="67500"/>
                  <a:satMod val="115000"/>
                </a:srgbClr>
              </a:gs>
              <a:gs pos="100000">
                <a:srgbClr val="DDF2F5">
                  <a:shade val="100000"/>
                  <a:satMod val="115000"/>
                </a:srgb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8D7199E7-A71A-F6F7-4884-9DA4F6228797}"/>
              </a:ext>
            </a:extLst>
          </p:cNvPr>
          <p:cNvSpPr txBox="1"/>
          <p:nvPr/>
        </p:nvSpPr>
        <p:spPr>
          <a:xfrm>
            <a:off x="8926389" y="1091147"/>
            <a:ext cx="1364673" cy="461665"/>
          </a:xfrm>
          <a:prstGeom prst="rect">
            <a:avLst/>
          </a:prstGeom>
          <a:noFill/>
        </p:spPr>
        <p:txBody>
          <a:bodyPr wrap="square" rtlCol="0">
            <a:spAutoFit/>
          </a:bodyPr>
          <a:lstStyle/>
          <a:p>
            <a:r>
              <a:rPr lang="ar-EG" sz="2400" b="1" dirty="0">
                <a:solidFill>
                  <a:srgbClr val="C00000"/>
                </a:solidFill>
              </a:rPr>
              <a:t>بعد التأهيل</a:t>
            </a:r>
            <a:endParaRPr lang="en-US" sz="2400" b="1" dirty="0">
              <a:solidFill>
                <a:srgbClr val="C00000"/>
              </a:solidFill>
            </a:endParaRPr>
          </a:p>
        </p:txBody>
      </p:sp>
      <p:pic>
        <p:nvPicPr>
          <p:cNvPr id="3" name="Picture 2">
            <a:extLst>
              <a:ext uri="{FF2B5EF4-FFF2-40B4-BE49-F238E27FC236}">
                <a16:creationId xmlns:a16="http://schemas.microsoft.com/office/drawing/2014/main" id="{1CE233C0-0C99-EEDD-01D3-A9C02587DDC0}"/>
              </a:ext>
            </a:extLst>
          </p:cNvPr>
          <p:cNvPicPr>
            <a:picLocks noChangeAspect="1"/>
          </p:cNvPicPr>
          <p:nvPr/>
        </p:nvPicPr>
        <p:blipFill rotWithShape="1">
          <a:blip r:embed="rId4"/>
          <a:srcRect b="50094"/>
          <a:stretch/>
        </p:blipFill>
        <p:spPr>
          <a:xfrm>
            <a:off x="7183920" y="1747301"/>
            <a:ext cx="4923684" cy="51107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134881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5B284-BEAC-4E2E-9E80-4791421EEF19}"/>
              </a:ext>
            </a:extLst>
          </p:cNvPr>
          <p:cNvSpPr>
            <a:spLocks noGrp="1"/>
          </p:cNvSpPr>
          <p:nvPr>
            <p:ph type="title"/>
          </p:nvPr>
        </p:nvSpPr>
        <p:spPr>
          <a:xfrm>
            <a:off x="2422566" y="136525"/>
            <a:ext cx="7636823" cy="656153"/>
          </a:xfrm>
        </p:spPr>
        <p:txBody>
          <a:bodyPr>
            <a:normAutofit fontScale="90000"/>
          </a:bodyPr>
          <a:lstStyle/>
          <a:p>
            <a:pPr algn="ctr"/>
            <a:r>
              <a:rPr lang="ar-EG" dirty="0"/>
              <a:t>صور المعامل قبل وبعد التأهيل</a:t>
            </a:r>
          </a:p>
        </p:txBody>
      </p:sp>
      <p:sp>
        <p:nvSpPr>
          <p:cNvPr id="4" name="Slide Number Placeholder 3">
            <a:extLst>
              <a:ext uri="{FF2B5EF4-FFF2-40B4-BE49-F238E27FC236}">
                <a16:creationId xmlns:a16="http://schemas.microsoft.com/office/drawing/2014/main" id="{074D6963-9E21-4718-AAA2-71C15BC7A8E2}"/>
              </a:ext>
            </a:extLst>
          </p:cNvPr>
          <p:cNvSpPr>
            <a:spLocks noGrp="1"/>
          </p:cNvSpPr>
          <p:nvPr>
            <p:ph type="sldNum" sz="quarter" idx="12"/>
          </p:nvPr>
        </p:nvSpPr>
        <p:spPr/>
        <p:txBody>
          <a:bodyPr/>
          <a:lstStyle/>
          <a:p>
            <a:fld id="{55566DE6-6023-4F1B-83B8-5B1409609C05}" type="slidenum">
              <a:rPr lang="fr-FR" smtClean="0"/>
              <a:t>30</a:t>
            </a:fld>
            <a:endParaRPr lang="fr-FR"/>
          </a:p>
        </p:txBody>
      </p:sp>
      <p:sp>
        <p:nvSpPr>
          <p:cNvPr id="26" name="Arrow: Right 25">
            <a:extLst>
              <a:ext uri="{FF2B5EF4-FFF2-40B4-BE49-F238E27FC236}">
                <a16:creationId xmlns:a16="http://schemas.microsoft.com/office/drawing/2014/main" id="{092188EB-510F-D17D-4C56-4032648B89EC}"/>
              </a:ext>
            </a:extLst>
          </p:cNvPr>
          <p:cNvSpPr/>
          <p:nvPr/>
        </p:nvSpPr>
        <p:spPr>
          <a:xfrm>
            <a:off x="5039875" y="3804908"/>
            <a:ext cx="1991862" cy="831274"/>
          </a:xfrm>
          <a:prstGeom prst="rightArrow">
            <a:avLst/>
          </a:prstGeom>
          <a:gradFill flip="none" rotWithShape="1">
            <a:gsLst>
              <a:gs pos="0">
                <a:srgbClr val="166792">
                  <a:shade val="30000"/>
                  <a:satMod val="115000"/>
                </a:srgbClr>
              </a:gs>
              <a:gs pos="50000">
                <a:srgbClr val="166792">
                  <a:shade val="67500"/>
                  <a:satMod val="115000"/>
                </a:srgbClr>
              </a:gs>
              <a:gs pos="100000">
                <a:srgbClr val="166792">
                  <a:shade val="100000"/>
                  <a:satMod val="115000"/>
                </a:srgbClr>
              </a:gs>
            </a:gsLst>
            <a:lin ang="10800000" scaled="1"/>
            <a:tileRect/>
          </a:gra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3D877FDB-2BC4-7F9C-D2D6-72A208AE3CCA}"/>
              </a:ext>
            </a:extLst>
          </p:cNvPr>
          <p:cNvSpPr/>
          <p:nvPr/>
        </p:nvSpPr>
        <p:spPr>
          <a:xfrm>
            <a:off x="807219" y="1065524"/>
            <a:ext cx="2993188" cy="656153"/>
          </a:xfrm>
          <a:prstGeom prst="ellipse">
            <a:avLst/>
          </a:prstGeom>
          <a:gradFill flip="none" rotWithShape="1">
            <a:gsLst>
              <a:gs pos="0">
                <a:srgbClr val="DDF2F5">
                  <a:shade val="30000"/>
                  <a:satMod val="115000"/>
                </a:srgbClr>
              </a:gs>
              <a:gs pos="50000">
                <a:srgbClr val="DDF2F5">
                  <a:shade val="67500"/>
                  <a:satMod val="115000"/>
                </a:srgbClr>
              </a:gs>
              <a:gs pos="100000">
                <a:srgbClr val="DDF2F5">
                  <a:shade val="100000"/>
                  <a:satMod val="115000"/>
                </a:srgb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a:extLst>
              <a:ext uri="{FF2B5EF4-FFF2-40B4-BE49-F238E27FC236}">
                <a16:creationId xmlns:a16="http://schemas.microsoft.com/office/drawing/2014/main" id="{F709FA0D-92E0-4AB2-EB4B-6E1CDED04546}"/>
              </a:ext>
            </a:extLst>
          </p:cNvPr>
          <p:cNvSpPr txBox="1"/>
          <p:nvPr/>
        </p:nvSpPr>
        <p:spPr>
          <a:xfrm>
            <a:off x="1593648" y="1158458"/>
            <a:ext cx="1318161" cy="461665"/>
          </a:xfrm>
          <a:prstGeom prst="rect">
            <a:avLst/>
          </a:prstGeom>
          <a:noFill/>
        </p:spPr>
        <p:txBody>
          <a:bodyPr wrap="square" rtlCol="0">
            <a:spAutoFit/>
          </a:bodyPr>
          <a:lstStyle/>
          <a:p>
            <a:r>
              <a:rPr lang="ar-EG" sz="2400" b="1" dirty="0">
                <a:solidFill>
                  <a:srgbClr val="C00000"/>
                </a:solidFill>
              </a:rPr>
              <a:t>قبل التأهيل</a:t>
            </a:r>
            <a:endParaRPr lang="en-US" sz="2400" b="1" dirty="0">
              <a:solidFill>
                <a:srgbClr val="C00000"/>
              </a:solidFill>
            </a:endParaRPr>
          </a:p>
        </p:txBody>
      </p:sp>
      <p:sp>
        <p:nvSpPr>
          <p:cNvPr id="36" name="Oval 35">
            <a:extLst>
              <a:ext uri="{FF2B5EF4-FFF2-40B4-BE49-F238E27FC236}">
                <a16:creationId xmlns:a16="http://schemas.microsoft.com/office/drawing/2014/main" id="{C3AF442B-6EAA-B0C9-E732-9FD5485918C7}"/>
              </a:ext>
            </a:extLst>
          </p:cNvPr>
          <p:cNvSpPr/>
          <p:nvPr/>
        </p:nvSpPr>
        <p:spPr>
          <a:xfrm>
            <a:off x="8016530" y="1100262"/>
            <a:ext cx="2993188" cy="656153"/>
          </a:xfrm>
          <a:prstGeom prst="ellipse">
            <a:avLst/>
          </a:prstGeom>
          <a:gradFill flip="none" rotWithShape="1">
            <a:gsLst>
              <a:gs pos="0">
                <a:srgbClr val="DDF2F5">
                  <a:shade val="30000"/>
                  <a:satMod val="115000"/>
                </a:srgbClr>
              </a:gs>
              <a:gs pos="50000">
                <a:srgbClr val="DDF2F5">
                  <a:shade val="67500"/>
                  <a:satMod val="115000"/>
                </a:srgbClr>
              </a:gs>
              <a:gs pos="100000">
                <a:srgbClr val="DDF2F5">
                  <a:shade val="100000"/>
                  <a:satMod val="115000"/>
                </a:srgb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8D7199E7-A71A-F6F7-4884-9DA4F6228797}"/>
              </a:ext>
            </a:extLst>
          </p:cNvPr>
          <p:cNvSpPr txBox="1"/>
          <p:nvPr/>
        </p:nvSpPr>
        <p:spPr>
          <a:xfrm>
            <a:off x="8926390" y="1195130"/>
            <a:ext cx="1364673" cy="461665"/>
          </a:xfrm>
          <a:prstGeom prst="rect">
            <a:avLst/>
          </a:prstGeom>
          <a:noFill/>
        </p:spPr>
        <p:txBody>
          <a:bodyPr wrap="square" rtlCol="0">
            <a:spAutoFit/>
          </a:bodyPr>
          <a:lstStyle/>
          <a:p>
            <a:r>
              <a:rPr lang="ar-EG" sz="2400" b="1" dirty="0">
                <a:solidFill>
                  <a:srgbClr val="C00000"/>
                </a:solidFill>
              </a:rPr>
              <a:t>بعد التأهيل</a:t>
            </a:r>
            <a:endParaRPr lang="en-US" sz="2400" b="1" dirty="0">
              <a:solidFill>
                <a:srgbClr val="C00000"/>
              </a:solidFill>
            </a:endParaRPr>
          </a:p>
        </p:txBody>
      </p:sp>
      <p:pic>
        <p:nvPicPr>
          <p:cNvPr id="38" name="Picture 37">
            <a:extLst>
              <a:ext uri="{FF2B5EF4-FFF2-40B4-BE49-F238E27FC236}">
                <a16:creationId xmlns:a16="http://schemas.microsoft.com/office/drawing/2014/main" id="{C69E468A-3B18-3737-5D24-F4FD4B9E383A}"/>
              </a:ext>
            </a:extLst>
          </p:cNvPr>
          <p:cNvPicPr>
            <a:picLocks noChangeAspect="1"/>
          </p:cNvPicPr>
          <p:nvPr/>
        </p:nvPicPr>
        <p:blipFill>
          <a:blip r:embed="rId3"/>
          <a:stretch>
            <a:fillRect/>
          </a:stretch>
        </p:blipFill>
        <p:spPr>
          <a:xfrm>
            <a:off x="0" y="1814611"/>
            <a:ext cx="4958294" cy="5043389"/>
          </a:xfrm>
          <a:prstGeom prst="rect">
            <a:avLst/>
          </a:prstGeom>
          <a:ln>
            <a:noFill/>
          </a:ln>
          <a:effectLst>
            <a:outerShdw blurRad="292100" dist="139700" dir="2700000" algn="tl" rotWithShape="0">
              <a:srgbClr val="333333">
                <a:alpha val="65000"/>
              </a:srgbClr>
            </a:outerShdw>
          </a:effectLst>
        </p:spPr>
      </p:pic>
      <p:pic>
        <p:nvPicPr>
          <p:cNvPr id="3" name="Picture 2">
            <a:extLst>
              <a:ext uri="{FF2B5EF4-FFF2-40B4-BE49-F238E27FC236}">
                <a16:creationId xmlns:a16="http://schemas.microsoft.com/office/drawing/2014/main" id="{551CA78F-56ED-9678-58CB-06DB7BD2D14F}"/>
              </a:ext>
            </a:extLst>
          </p:cNvPr>
          <p:cNvPicPr>
            <a:picLocks noChangeAspect="1"/>
          </p:cNvPicPr>
          <p:nvPr/>
        </p:nvPicPr>
        <p:blipFill rotWithShape="1">
          <a:blip r:embed="rId4"/>
          <a:srcRect b="50000"/>
          <a:stretch/>
        </p:blipFill>
        <p:spPr>
          <a:xfrm>
            <a:off x="7233708" y="1814611"/>
            <a:ext cx="4536373" cy="504338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033543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0602D-6B63-4B7E-A91D-1DEB0F0A5D6F}"/>
              </a:ext>
            </a:extLst>
          </p:cNvPr>
          <p:cNvSpPr>
            <a:spLocks noGrp="1"/>
          </p:cNvSpPr>
          <p:nvPr>
            <p:ph type="title"/>
          </p:nvPr>
        </p:nvSpPr>
        <p:spPr>
          <a:xfrm>
            <a:off x="130629" y="136525"/>
            <a:ext cx="11588619" cy="1598969"/>
          </a:xfrm>
        </p:spPr>
        <p:txBody>
          <a:bodyPr>
            <a:normAutofit fontScale="90000"/>
          </a:bodyPr>
          <a:lstStyle/>
          <a:p>
            <a:pPr algn="ctr" rtl="1"/>
            <a:r>
              <a:rPr lang="ar-EG" sz="3600" kern="1200" dirty="0">
                <a:latin typeface="Calibri" panose="020F0502020204030204"/>
                <a:ea typeface="+mn-ea"/>
                <a:cs typeface="AF_Taif Normal" pitchFamily="2" charset="-78"/>
              </a:rPr>
              <a:t>إعادة توزيع نطاقات عمل المعامل للاستفادة من الحد الأقصى للمورد البشري والتجهيزات الفنية المتاحة</a:t>
            </a:r>
            <a:br>
              <a:rPr lang="ar-EG" altLang="zh-CN" sz="4400" kern="1200" noProof="0" dirty="0">
                <a:latin typeface="Calibri" panose="020F0502020204030204"/>
                <a:ea typeface="+mn-ea"/>
                <a:cs typeface="AF_Taif Normal" pitchFamily="2" charset="-78"/>
              </a:rPr>
            </a:br>
            <a:endParaRPr lang="ar-EG" dirty="0"/>
          </a:p>
        </p:txBody>
      </p:sp>
      <p:sp>
        <p:nvSpPr>
          <p:cNvPr id="4" name="Slide Number Placeholder 3">
            <a:extLst>
              <a:ext uri="{FF2B5EF4-FFF2-40B4-BE49-F238E27FC236}">
                <a16:creationId xmlns:a16="http://schemas.microsoft.com/office/drawing/2014/main" id="{31EE5046-FAD2-4B78-A8E5-3728CC7271A7}"/>
              </a:ext>
            </a:extLst>
          </p:cNvPr>
          <p:cNvSpPr>
            <a:spLocks noGrp="1"/>
          </p:cNvSpPr>
          <p:nvPr>
            <p:ph type="sldNum" sz="quarter" idx="12"/>
          </p:nvPr>
        </p:nvSpPr>
        <p:spPr/>
        <p:txBody>
          <a:bodyPr/>
          <a:lstStyle/>
          <a:p>
            <a:fld id="{55566DE6-6023-4F1B-83B8-5B1409609C05}" type="slidenum">
              <a:rPr lang="fr-FR" smtClean="0"/>
              <a:t>31</a:t>
            </a:fld>
            <a:endParaRPr lang="fr-FR"/>
          </a:p>
        </p:txBody>
      </p:sp>
      <p:graphicFrame>
        <p:nvGraphicFramePr>
          <p:cNvPr id="3" name="Table 2">
            <a:extLst>
              <a:ext uri="{FF2B5EF4-FFF2-40B4-BE49-F238E27FC236}">
                <a16:creationId xmlns:a16="http://schemas.microsoft.com/office/drawing/2014/main" id="{AA952634-7D69-0F4D-A5CA-5ADD7E0ABFF4}"/>
              </a:ext>
            </a:extLst>
          </p:cNvPr>
          <p:cNvGraphicFramePr>
            <a:graphicFrameLocks noGrp="1"/>
          </p:cNvGraphicFramePr>
          <p:nvPr>
            <p:extLst>
              <p:ext uri="{D42A27DB-BD31-4B8C-83A1-F6EECF244321}">
                <p14:modId xmlns:p14="http://schemas.microsoft.com/office/powerpoint/2010/main" val="397727534"/>
              </p:ext>
            </p:extLst>
          </p:nvPr>
        </p:nvGraphicFramePr>
        <p:xfrm>
          <a:off x="472752" y="1252353"/>
          <a:ext cx="11246496" cy="5578160"/>
        </p:xfrm>
        <a:graphic>
          <a:graphicData uri="http://schemas.openxmlformats.org/drawingml/2006/table">
            <a:tbl>
              <a:tblPr firstRow="1" bandRow="1">
                <a:tableStyleId>{1FECB4D8-DB02-4DC6-A0A2-4F2EBAE1DC90}</a:tableStyleId>
              </a:tblPr>
              <a:tblGrid>
                <a:gridCol w="1997316">
                  <a:extLst>
                    <a:ext uri="{9D8B030D-6E8A-4147-A177-3AD203B41FA5}">
                      <a16:colId xmlns:a16="http://schemas.microsoft.com/office/drawing/2014/main" val="3236802629"/>
                    </a:ext>
                  </a:extLst>
                </a:gridCol>
                <a:gridCol w="3253838">
                  <a:extLst>
                    <a:ext uri="{9D8B030D-6E8A-4147-A177-3AD203B41FA5}">
                      <a16:colId xmlns:a16="http://schemas.microsoft.com/office/drawing/2014/main" val="444682575"/>
                    </a:ext>
                  </a:extLst>
                </a:gridCol>
                <a:gridCol w="1977056">
                  <a:extLst>
                    <a:ext uri="{9D8B030D-6E8A-4147-A177-3AD203B41FA5}">
                      <a16:colId xmlns:a16="http://schemas.microsoft.com/office/drawing/2014/main" val="1450167735"/>
                    </a:ext>
                  </a:extLst>
                </a:gridCol>
                <a:gridCol w="3505308">
                  <a:extLst>
                    <a:ext uri="{9D8B030D-6E8A-4147-A177-3AD203B41FA5}">
                      <a16:colId xmlns:a16="http://schemas.microsoft.com/office/drawing/2014/main" val="485620818"/>
                    </a:ext>
                  </a:extLst>
                </a:gridCol>
                <a:gridCol w="512978">
                  <a:extLst>
                    <a:ext uri="{9D8B030D-6E8A-4147-A177-3AD203B41FA5}">
                      <a16:colId xmlns:a16="http://schemas.microsoft.com/office/drawing/2014/main" val="3250772308"/>
                    </a:ext>
                  </a:extLst>
                </a:gridCol>
              </a:tblGrid>
              <a:tr h="388495">
                <a:tc>
                  <a:txBody>
                    <a:bodyPr/>
                    <a:lstStyle>
                      <a:lvl1pPr marL="0" algn="l" defTabSz="914400" rtl="0" eaLnBrk="1" latinLnBrk="0" hangingPunct="1">
                        <a:defRPr sz="1800" b="1" kern="1200">
                          <a:solidFill>
                            <a:schemeClr val="lt1"/>
                          </a:solidFill>
                          <a:latin typeface="Arial"/>
                          <a:ea typeface="宋体"/>
                        </a:defRPr>
                      </a:lvl1pPr>
                      <a:lvl2pPr marL="457200" algn="l" defTabSz="914400" rtl="0" eaLnBrk="1" latinLnBrk="0" hangingPunct="1">
                        <a:defRPr sz="1800" b="1" kern="1200">
                          <a:solidFill>
                            <a:schemeClr val="lt1"/>
                          </a:solidFill>
                          <a:latin typeface="Arial"/>
                          <a:ea typeface="宋体"/>
                        </a:defRPr>
                      </a:lvl2pPr>
                      <a:lvl3pPr marL="914400" algn="l" defTabSz="914400" rtl="0" eaLnBrk="1" latinLnBrk="0" hangingPunct="1">
                        <a:defRPr sz="1800" b="1" kern="1200">
                          <a:solidFill>
                            <a:schemeClr val="lt1"/>
                          </a:solidFill>
                          <a:latin typeface="Arial"/>
                          <a:ea typeface="宋体"/>
                        </a:defRPr>
                      </a:lvl3pPr>
                      <a:lvl4pPr marL="1371600" algn="l" defTabSz="914400" rtl="0" eaLnBrk="1" latinLnBrk="0" hangingPunct="1">
                        <a:defRPr sz="1800" b="1" kern="1200">
                          <a:solidFill>
                            <a:schemeClr val="lt1"/>
                          </a:solidFill>
                          <a:latin typeface="Arial"/>
                          <a:ea typeface="宋体"/>
                        </a:defRPr>
                      </a:lvl4pPr>
                      <a:lvl5pPr marL="1828800" algn="l" defTabSz="914400" rtl="0" eaLnBrk="1" latinLnBrk="0" hangingPunct="1">
                        <a:defRPr sz="1800" b="1" kern="1200">
                          <a:solidFill>
                            <a:schemeClr val="lt1"/>
                          </a:solidFill>
                          <a:latin typeface="Arial"/>
                          <a:ea typeface="宋体"/>
                        </a:defRPr>
                      </a:lvl5pPr>
                      <a:lvl6pPr marL="2286000" algn="l" defTabSz="914400" rtl="0" eaLnBrk="1" latinLnBrk="0" hangingPunct="1">
                        <a:defRPr sz="1800" b="1" kern="1200">
                          <a:solidFill>
                            <a:schemeClr val="lt1"/>
                          </a:solidFill>
                          <a:latin typeface="Arial"/>
                          <a:ea typeface="宋体"/>
                        </a:defRPr>
                      </a:lvl6pPr>
                      <a:lvl7pPr marL="2743200" algn="l" defTabSz="914400" rtl="0" eaLnBrk="1" latinLnBrk="0" hangingPunct="1">
                        <a:defRPr sz="1800" b="1" kern="1200">
                          <a:solidFill>
                            <a:schemeClr val="lt1"/>
                          </a:solidFill>
                          <a:latin typeface="Arial"/>
                          <a:ea typeface="宋体"/>
                        </a:defRPr>
                      </a:lvl7pPr>
                      <a:lvl8pPr marL="3200400" algn="l" defTabSz="914400" rtl="0" eaLnBrk="1" latinLnBrk="0" hangingPunct="1">
                        <a:defRPr sz="1800" b="1" kern="1200">
                          <a:solidFill>
                            <a:schemeClr val="lt1"/>
                          </a:solidFill>
                          <a:latin typeface="Arial"/>
                          <a:ea typeface="宋体"/>
                        </a:defRPr>
                      </a:lvl8pPr>
                      <a:lvl9pPr marL="3657600" algn="l" defTabSz="914400" rtl="0" eaLnBrk="1" latinLnBrk="0" hangingPunct="1">
                        <a:defRPr sz="1800" b="1" kern="1200">
                          <a:solidFill>
                            <a:schemeClr val="lt1"/>
                          </a:solidFill>
                          <a:latin typeface="Arial"/>
                          <a:ea typeface="宋体"/>
                        </a:defRPr>
                      </a:lvl9pPr>
                    </a:lstStyle>
                    <a:p>
                      <a:pPr algn="ctr"/>
                      <a:r>
                        <a:rPr lang="ar-EG" sz="2000" b="1" dirty="0">
                          <a:solidFill>
                            <a:schemeClr val="tx1"/>
                          </a:solidFill>
                        </a:rPr>
                        <a:t>اطوال الشبكات (م)</a:t>
                      </a:r>
                      <a:endParaRPr lang="en-US" sz="2000" b="1" dirty="0">
                        <a:solidFill>
                          <a:schemeClr val="tx1"/>
                        </a:solidFill>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b="1" kern="1200">
                          <a:solidFill>
                            <a:schemeClr val="lt1"/>
                          </a:solidFill>
                          <a:latin typeface="Arial"/>
                          <a:ea typeface="宋体"/>
                        </a:defRPr>
                      </a:lvl1pPr>
                      <a:lvl2pPr marL="457200" algn="l" defTabSz="914400" rtl="0" eaLnBrk="1" latinLnBrk="0" hangingPunct="1">
                        <a:defRPr sz="1800" b="1" kern="1200">
                          <a:solidFill>
                            <a:schemeClr val="lt1"/>
                          </a:solidFill>
                          <a:latin typeface="Arial"/>
                          <a:ea typeface="宋体"/>
                        </a:defRPr>
                      </a:lvl2pPr>
                      <a:lvl3pPr marL="914400" algn="l" defTabSz="914400" rtl="0" eaLnBrk="1" latinLnBrk="0" hangingPunct="1">
                        <a:defRPr sz="1800" b="1" kern="1200">
                          <a:solidFill>
                            <a:schemeClr val="lt1"/>
                          </a:solidFill>
                          <a:latin typeface="Arial"/>
                          <a:ea typeface="宋体"/>
                        </a:defRPr>
                      </a:lvl3pPr>
                      <a:lvl4pPr marL="1371600" algn="l" defTabSz="914400" rtl="0" eaLnBrk="1" latinLnBrk="0" hangingPunct="1">
                        <a:defRPr sz="1800" b="1" kern="1200">
                          <a:solidFill>
                            <a:schemeClr val="lt1"/>
                          </a:solidFill>
                          <a:latin typeface="Arial"/>
                          <a:ea typeface="宋体"/>
                        </a:defRPr>
                      </a:lvl4pPr>
                      <a:lvl5pPr marL="1828800" algn="l" defTabSz="914400" rtl="0" eaLnBrk="1" latinLnBrk="0" hangingPunct="1">
                        <a:defRPr sz="1800" b="1" kern="1200">
                          <a:solidFill>
                            <a:schemeClr val="lt1"/>
                          </a:solidFill>
                          <a:latin typeface="Arial"/>
                          <a:ea typeface="宋体"/>
                        </a:defRPr>
                      </a:lvl5pPr>
                      <a:lvl6pPr marL="2286000" algn="l" defTabSz="914400" rtl="0" eaLnBrk="1" latinLnBrk="0" hangingPunct="1">
                        <a:defRPr sz="1800" b="1" kern="1200">
                          <a:solidFill>
                            <a:schemeClr val="lt1"/>
                          </a:solidFill>
                          <a:latin typeface="Arial"/>
                          <a:ea typeface="宋体"/>
                        </a:defRPr>
                      </a:lvl6pPr>
                      <a:lvl7pPr marL="2743200" algn="l" defTabSz="914400" rtl="0" eaLnBrk="1" latinLnBrk="0" hangingPunct="1">
                        <a:defRPr sz="1800" b="1" kern="1200">
                          <a:solidFill>
                            <a:schemeClr val="lt1"/>
                          </a:solidFill>
                          <a:latin typeface="Arial"/>
                          <a:ea typeface="宋体"/>
                        </a:defRPr>
                      </a:lvl7pPr>
                      <a:lvl8pPr marL="3200400" algn="l" defTabSz="914400" rtl="0" eaLnBrk="1" latinLnBrk="0" hangingPunct="1">
                        <a:defRPr sz="1800" b="1" kern="1200">
                          <a:solidFill>
                            <a:schemeClr val="lt1"/>
                          </a:solidFill>
                          <a:latin typeface="Arial"/>
                          <a:ea typeface="宋体"/>
                        </a:defRPr>
                      </a:lvl8pPr>
                      <a:lvl9pPr marL="3657600" algn="l" defTabSz="914400" rtl="0" eaLnBrk="1" latinLnBrk="0" hangingPunct="1">
                        <a:defRPr sz="1800" b="1" kern="1200">
                          <a:solidFill>
                            <a:schemeClr val="lt1"/>
                          </a:solidFill>
                          <a:latin typeface="Arial"/>
                          <a:ea typeface="宋体"/>
                        </a:defRPr>
                      </a:lvl9pPr>
                    </a:lstStyle>
                    <a:p>
                      <a:pPr algn="ctr"/>
                      <a:r>
                        <a:rPr lang="ar-EG" sz="2000" b="1" dirty="0">
                          <a:solidFill>
                            <a:schemeClr val="tx1"/>
                          </a:solidFill>
                        </a:rPr>
                        <a:t>عدد المحطات التى يتم متابعتها</a:t>
                      </a:r>
                      <a:endParaRPr lang="en-US" sz="2000" b="1" dirty="0">
                        <a:solidFill>
                          <a:schemeClr val="tx1"/>
                        </a:solidFill>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b="1" kern="1200">
                          <a:solidFill>
                            <a:schemeClr val="lt1"/>
                          </a:solidFill>
                          <a:latin typeface="Arial"/>
                          <a:ea typeface="宋体"/>
                        </a:defRPr>
                      </a:lvl1pPr>
                      <a:lvl2pPr marL="457200" algn="l" defTabSz="914400" rtl="0" eaLnBrk="1" latinLnBrk="0" hangingPunct="1">
                        <a:defRPr sz="1800" b="1" kern="1200">
                          <a:solidFill>
                            <a:schemeClr val="lt1"/>
                          </a:solidFill>
                          <a:latin typeface="Arial"/>
                          <a:ea typeface="宋体"/>
                        </a:defRPr>
                      </a:lvl2pPr>
                      <a:lvl3pPr marL="914400" algn="l" defTabSz="914400" rtl="0" eaLnBrk="1" latinLnBrk="0" hangingPunct="1">
                        <a:defRPr sz="1800" b="1" kern="1200">
                          <a:solidFill>
                            <a:schemeClr val="lt1"/>
                          </a:solidFill>
                          <a:latin typeface="Arial"/>
                          <a:ea typeface="宋体"/>
                        </a:defRPr>
                      </a:lvl3pPr>
                      <a:lvl4pPr marL="1371600" algn="l" defTabSz="914400" rtl="0" eaLnBrk="1" latinLnBrk="0" hangingPunct="1">
                        <a:defRPr sz="1800" b="1" kern="1200">
                          <a:solidFill>
                            <a:schemeClr val="lt1"/>
                          </a:solidFill>
                          <a:latin typeface="Arial"/>
                          <a:ea typeface="宋体"/>
                        </a:defRPr>
                      </a:lvl4pPr>
                      <a:lvl5pPr marL="1828800" algn="l" defTabSz="914400" rtl="0" eaLnBrk="1" latinLnBrk="0" hangingPunct="1">
                        <a:defRPr sz="1800" b="1" kern="1200">
                          <a:solidFill>
                            <a:schemeClr val="lt1"/>
                          </a:solidFill>
                          <a:latin typeface="Arial"/>
                          <a:ea typeface="宋体"/>
                        </a:defRPr>
                      </a:lvl5pPr>
                      <a:lvl6pPr marL="2286000" algn="l" defTabSz="914400" rtl="0" eaLnBrk="1" latinLnBrk="0" hangingPunct="1">
                        <a:defRPr sz="1800" b="1" kern="1200">
                          <a:solidFill>
                            <a:schemeClr val="lt1"/>
                          </a:solidFill>
                          <a:latin typeface="Arial"/>
                          <a:ea typeface="宋体"/>
                        </a:defRPr>
                      </a:lvl6pPr>
                      <a:lvl7pPr marL="2743200" algn="l" defTabSz="914400" rtl="0" eaLnBrk="1" latinLnBrk="0" hangingPunct="1">
                        <a:defRPr sz="1800" b="1" kern="1200">
                          <a:solidFill>
                            <a:schemeClr val="lt1"/>
                          </a:solidFill>
                          <a:latin typeface="Arial"/>
                          <a:ea typeface="宋体"/>
                        </a:defRPr>
                      </a:lvl7pPr>
                      <a:lvl8pPr marL="3200400" algn="l" defTabSz="914400" rtl="0" eaLnBrk="1" latinLnBrk="0" hangingPunct="1">
                        <a:defRPr sz="1800" b="1" kern="1200">
                          <a:solidFill>
                            <a:schemeClr val="lt1"/>
                          </a:solidFill>
                          <a:latin typeface="Arial"/>
                          <a:ea typeface="宋体"/>
                        </a:defRPr>
                      </a:lvl8pPr>
                      <a:lvl9pPr marL="3657600" algn="l" defTabSz="914400" rtl="0" eaLnBrk="1" latinLnBrk="0" hangingPunct="1">
                        <a:defRPr sz="1800" b="1" kern="1200">
                          <a:solidFill>
                            <a:schemeClr val="lt1"/>
                          </a:solidFill>
                          <a:latin typeface="Arial"/>
                          <a:ea typeface="宋体"/>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EG" sz="2000" b="1" u="none" strike="noStrike" kern="1200" cap="none" spc="0" normalizeH="0" baseline="0" noProof="0" dirty="0">
                          <a:ln>
                            <a:noFill/>
                          </a:ln>
                          <a:solidFill>
                            <a:schemeClr val="tx1"/>
                          </a:solidFill>
                          <a:effectLst/>
                          <a:uLnTx/>
                          <a:uFillTx/>
                        </a:rPr>
                        <a:t>النطاق</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b="1" kern="1200">
                          <a:solidFill>
                            <a:schemeClr val="lt1"/>
                          </a:solidFill>
                          <a:latin typeface="Arial"/>
                          <a:ea typeface="宋体"/>
                        </a:defRPr>
                      </a:lvl1pPr>
                      <a:lvl2pPr marL="457200" algn="l" defTabSz="914400" rtl="0" eaLnBrk="1" latinLnBrk="0" hangingPunct="1">
                        <a:defRPr sz="1800" b="1" kern="1200">
                          <a:solidFill>
                            <a:schemeClr val="lt1"/>
                          </a:solidFill>
                          <a:latin typeface="Arial"/>
                          <a:ea typeface="宋体"/>
                        </a:defRPr>
                      </a:lvl2pPr>
                      <a:lvl3pPr marL="914400" algn="l" defTabSz="914400" rtl="0" eaLnBrk="1" latinLnBrk="0" hangingPunct="1">
                        <a:defRPr sz="1800" b="1" kern="1200">
                          <a:solidFill>
                            <a:schemeClr val="lt1"/>
                          </a:solidFill>
                          <a:latin typeface="Arial"/>
                          <a:ea typeface="宋体"/>
                        </a:defRPr>
                      </a:lvl3pPr>
                      <a:lvl4pPr marL="1371600" algn="l" defTabSz="914400" rtl="0" eaLnBrk="1" latinLnBrk="0" hangingPunct="1">
                        <a:defRPr sz="1800" b="1" kern="1200">
                          <a:solidFill>
                            <a:schemeClr val="lt1"/>
                          </a:solidFill>
                          <a:latin typeface="Arial"/>
                          <a:ea typeface="宋体"/>
                        </a:defRPr>
                      </a:lvl4pPr>
                      <a:lvl5pPr marL="1828800" algn="l" defTabSz="914400" rtl="0" eaLnBrk="1" latinLnBrk="0" hangingPunct="1">
                        <a:defRPr sz="1800" b="1" kern="1200">
                          <a:solidFill>
                            <a:schemeClr val="lt1"/>
                          </a:solidFill>
                          <a:latin typeface="Arial"/>
                          <a:ea typeface="宋体"/>
                        </a:defRPr>
                      </a:lvl5pPr>
                      <a:lvl6pPr marL="2286000" algn="l" defTabSz="914400" rtl="0" eaLnBrk="1" latinLnBrk="0" hangingPunct="1">
                        <a:defRPr sz="1800" b="1" kern="1200">
                          <a:solidFill>
                            <a:schemeClr val="lt1"/>
                          </a:solidFill>
                          <a:latin typeface="Arial"/>
                          <a:ea typeface="宋体"/>
                        </a:defRPr>
                      </a:lvl6pPr>
                      <a:lvl7pPr marL="2743200" algn="l" defTabSz="914400" rtl="0" eaLnBrk="1" latinLnBrk="0" hangingPunct="1">
                        <a:defRPr sz="1800" b="1" kern="1200">
                          <a:solidFill>
                            <a:schemeClr val="lt1"/>
                          </a:solidFill>
                          <a:latin typeface="Arial"/>
                          <a:ea typeface="宋体"/>
                        </a:defRPr>
                      </a:lvl7pPr>
                      <a:lvl8pPr marL="3200400" algn="l" defTabSz="914400" rtl="0" eaLnBrk="1" latinLnBrk="0" hangingPunct="1">
                        <a:defRPr sz="1800" b="1" kern="1200">
                          <a:solidFill>
                            <a:schemeClr val="lt1"/>
                          </a:solidFill>
                          <a:latin typeface="Arial"/>
                          <a:ea typeface="宋体"/>
                        </a:defRPr>
                      </a:lvl8pPr>
                      <a:lvl9pPr marL="3657600" algn="l" defTabSz="914400" rtl="0" eaLnBrk="1" latinLnBrk="0" hangingPunct="1">
                        <a:defRPr sz="1800" b="1" kern="1200">
                          <a:solidFill>
                            <a:schemeClr val="lt1"/>
                          </a:solidFill>
                          <a:latin typeface="Arial"/>
                          <a:ea typeface="宋体"/>
                        </a:defRPr>
                      </a:lvl9pPr>
                    </a:lstStyle>
                    <a:p>
                      <a:pPr algn="ctr"/>
                      <a:r>
                        <a:rPr lang="ar-EG" sz="2000" b="1" dirty="0">
                          <a:solidFill>
                            <a:schemeClr val="tx1"/>
                          </a:solidFill>
                        </a:rPr>
                        <a:t>المعمل</a:t>
                      </a:r>
                      <a:endParaRPr lang="en-US" sz="2000" b="1" dirty="0">
                        <a:solidFill>
                          <a:schemeClr val="tx1"/>
                        </a:solidFill>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b="1" kern="1200">
                          <a:solidFill>
                            <a:schemeClr val="lt1"/>
                          </a:solidFill>
                          <a:latin typeface="Arial"/>
                          <a:ea typeface="宋体"/>
                        </a:defRPr>
                      </a:lvl1pPr>
                      <a:lvl2pPr marL="457200" algn="l" defTabSz="914400" rtl="0" eaLnBrk="1" latinLnBrk="0" hangingPunct="1">
                        <a:defRPr sz="1800" b="1" kern="1200">
                          <a:solidFill>
                            <a:schemeClr val="lt1"/>
                          </a:solidFill>
                          <a:latin typeface="Arial"/>
                          <a:ea typeface="宋体"/>
                        </a:defRPr>
                      </a:lvl2pPr>
                      <a:lvl3pPr marL="914400" algn="l" defTabSz="914400" rtl="0" eaLnBrk="1" latinLnBrk="0" hangingPunct="1">
                        <a:defRPr sz="1800" b="1" kern="1200">
                          <a:solidFill>
                            <a:schemeClr val="lt1"/>
                          </a:solidFill>
                          <a:latin typeface="Arial"/>
                          <a:ea typeface="宋体"/>
                        </a:defRPr>
                      </a:lvl3pPr>
                      <a:lvl4pPr marL="1371600" algn="l" defTabSz="914400" rtl="0" eaLnBrk="1" latinLnBrk="0" hangingPunct="1">
                        <a:defRPr sz="1800" b="1" kern="1200">
                          <a:solidFill>
                            <a:schemeClr val="lt1"/>
                          </a:solidFill>
                          <a:latin typeface="Arial"/>
                          <a:ea typeface="宋体"/>
                        </a:defRPr>
                      </a:lvl4pPr>
                      <a:lvl5pPr marL="1828800" algn="l" defTabSz="914400" rtl="0" eaLnBrk="1" latinLnBrk="0" hangingPunct="1">
                        <a:defRPr sz="1800" b="1" kern="1200">
                          <a:solidFill>
                            <a:schemeClr val="lt1"/>
                          </a:solidFill>
                          <a:latin typeface="Arial"/>
                          <a:ea typeface="宋体"/>
                        </a:defRPr>
                      </a:lvl5pPr>
                      <a:lvl6pPr marL="2286000" algn="l" defTabSz="914400" rtl="0" eaLnBrk="1" latinLnBrk="0" hangingPunct="1">
                        <a:defRPr sz="1800" b="1" kern="1200">
                          <a:solidFill>
                            <a:schemeClr val="lt1"/>
                          </a:solidFill>
                          <a:latin typeface="Arial"/>
                          <a:ea typeface="宋体"/>
                        </a:defRPr>
                      </a:lvl6pPr>
                      <a:lvl7pPr marL="2743200" algn="l" defTabSz="914400" rtl="0" eaLnBrk="1" latinLnBrk="0" hangingPunct="1">
                        <a:defRPr sz="1800" b="1" kern="1200">
                          <a:solidFill>
                            <a:schemeClr val="lt1"/>
                          </a:solidFill>
                          <a:latin typeface="Arial"/>
                          <a:ea typeface="宋体"/>
                        </a:defRPr>
                      </a:lvl7pPr>
                      <a:lvl8pPr marL="3200400" algn="l" defTabSz="914400" rtl="0" eaLnBrk="1" latinLnBrk="0" hangingPunct="1">
                        <a:defRPr sz="1800" b="1" kern="1200">
                          <a:solidFill>
                            <a:schemeClr val="lt1"/>
                          </a:solidFill>
                          <a:latin typeface="Arial"/>
                          <a:ea typeface="宋体"/>
                        </a:defRPr>
                      </a:lvl8pPr>
                      <a:lvl9pPr marL="3657600" algn="l" defTabSz="914400" rtl="0" eaLnBrk="1" latinLnBrk="0" hangingPunct="1">
                        <a:defRPr sz="1800" b="1" kern="1200">
                          <a:solidFill>
                            <a:schemeClr val="lt1"/>
                          </a:solidFill>
                          <a:latin typeface="Arial"/>
                          <a:ea typeface="宋体"/>
                        </a:defRPr>
                      </a:lvl9pPr>
                    </a:lstStyle>
                    <a:p>
                      <a:pPr algn="ctr"/>
                      <a:r>
                        <a:rPr lang="ar-EG" sz="2000" b="1" dirty="0">
                          <a:solidFill>
                            <a:schemeClr val="tx1"/>
                          </a:solidFill>
                        </a:rPr>
                        <a:t>م</a:t>
                      </a:r>
                      <a:endParaRPr lang="en-US" sz="2000" b="1" dirty="0">
                        <a:solidFill>
                          <a:schemeClr val="tx1"/>
                        </a:solidFill>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extLst>
                  <a:ext uri="{0D108BD9-81ED-4DB2-BD59-A6C34878D82A}">
                    <a16:rowId xmlns:a16="http://schemas.microsoft.com/office/drawing/2014/main" val="2858083593"/>
                  </a:ext>
                </a:extLst>
              </a:tr>
              <a:tr h="364650">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lnSpc>
                          <a:spcPct val="150000"/>
                        </a:lnSpc>
                      </a:pPr>
                      <a:r>
                        <a:rPr lang="ar-EG" sz="1400" b="1" dirty="0">
                          <a:solidFill>
                            <a:srgbClr val="A50021"/>
                          </a:solidFill>
                        </a:rPr>
                        <a:t>7883786</a:t>
                      </a:r>
                      <a:endParaRPr lang="en-US" sz="1400" b="1" dirty="0">
                        <a:solidFill>
                          <a:srgbClr val="A50021"/>
                        </a:solidFill>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r>
                        <a:rPr lang="ar-EG" sz="1400" b="1" dirty="0">
                          <a:solidFill>
                            <a:srgbClr val="A50021"/>
                          </a:solidFill>
                        </a:rPr>
                        <a:t>جميع المحطات بمحافظة أسيوط بواقع 228 محطة</a:t>
                      </a:r>
                      <a:endParaRPr lang="en-US" sz="1400" b="1" dirty="0">
                        <a:solidFill>
                          <a:srgbClr val="A50021"/>
                        </a:solidFill>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r>
                        <a:rPr lang="ar-EG" sz="1400" b="1" dirty="0">
                          <a:solidFill>
                            <a:srgbClr val="A50021"/>
                          </a:solidFill>
                        </a:rPr>
                        <a:t>محافظة أسيوط</a:t>
                      </a:r>
                      <a:endParaRPr lang="en-US" sz="1400" b="1" dirty="0">
                        <a:solidFill>
                          <a:srgbClr val="A50021"/>
                        </a:solidFill>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EG" sz="1400" b="1" u="none" strike="noStrike" kern="1200" cap="none" spc="0" normalizeH="0" baseline="0" noProof="0" dirty="0">
                          <a:ln>
                            <a:noFill/>
                          </a:ln>
                          <a:solidFill>
                            <a:srgbClr val="A50021"/>
                          </a:solidFill>
                          <a:effectLst/>
                          <a:uLnTx/>
                          <a:uFillTx/>
                        </a:rPr>
                        <a:t>المعمل المركزى</a:t>
                      </a:r>
                      <a:endParaRPr kumimoji="0" lang="en-US" sz="1400" b="1" i="0" u="none" strike="noStrike" kern="1200" cap="none" spc="0" normalizeH="0" baseline="0" noProof="0" dirty="0">
                        <a:ln>
                          <a:noFill/>
                        </a:ln>
                        <a:solidFill>
                          <a:srgbClr val="A50021"/>
                        </a:solidFill>
                        <a:effectLst/>
                        <a:uLnTx/>
                        <a:uFillTx/>
                        <a:latin typeface="Arial"/>
                        <a:ea typeface="宋体"/>
                        <a:cs typeface="+mn-cs"/>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EG" sz="1400" b="1" u="none" strike="noStrike" kern="1200" cap="none" spc="0" normalizeH="0" baseline="0" noProof="0" dirty="0">
                          <a:ln>
                            <a:noFill/>
                          </a:ln>
                          <a:solidFill>
                            <a:srgbClr val="A50021"/>
                          </a:solidFill>
                          <a:effectLst/>
                          <a:uLnTx/>
                          <a:uFillTx/>
                        </a:rPr>
                        <a:t>1</a:t>
                      </a:r>
                      <a:endParaRPr kumimoji="0" lang="en-US" sz="1400" b="1" i="0" u="none" strike="noStrike" kern="1200" cap="none" spc="0" normalizeH="0" baseline="0" noProof="0" dirty="0">
                        <a:ln>
                          <a:noFill/>
                        </a:ln>
                        <a:solidFill>
                          <a:srgbClr val="A50021"/>
                        </a:solidFill>
                        <a:effectLst/>
                        <a:uLnTx/>
                        <a:uFillTx/>
                        <a:latin typeface="Arial"/>
                        <a:ea typeface="宋体"/>
                        <a:cs typeface="+mn-cs"/>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extLst>
                  <a:ext uri="{0D108BD9-81ED-4DB2-BD59-A6C34878D82A}">
                    <a16:rowId xmlns:a16="http://schemas.microsoft.com/office/drawing/2014/main" val="1044496278"/>
                  </a:ext>
                </a:extLst>
              </a:tr>
              <a:tr h="508031">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indent="0" algn="ctr" rtl="1">
                        <a:lnSpc>
                          <a:spcPct val="150000"/>
                        </a:lnSpc>
                        <a:buClr>
                          <a:srgbClr val="C00000"/>
                        </a:buClr>
                        <a:buFont typeface="Arial" panose="020B0604020202020204" pitchFamily="34" charset="0"/>
                        <a:buNone/>
                      </a:pPr>
                      <a:r>
                        <a:rPr lang="ar-EG" sz="1400" b="1" dirty="0"/>
                        <a:t>488750.8</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indent="0" algn="ctr" rtl="1">
                        <a:lnSpc>
                          <a:spcPct val="150000"/>
                        </a:lnSpc>
                        <a:buClr>
                          <a:srgbClr val="C00000"/>
                        </a:buClr>
                        <a:buFont typeface="Arial" panose="020B0604020202020204" pitchFamily="34" charset="0"/>
                        <a:buNone/>
                      </a:pPr>
                      <a:r>
                        <a:rPr lang="ar-EG" sz="1400" b="1" dirty="0"/>
                        <a:t>17 محطة</a:t>
                      </a: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indent="0" algn="ctr" rtl="1">
                        <a:buClr>
                          <a:srgbClr val="C00000"/>
                        </a:buClr>
                        <a:buFont typeface="Arial" panose="020B0604020202020204" pitchFamily="34" charset="0"/>
                        <a:buNone/>
                      </a:pPr>
                      <a:r>
                        <a:rPr lang="ar-EG" sz="1400" b="1" dirty="0"/>
                        <a:t>جنوب مركز أسيوط</a:t>
                      </a:r>
                    </a:p>
                    <a:p>
                      <a:pPr marL="0" indent="0" algn="ctr" rtl="1">
                        <a:buClr>
                          <a:srgbClr val="C00000"/>
                        </a:buClr>
                        <a:buFont typeface="Arial" panose="020B0604020202020204" pitchFamily="34" charset="0"/>
                        <a:buNone/>
                      </a:pPr>
                      <a:r>
                        <a:rPr lang="ar-EG" sz="1400" b="1" dirty="0"/>
                        <a:t>غرب مدينة أسيوط</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indent="0" algn="ctr" rtl="1">
                        <a:buFont typeface="Arial" panose="020B0604020202020204" pitchFamily="34" charset="0"/>
                        <a:buNone/>
                      </a:pPr>
                      <a:r>
                        <a:rPr lang="ar-EG" sz="1400" b="1" dirty="0"/>
                        <a:t>معمل محطة مياه نزلة عبداللاه المرشحة</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EG" sz="1400" b="1" u="none" strike="noStrike" kern="1200" cap="none" spc="0" normalizeH="0" baseline="0" noProof="0" dirty="0">
                          <a:ln>
                            <a:noFill/>
                          </a:ln>
                          <a:solidFill>
                            <a:srgbClr val="000000"/>
                          </a:solidFill>
                          <a:effectLst/>
                          <a:uLnTx/>
                          <a:uFillTx/>
                        </a:rPr>
                        <a:t>2</a:t>
                      </a:r>
                      <a:endParaRPr kumimoji="0" lang="en-US" sz="1400" b="1" i="0" u="none" strike="noStrike" kern="1200" cap="none" spc="0" normalizeH="0" baseline="0" noProof="0" dirty="0">
                        <a:ln>
                          <a:noFill/>
                        </a:ln>
                        <a:solidFill>
                          <a:srgbClr val="000000"/>
                        </a:solidFill>
                        <a:effectLst/>
                        <a:uLnTx/>
                        <a:uFillTx/>
                        <a:latin typeface="Arial"/>
                        <a:ea typeface="宋体"/>
                        <a:cs typeface="+mn-cs"/>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extLst>
                  <a:ext uri="{0D108BD9-81ED-4DB2-BD59-A6C34878D82A}">
                    <a16:rowId xmlns:a16="http://schemas.microsoft.com/office/drawing/2014/main" val="1829093890"/>
                  </a:ext>
                </a:extLst>
              </a:tr>
              <a:tr h="717221">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indent="0" algn="ctr" rtl="1">
                        <a:lnSpc>
                          <a:spcPct val="150000"/>
                        </a:lnSpc>
                        <a:buClr>
                          <a:srgbClr val="C00000"/>
                        </a:buClr>
                        <a:buFont typeface="Arial" panose="020B0604020202020204" pitchFamily="34" charset="0"/>
                        <a:buNone/>
                      </a:pPr>
                      <a:r>
                        <a:rPr lang="ar-EG" sz="1400" b="1" dirty="0"/>
                        <a:t>782725.8</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indent="0" algn="ctr" rtl="1">
                        <a:lnSpc>
                          <a:spcPct val="150000"/>
                        </a:lnSpc>
                        <a:buClr>
                          <a:srgbClr val="C00000"/>
                        </a:buClr>
                        <a:buFont typeface="Arial" panose="020B0604020202020204" pitchFamily="34" charset="0"/>
                        <a:buNone/>
                      </a:pPr>
                      <a:r>
                        <a:rPr lang="ar-EG" sz="1400" b="1" dirty="0"/>
                        <a:t>27 محطة</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indent="0" algn="ctr" rtl="1">
                        <a:buClr>
                          <a:srgbClr val="C00000"/>
                        </a:buClr>
                        <a:buFont typeface="Arial" panose="020B0604020202020204" pitchFamily="34" charset="0"/>
                        <a:buNone/>
                      </a:pPr>
                      <a:r>
                        <a:rPr lang="ar-EG" sz="1400" b="1" dirty="0"/>
                        <a:t>شمال مركز أسيوط</a:t>
                      </a:r>
                    </a:p>
                    <a:p>
                      <a:pPr marL="0" indent="0" algn="ctr" rtl="1">
                        <a:buClr>
                          <a:srgbClr val="C00000"/>
                        </a:buClr>
                        <a:buFont typeface="Arial" panose="020B0604020202020204" pitchFamily="34" charset="0"/>
                        <a:buNone/>
                      </a:pPr>
                      <a:r>
                        <a:rPr lang="ar-EG" sz="1400" b="1" dirty="0"/>
                        <a:t>شرق مدينة أسيوط</a:t>
                      </a:r>
                    </a:p>
                    <a:p>
                      <a:pPr marL="0" indent="0" algn="ctr" rtl="1">
                        <a:buClr>
                          <a:srgbClr val="C00000"/>
                        </a:buClr>
                        <a:buFont typeface="Arial" panose="020B0604020202020204" pitchFamily="34" charset="0"/>
                        <a:buNone/>
                      </a:pPr>
                      <a:r>
                        <a:rPr lang="ar-EG" sz="1400" b="1" dirty="0"/>
                        <a:t>8 محطات بمركز أبنوب</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EG" sz="1400" b="1" u="none" strike="noStrike" kern="1200" cap="none" spc="0" normalizeH="0" baseline="0" noProof="0" dirty="0">
                          <a:ln>
                            <a:noFill/>
                          </a:ln>
                          <a:solidFill>
                            <a:srgbClr val="000000"/>
                          </a:solidFill>
                          <a:effectLst/>
                          <a:uLnTx/>
                          <a:uFillTx/>
                        </a:rPr>
                        <a:t>معمل محطة مياه الألمانى</a:t>
                      </a:r>
                      <a:endParaRPr kumimoji="0" lang="en-US" sz="1400" b="1" i="0" u="none" strike="noStrike" kern="1200" cap="none" spc="0" normalizeH="0" baseline="0" noProof="0" dirty="0">
                        <a:ln>
                          <a:noFill/>
                        </a:ln>
                        <a:solidFill>
                          <a:srgbClr val="000000"/>
                        </a:solidFill>
                        <a:effectLst/>
                        <a:uLnTx/>
                        <a:uFillTx/>
                        <a:latin typeface="Arial"/>
                        <a:ea typeface="宋体"/>
                        <a:cs typeface="+mn-cs"/>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EG" sz="1400" b="1" u="none" strike="noStrike" kern="1200" cap="none" spc="0" normalizeH="0" baseline="0" noProof="0" dirty="0">
                          <a:ln>
                            <a:noFill/>
                          </a:ln>
                          <a:solidFill>
                            <a:srgbClr val="000000"/>
                          </a:solidFill>
                          <a:effectLst/>
                          <a:uLnTx/>
                          <a:uFillTx/>
                        </a:rPr>
                        <a:t>3</a:t>
                      </a:r>
                      <a:endParaRPr kumimoji="0" lang="en-US" sz="1400" b="1" i="0" u="none" strike="noStrike" kern="1200" cap="none" spc="0" normalizeH="0" baseline="0" noProof="0" dirty="0">
                        <a:ln>
                          <a:noFill/>
                        </a:ln>
                        <a:solidFill>
                          <a:srgbClr val="000000"/>
                        </a:solidFill>
                        <a:effectLst/>
                        <a:uLnTx/>
                        <a:uFillTx/>
                        <a:latin typeface="Arial"/>
                        <a:ea typeface="宋体"/>
                        <a:cs typeface="+mn-cs"/>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extLst>
                  <a:ext uri="{0D108BD9-81ED-4DB2-BD59-A6C34878D82A}">
                    <a16:rowId xmlns:a16="http://schemas.microsoft.com/office/drawing/2014/main" val="3458089121"/>
                  </a:ext>
                </a:extLst>
              </a:tr>
              <a:tr h="364650">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lnSpc>
                          <a:spcPct val="150000"/>
                        </a:lnSpc>
                      </a:pPr>
                      <a:r>
                        <a:rPr lang="ar-EG" sz="1400" b="1" dirty="0"/>
                        <a:t>244375.4</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lnSpc>
                          <a:spcPct val="150000"/>
                        </a:lnSpc>
                      </a:pPr>
                      <a:r>
                        <a:rPr lang="ar-EG" sz="1400" b="1" dirty="0"/>
                        <a:t>1 محطة</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r>
                        <a:rPr lang="ar-EG" sz="1400" b="1" dirty="0"/>
                        <a:t>منطقة الوليدية</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EG" sz="1400" b="1" u="none" strike="noStrike" kern="1200" cap="none" spc="0" normalizeH="0" baseline="0" noProof="0" dirty="0">
                          <a:ln>
                            <a:noFill/>
                          </a:ln>
                          <a:solidFill>
                            <a:srgbClr val="000000"/>
                          </a:solidFill>
                          <a:effectLst/>
                          <a:uLnTx/>
                          <a:uFillTx/>
                        </a:rPr>
                        <a:t>معمل محطة مياه الوليدية</a:t>
                      </a:r>
                      <a:endParaRPr kumimoji="0" lang="en-US" sz="1400" b="1" i="0" u="none" strike="noStrike" kern="1200" cap="none" spc="0" normalizeH="0" baseline="0" noProof="0" dirty="0">
                        <a:ln>
                          <a:noFill/>
                        </a:ln>
                        <a:solidFill>
                          <a:srgbClr val="000000"/>
                        </a:solidFill>
                        <a:effectLst/>
                        <a:uLnTx/>
                        <a:uFillTx/>
                        <a:latin typeface="Arial"/>
                        <a:ea typeface="宋体"/>
                        <a:cs typeface="+mn-cs"/>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EG" sz="1400" b="1" u="none" strike="noStrike" kern="1200" cap="none" spc="0" normalizeH="0" baseline="0" noProof="0" dirty="0">
                          <a:ln>
                            <a:noFill/>
                          </a:ln>
                          <a:solidFill>
                            <a:srgbClr val="000000"/>
                          </a:solidFill>
                          <a:effectLst/>
                          <a:uLnTx/>
                          <a:uFillTx/>
                        </a:rPr>
                        <a:t>4</a:t>
                      </a:r>
                      <a:endParaRPr kumimoji="0" lang="en-US" sz="1400" b="1" i="0" u="none" strike="noStrike" kern="1200" cap="none" spc="0" normalizeH="0" baseline="0" noProof="0" dirty="0">
                        <a:ln>
                          <a:noFill/>
                        </a:ln>
                        <a:solidFill>
                          <a:srgbClr val="000000"/>
                        </a:solidFill>
                        <a:effectLst/>
                        <a:uLnTx/>
                        <a:uFillTx/>
                        <a:latin typeface="Arial"/>
                        <a:ea typeface="宋体"/>
                        <a:cs typeface="+mn-cs"/>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extLst>
                  <a:ext uri="{0D108BD9-81ED-4DB2-BD59-A6C34878D82A}">
                    <a16:rowId xmlns:a16="http://schemas.microsoft.com/office/drawing/2014/main" val="4096652578"/>
                  </a:ext>
                </a:extLst>
              </a:tr>
              <a:tr h="508031">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lnSpc>
                          <a:spcPct val="150000"/>
                        </a:lnSpc>
                      </a:pPr>
                      <a:r>
                        <a:rPr lang="ar-EG" sz="1400" b="1" dirty="0"/>
                        <a:t>930791</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lnSpc>
                          <a:spcPct val="150000"/>
                        </a:lnSpc>
                      </a:pPr>
                      <a:r>
                        <a:rPr lang="ar-EG" sz="1400" b="1" dirty="0"/>
                        <a:t>25 محطة</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r>
                        <a:rPr lang="ar-EG" sz="1400" b="1" dirty="0"/>
                        <a:t>مركز الفتح</a:t>
                      </a:r>
                    </a:p>
                    <a:p>
                      <a:pPr algn="ctr"/>
                      <a:r>
                        <a:rPr lang="ar-EG" sz="1400" b="1" dirty="0"/>
                        <a:t>10 محطات بمركز أبنوب</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EG" sz="1400" b="1" u="none" strike="noStrike" kern="1200" cap="none" spc="0" normalizeH="0" baseline="0" noProof="0" dirty="0">
                          <a:ln>
                            <a:noFill/>
                          </a:ln>
                          <a:solidFill>
                            <a:srgbClr val="000000"/>
                          </a:solidFill>
                          <a:effectLst/>
                          <a:uLnTx/>
                          <a:uFillTx/>
                        </a:rPr>
                        <a:t>معمل محطة مياه الطوابية</a:t>
                      </a:r>
                      <a:endParaRPr kumimoji="0" lang="en-US" sz="1400" b="1" i="0" u="none" strike="noStrike" kern="1200" cap="none" spc="0" normalizeH="0" baseline="0" noProof="0" dirty="0">
                        <a:ln>
                          <a:noFill/>
                        </a:ln>
                        <a:solidFill>
                          <a:srgbClr val="000000"/>
                        </a:solidFill>
                        <a:effectLst/>
                        <a:uLnTx/>
                        <a:uFillTx/>
                        <a:latin typeface="Arial"/>
                        <a:ea typeface="宋体"/>
                        <a:cs typeface="+mn-cs"/>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EG" sz="1400" b="1" u="none" strike="noStrike" kern="1200" cap="none" spc="0" normalizeH="0" baseline="0" noProof="0" dirty="0">
                          <a:ln>
                            <a:noFill/>
                          </a:ln>
                          <a:solidFill>
                            <a:srgbClr val="000000"/>
                          </a:solidFill>
                          <a:effectLst/>
                          <a:uLnTx/>
                          <a:uFillTx/>
                        </a:rPr>
                        <a:t>5</a:t>
                      </a:r>
                      <a:endParaRPr kumimoji="0" lang="en-US" sz="1400" b="1" i="0" u="none" strike="noStrike" kern="1200" cap="none" spc="0" normalizeH="0" baseline="0" noProof="0" dirty="0">
                        <a:ln>
                          <a:noFill/>
                        </a:ln>
                        <a:solidFill>
                          <a:srgbClr val="000000"/>
                        </a:solidFill>
                        <a:effectLst/>
                        <a:uLnTx/>
                        <a:uFillTx/>
                        <a:latin typeface="Arial"/>
                        <a:ea typeface="宋体"/>
                        <a:cs typeface="+mn-cs"/>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extLst>
                  <a:ext uri="{0D108BD9-81ED-4DB2-BD59-A6C34878D82A}">
                    <a16:rowId xmlns:a16="http://schemas.microsoft.com/office/drawing/2014/main" val="710996124"/>
                  </a:ext>
                </a:extLst>
              </a:tr>
              <a:tr h="364650">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lnSpc>
                          <a:spcPct val="150000"/>
                        </a:lnSpc>
                      </a:pPr>
                      <a:r>
                        <a:rPr lang="ar-EG" sz="1400" b="1" dirty="0"/>
                        <a:t>735034</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lnSpc>
                          <a:spcPct val="150000"/>
                        </a:lnSpc>
                      </a:pPr>
                      <a:r>
                        <a:rPr lang="ar-EG" sz="1400" b="1" dirty="0"/>
                        <a:t>38 محطة</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r>
                        <a:rPr lang="ar-EG" sz="1400" b="1" dirty="0"/>
                        <a:t>مركز القوصية</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EG" sz="1400" b="1" u="none" strike="noStrike" kern="1200" cap="none" spc="0" normalizeH="0" baseline="0" noProof="0" dirty="0">
                          <a:ln>
                            <a:noFill/>
                          </a:ln>
                          <a:solidFill>
                            <a:srgbClr val="000000"/>
                          </a:solidFill>
                          <a:effectLst/>
                          <a:uLnTx/>
                          <a:uFillTx/>
                        </a:rPr>
                        <a:t>معمل محطة مياه القوصية</a:t>
                      </a:r>
                      <a:endParaRPr kumimoji="0" lang="en-US" sz="1400" b="1" i="0" u="none" strike="noStrike" kern="1200" cap="none" spc="0" normalizeH="0" baseline="0" noProof="0" dirty="0">
                        <a:ln>
                          <a:noFill/>
                        </a:ln>
                        <a:solidFill>
                          <a:srgbClr val="000000"/>
                        </a:solidFill>
                        <a:effectLst/>
                        <a:uLnTx/>
                        <a:uFillTx/>
                        <a:latin typeface="Arial"/>
                        <a:ea typeface="宋体"/>
                        <a:cs typeface="+mn-cs"/>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EG" sz="1400" b="1" u="none" strike="noStrike" kern="1200" cap="none" spc="0" normalizeH="0" baseline="0" noProof="0" dirty="0">
                          <a:ln>
                            <a:noFill/>
                          </a:ln>
                          <a:solidFill>
                            <a:srgbClr val="000000"/>
                          </a:solidFill>
                          <a:effectLst/>
                          <a:uLnTx/>
                          <a:uFillTx/>
                        </a:rPr>
                        <a:t>6</a:t>
                      </a:r>
                      <a:endParaRPr kumimoji="0" lang="en-US" sz="1400" b="1" i="0" u="none" strike="noStrike" kern="1200" cap="none" spc="0" normalizeH="0" baseline="0" noProof="0" dirty="0">
                        <a:ln>
                          <a:noFill/>
                        </a:ln>
                        <a:solidFill>
                          <a:srgbClr val="000000"/>
                        </a:solidFill>
                        <a:effectLst/>
                        <a:uLnTx/>
                        <a:uFillTx/>
                        <a:latin typeface="Arial"/>
                        <a:ea typeface="宋体"/>
                        <a:cs typeface="+mn-cs"/>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extLst>
                  <a:ext uri="{0D108BD9-81ED-4DB2-BD59-A6C34878D82A}">
                    <a16:rowId xmlns:a16="http://schemas.microsoft.com/office/drawing/2014/main" val="252708298"/>
                  </a:ext>
                </a:extLst>
              </a:tr>
              <a:tr h="508031">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lnSpc>
                          <a:spcPct val="150000"/>
                        </a:lnSpc>
                      </a:pPr>
                      <a:r>
                        <a:rPr lang="ar-EG" sz="1400" b="1" dirty="0"/>
                        <a:t>1299363</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lnSpc>
                          <a:spcPct val="150000"/>
                        </a:lnSpc>
                      </a:pPr>
                      <a:r>
                        <a:rPr lang="ar-EG" sz="1400" b="1" dirty="0"/>
                        <a:t>30 محطة</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r>
                        <a:rPr lang="ar-EG" sz="1400" b="1" dirty="0"/>
                        <a:t>مركز منفلوط</a:t>
                      </a:r>
                    </a:p>
                    <a:p>
                      <a:pPr algn="ctr"/>
                      <a:r>
                        <a:rPr lang="ar-EG" sz="1400" b="1" dirty="0"/>
                        <a:t>المعابدة</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EG" sz="1400" b="1" u="none" strike="noStrike" kern="1200" cap="none" spc="0" normalizeH="0" baseline="0" noProof="0" dirty="0">
                          <a:ln>
                            <a:noFill/>
                          </a:ln>
                          <a:solidFill>
                            <a:srgbClr val="000000"/>
                          </a:solidFill>
                          <a:effectLst/>
                          <a:uLnTx/>
                          <a:uFillTx/>
                        </a:rPr>
                        <a:t>معمل محطة مياه منفلوط</a:t>
                      </a:r>
                      <a:endParaRPr kumimoji="0" lang="en-US" sz="1400" b="1" i="0" u="none" strike="noStrike" kern="1200" cap="none" spc="0" normalizeH="0" baseline="0" noProof="0" dirty="0">
                        <a:ln>
                          <a:noFill/>
                        </a:ln>
                        <a:solidFill>
                          <a:srgbClr val="000000"/>
                        </a:solidFill>
                        <a:effectLst/>
                        <a:uLnTx/>
                        <a:uFillTx/>
                        <a:latin typeface="Arial"/>
                        <a:ea typeface="宋体"/>
                        <a:cs typeface="+mn-cs"/>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EG" sz="1400" b="1" u="none" strike="noStrike" kern="1200" cap="none" spc="0" normalizeH="0" baseline="0" noProof="0" dirty="0">
                          <a:ln>
                            <a:noFill/>
                          </a:ln>
                          <a:solidFill>
                            <a:srgbClr val="000000"/>
                          </a:solidFill>
                          <a:effectLst/>
                          <a:uLnTx/>
                          <a:uFillTx/>
                        </a:rPr>
                        <a:t>7</a:t>
                      </a:r>
                      <a:endParaRPr kumimoji="0" lang="en-US" sz="1400" b="1" i="0" u="none" strike="noStrike" kern="1200" cap="none" spc="0" normalizeH="0" baseline="0" noProof="0" dirty="0">
                        <a:ln>
                          <a:noFill/>
                        </a:ln>
                        <a:solidFill>
                          <a:srgbClr val="000000"/>
                        </a:solidFill>
                        <a:effectLst/>
                        <a:uLnTx/>
                        <a:uFillTx/>
                        <a:latin typeface="Arial"/>
                        <a:ea typeface="宋体"/>
                        <a:cs typeface="+mn-cs"/>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extLst>
                  <a:ext uri="{0D108BD9-81ED-4DB2-BD59-A6C34878D82A}">
                    <a16:rowId xmlns:a16="http://schemas.microsoft.com/office/drawing/2014/main" val="3726327142"/>
                  </a:ext>
                </a:extLst>
              </a:tr>
              <a:tr h="364650">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lnSpc>
                          <a:spcPct val="150000"/>
                        </a:lnSpc>
                      </a:pPr>
                      <a:r>
                        <a:rPr lang="ar-EG" sz="1400" b="1" dirty="0"/>
                        <a:t>933035</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lnSpc>
                          <a:spcPct val="150000"/>
                        </a:lnSpc>
                      </a:pPr>
                      <a:r>
                        <a:rPr lang="ar-EG" sz="1400" b="1" dirty="0"/>
                        <a:t>29 محطة</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r>
                        <a:rPr lang="ar-EG" sz="1400" b="1" dirty="0"/>
                        <a:t>مركز ديروط</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EG" sz="1400" b="1" u="none" strike="noStrike" kern="1200" cap="none" spc="0" normalizeH="0" baseline="0" noProof="0" dirty="0">
                          <a:ln>
                            <a:noFill/>
                          </a:ln>
                          <a:solidFill>
                            <a:srgbClr val="000000"/>
                          </a:solidFill>
                          <a:effectLst/>
                          <a:uLnTx/>
                          <a:uFillTx/>
                        </a:rPr>
                        <a:t>معمل محطة مياه ديروط</a:t>
                      </a:r>
                      <a:endParaRPr kumimoji="0" lang="en-US" sz="1400" b="1" i="0" u="none" strike="noStrike" kern="1200" cap="none" spc="0" normalizeH="0" baseline="0" noProof="0" dirty="0">
                        <a:ln>
                          <a:noFill/>
                        </a:ln>
                        <a:solidFill>
                          <a:srgbClr val="000000"/>
                        </a:solidFill>
                        <a:effectLst/>
                        <a:uLnTx/>
                        <a:uFillTx/>
                        <a:latin typeface="Arial"/>
                        <a:ea typeface="宋体"/>
                        <a:cs typeface="+mn-cs"/>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EG" sz="1400" b="1" u="none" strike="noStrike" kern="1200" cap="none" spc="0" normalizeH="0" baseline="0" noProof="0" dirty="0">
                          <a:ln>
                            <a:noFill/>
                          </a:ln>
                          <a:solidFill>
                            <a:srgbClr val="000000"/>
                          </a:solidFill>
                          <a:effectLst/>
                          <a:uLnTx/>
                          <a:uFillTx/>
                        </a:rPr>
                        <a:t>8</a:t>
                      </a:r>
                      <a:endParaRPr kumimoji="0" lang="en-US" sz="1400" b="1" i="0" u="none" strike="noStrike" kern="1200" cap="none" spc="0" normalizeH="0" baseline="0" noProof="0" dirty="0">
                        <a:ln>
                          <a:noFill/>
                        </a:ln>
                        <a:solidFill>
                          <a:srgbClr val="000000"/>
                        </a:solidFill>
                        <a:effectLst/>
                        <a:uLnTx/>
                        <a:uFillTx/>
                        <a:latin typeface="Arial"/>
                        <a:ea typeface="宋体"/>
                        <a:cs typeface="+mn-cs"/>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extLst>
                  <a:ext uri="{0D108BD9-81ED-4DB2-BD59-A6C34878D82A}">
                    <a16:rowId xmlns:a16="http://schemas.microsoft.com/office/drawing/2014/main" val="1929128705"/>
                  </a:ext>
                </a:extLst>
              </a:tr>
              <a:tr h="508031">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lnSpc>
                          <a:spcPct val="150000"/>
                        </a:lnSpc>
                      </a:pPr>
                      <a:r>
                        <a:rPr lang="ar-EG" sz="1400" b="1" dirty="0"/>
                        <a:t>761101</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lnSpc>
                          <a:spcPct val="150000"/>
                        </a:lnSpc>
                      </a:pPr>
                      <a:r>
                        <a:rPr lang="ar-EG" sz="1400" b="1" dirty="0"/>
                        <a:t>18 محطة</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r>
                        <a:rPr lang="ar-EG" sz="1400" b="1" dirty="0"/>
                        <a:t>مركز صدفا</a:t>
                      </a:r>
                    </a:p>
                    <a:p>
                      <a:pPr algn="ctr"/>
                      <a:r>
                        <a:rPr lang="ar-EG" sz="1400" b="1" dirty="0"/>
                        <a:t>مركز الغنايم</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EG" sz="1400" b="1" u="none" strike="noStrike" kern="1200" cap="none" spc="0" normalizeH="0" baseline="0" noProof="0" dirty="0">
                          <a:ln>
                            <a:noFill/>
                          </a:ln>
                          <a:solidFill>
                            <a:srgbClr val="000000"/>
                          </a:solidFill>
                          <a:effectLst/>
                          <a:uLnTx/>
                          <a:uFillTx/>
                        </a:rPr>
                        <a:t>معمل محطة مياه صدفا</a:t>
                      </a:r>
                      <a:endParaRPr kumimoji="0" lang="en-US" sz="1400" b="1" i="0" u="none" strike="noStrike" kern="1200" cap="none" spc="0" normalizeH="0" baseline="0" noProof="0" dirty="0">
                        <a:ln>
                          <a:noFill/>
                        </a:ln>
                        <a:solidFill>
                          <a:srgbClr val="000000"/>
                        </a:solidFill>
                        <a:effectLst/>
                        <a:uLnTx/>
                        <a:uFillTx/>
                        <a:latin typeface="Arial"/>
                        <a:ea typeface="宋体"/>
                        <a:cs typeface="+mn-cs"/>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EG" sz="1400" b="1" u="none" strike="noStrike" kern="1200" cap="none" spc="0" normalizeH="0" baseline="0" noProof="0" dirty="0">
                          <a:ln>
                            <a:noFill/>
                          </a:ln>
                          <a:solidFill>
                            <a:srgbClr val="000000"/>
                          </a:solidFill>
                          <a:effectLst/>
                          <a:uLnTx/>
                          <a:uFillTx/>
                        </a:rPr>
                        <a:t>9</a:t>
                      </a:r>
                      <a:endParaRPr kumimoji="0" lang="en-US" sz="1400" b="1" i="0" u="none" strike="noStrike" kern="1200" cap="none" spc="0" normalizeH="0" baseline="0" noProof="0" dirty="0">
                        <a:ln>
                          <a:noFill/>
                        </a:ln>
                        <a:solidFill>
                          <a:srgbClr val="000000"/>
                        </a:solidFill>
                        <a:effectLst/>
                        <a:uLnTx/>
                        <a:uFillTx/>
                        <a:latin typeface="Arial"/>
                        <a:ea typeface="宋体"/>
                        <a:cs typeface="+mn-cs"/>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extLst>
                  <a:ext uri="{0D108BD9-81ED-4DB2-BD59-A6C34878D82A}">
                    <a16:rowId xmlns:a16="http://schemas.microsoft.com/office/drawing/2014/main" val="2973503778"/>
                  </a:ext>
                </a:extLst>
              </a:tr>
              <a:tr h="364650">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lnSpc>
                          <a:spcPct val="150000"/>
                        </a:lnSpc>
                      </a:pPr>
                      <a:r>
                        <a:rPr lang="ar-EG" sz="1400" b="1" dirty="0"/>
                        <a:t>609040</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lnSpc>
                          <a:spcPct val="150000"/>
                        </a:lnSpc>
                      </a:pPr>
                      <a:r>
                        <a:rPr lang="ar-EG" sz="1400" b="1" dirty="0"/>
                        <a:t>12 محطة</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r>
                        <a:rPr lang="ar-EG" sz="1400" b="1" dirty="0"/>
                        <a:t>مركز أبوتيج</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EG" sz="1400" b="1" u="none" strike="noStrike" kern="1200" cap="none" spc="0" normalizeH="0" baseline="0" noProof="0" dirty="0">
                          <a:ln>
                            <a:noFill/>
                          </a:ln>
                          <a:solidFill>
                            <a:srgbClr val="000000"/>
                          </a:solidFill>
                          <a:effectLst/>
                          <a:uLnTx/>
                          <a:uFillTx/>
                        </a:rPr>
                        <a:t>معمل محطة مياه أبوتيج</a:t>
                      </a:r>
                      <a:endParaRPr kumimoji="0" lang="en-US" sz="1400" b="1" i="0" u="none" strike="noStrike" kern="1200" cap="none" spc="0" normalizeH="0" baseline="0" noProof="0" dirty="0">
                        <a:ln>
                          <a:noFill/>
                        </a:ln>
                        <a:solidFill>
                          <a:srgbClr val="000000"/>
                        </a:solidFill>
                        <a:effectLst/>
                        <a:uLnTx/>
                        <a:uFillTx/>
                        <a:latin typeface="Arial"/>
                        <a:ea typeface="宋体"/>
                        <a:cs typeface="+mn-cs"/>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EG" sz="1400" b="1" u="none" strike="noStrike" kern="1200" cap="none" spc="0" normalizeH="0" baseline="0" noProof="0" dirty="0">
                          <a:ln>
                            <a:noFill/>
                          </a:ln>
                          <a:solidFill>
                            <a:srgbClr val="000000"/>
                          </a:solidFill>
                          <a:effectLst/>
                          <a:uLnTx/>
                          <a:uFillTx/>
                        </a:rPr>
                        <a:t>10</a:t>
                      </a:r>
                      <a:endParaRPr kumimoji="0" lang="en-US" sz="1400" b="1" i="0" u="none" strike="noStrike" kern="1200" cap="none" spc="0" normalizeH="0" baseline="0" noProof="0" dirty="0">
                        <a:ln>
                          <a:noFill/>
                        </a:ln>
                        <a:solidFill>
                          <a:srgbClr val="000000"/>
                        </a:solidFill>
                        <a:effectLst/>
                        <a:uLnTx/>
                        <a:uFillTx/>
                        <a:latin typeface="Arial"/>
                        <a:ea typeface="宋体"/>
                        <a:cs typeface="+mn-cs"/>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extLst>
                  <a:ext uri="{0D108BD9-81ED-4DB2-BD59-A6C34878D82A}">
                    <a16:rowId xmlns:a16="http://schemas.microsoft.com/office/drawing/2014/main" val="2338656410"/>
                  </a:ext>
                </a:extLst>
              </a:tr>
              <a:tr h="508031">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lnSpc>
                          <a:spcPct val="150000"/>
                        </a:lnSpc>
                      </a:pPr>
                      <a:r>
                        <a:rPr lang="ar-EG" sz="1400" b="1" dirty="0"/>
                        <a:t>1099571</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lnSpc>
                          <a:spcPct val="150000"/>
                        </a:lnSpc>
                      </a:pPr>
                      <a:r>
                        <a:rPr lang="ar-EG" sz="1400" b="1" dirty="0"/>
                        <a:t>31 محطة</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algn="ctr"/>
                      <a:r>
                        <a:rPr lang="ar-EG" sz="1400" b="1" dirty="0"/>
                        <a:t>مركز البدارى </a:t>
                      </a:r>
                    </a:p>
                    <a:p>
                      <a:pPr algn="ctr"/>
                      <a:r>
                        <a:rPr lang="ar-EG" sz="1400" b="1" dirty="0"/>
                        <a:t>مركز الساحل</a:t>
                      </a:r>
                      <a:endParaRPr lang="en-US" sz="1400" b="1" dirty="0"/>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EG" sz="1400" b="1" u="none" strike="noStrike" kern="1200" cap="none" spc="0" normalizeH="0" baseline="0" noProof="0" dirty="0">
                          <a:ln>
                            <a:noFill/>
                          </a:ln>
                          <a:solidFill>
                            <a:srgbClr val="000000"/>
                          </a:solidFill>
                          <a:effectLst/>
                          <a:uLnTx/>
                          <a:uFillTx/>
                        </a:rPr>
                        <a:t>معمل محطة مياه البدارى</a:t>
                      </a:r>
                      <a:endParaRPr kumimoji="0" lang="en-US" sz="1400" b="1" i="0" u="none" strike="noStrike" kern="1200" cap="none" spc="0" normalizeH="0" baseline="0" noProof="0" dirty="0">
                        <a:ln>
                          <a:noFill/>
                        </a:ln>
                        <a:solidFill>
                          <a:srgbClr val="000000"/>
                        </a:solidFill>
                        <a:effectLst/>
                        <a:uLnTx/>
                        <a:uFillTx/>
                        <a:latin typeface="Arial"/>
                        <a:ea typeface="宋体"/>
                        <a:cs typeface="+mn-cs"/>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tc>
                  <a:txBody>
                    <a:bodyPr/>
                    <a:lstStyle>
                      <a:lvl1pPr marL="0" algn="l" defTabSz="914400" rtl="0" eaLnBrk="1" latinLnBrk="0" hangingPunct="1">
                        <a:defRPr sz="1800" kern="1200">
                          <a:solidFill>
                            <a:schemeClr val="dk1"/>
                          </a:solidFill>
                          <a:latin typeface="Arial"/>
                          <a:ea typeface="宋体"/>
                        </a:defRPr>
                      </a:lvl1pPr>
                      <a:lvl2pPr marL="457200" algn="l" defTabSz="914400" rtl="0" eaLnBrk="1" latinLnBrk="0" hangingPunct="1">
                        <a:defRPr sz="1800" kern="1200">
                          <a:solidFill>
                            <a:schemeClr val="dk1"/>
                          </a:solidFill>
                          <a:latin typeface="Arial"/>
                          <a:ea typeface="宋体"/>
                        </a:defRPr>
                      </a:lvl2pPr>
                      <a:lvl3pPr marL="914400" algn="l" defTabSz="914400" rtl="0" eaLnBrk="1" latinLnBrk="0" hangingPunct="1">
                        <a:defRPr sz="1800" kern="1200">
                          <a:solidFill>
                            <a:schemeClr val="dk1"/>
                          </a:solidFill>
                          <a:latin typeface="Arial"/>
                          <a:ea typeface="宋体"/>
                        </a:defRPr>
                      </a:lvl3pPr>
                      <a:lvl4pPr marL="1371600" algn="l" defTabSz="914400" rtl="0" eaLnBrk="1" latinLnBrk="0" hangingPunct="1">
                        <a:defRPr sz="1800" kern="1200">
                          <a:solidFill>
                            <a:schemeClr val="dk1"/>
                          </a:solidFill>
                          <a:latin typeface="Arial"/>
                          <a:ea typeface="宋体"/>
                        </a:defRPr>
                      </a:lvl4pPr>
                      <a:lvl5pPr marL="1828800" algn="l" defTabSz="914400" rtl="0" eaLnBrk="1" latinLnBrk="0" hangingPunct="1">
                        <a:defRPr sz="1800" kern="1200">
                          <a:solidFill>
                            <a:schemeClr val="dk1"/>
                          </a:solidFill>
                          <a:latin typeface="Arial"/>
                          <a:ea typeface="宋体"/>
                        </a:defRPr>
                      </a:lvl5pPr>
                      <a:lvl6pPr marL="2286000" algn="l" defTabSz="914400" rtl="0" eaLnBrk="1" latinLnBrk="0" hangingPunct="1">
                        <a:defRPr sz="1800" kern="1200">
                          <a:solidFill>
                            <a:schemeClr val="dk1"/>
                          </a:solidFill>
                          <a:latin typeface="Arial"/>
                          <a:ea typeface="宋体"/>
                        </a:defRPr>
                      </a:lvl6pPr>
                      <a:lvl7pPr marL="2743200" algn="l" defTabSz="914400" rtl="0" eaLnBrk="1" latinLnBrk="0" hangingPunct="1">
                        <a:defRPr sz="1800" kern="1200">
                          <a:solidFill>
                            <a:schemeClr val="dk1"/>
                          </a:solidFill>
                          <a:latin typeface="Arial"/>
                          <a:ea typeface="宋体"/>
                        </a:defRPr>
                      </a:lvl7pPr>
                      <a:lvl8pPr marL="3200400" algn="l" defTabSz="914400" rtl="0" eaLnBrk="1" latinLnBrk="0" hangingPunct="1">
                        <a:defRPr sz="1800" kern="1200">
                          <a:solidFill>
                            <a:schemeClr val="dk1"/>
                          </a:solidFill>
                          <a:latin typeface="Arial"/>
                          <a:ea typeface="宋体"/>
                        </a:defRPr>
                      </a:lvl8pPr>
                      <a:lvl9pPr marL="3657600" algn="l" defTabSz="914400" rtl="0" eaLnBrk="1" latinLnBrk="0" hangingPunct="1">
                        <a:defRPr sz="1800" kern="1200">
                          <a:solidFill>
                            <a:schemeClr val="dk1"/>
                          </a:solidFill>
                          <a:latin typeface="Arial"/>
                          <a:ea typeface="宋体"/>
                        </a:defRPr>
                      </a:lvl9p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EG" sz="1400" b="1" u="none" strike="noStrike" kern="1200" cap="none" spc="0" normalizeH="0" baseline="0" noProof="0" dirty="0">
                          <a:ln>
                            <a:noFill/>
                          </a:ln>
                          <a:solidFill>
                            <a:srgbClr val="000000"/>
                          </a:solidFill>
                          <a:effectLst/>
                          <a:uLnTx/>
                          <a:uFillTx/>
                        </a:rPr>
                        <a:t>11</a:t>
                      </a:r>
                      <a:endParaRPr kumimoji="0" lang="en-US" sz="1400" b="1" i="0" u="none" strike="noStrike" kern="1200" cap="none" spc="0" normalizeH="0" baseline="0" noProof="0" dirty="0">
                        <a:ln>
                          <a:noFill/>
                        </a:ln>
                        <a:solidFill>
                          <a:srgbClr val="000000"/>
                        </a:solidFill>
                        <a:effectLst/>
                        <a:uLnTx/>
                        <a:uFillTx/>
                        <a:latin typeface="Arial"/>
                        <a:ea typeface="宋体"/>
                        <a:cs typeface="+mn-cs"/>
                      </a:endParaRPr>
                    </a:p>
                  </a:txBody>
                  <a:tcPr>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path path="circle">
                        <a:fillToRect t="100000" r="100000"/>
                      </a:path>
                      <a:tileRect l="-100000" b="-100000"/>
                    </a:gradFill>
                  </a:tcPr>
                </a:tc>
                <a:extLst>
                  <a:ext uri="{0D108BD9-81ED-4DB2-BD59-A6C34878D82A}">
                    <a16:rowId xmlns:a16="http://schemas.microsoft.com/office/drawing/2014/main" val="2563390305"/>
                  </a:ext>
                </a:extLst>
              </a:tr>
            </a:tbl>
          </a:graphicData>
        </a:graphic>
      </p:graphicFrame>
    </p:spTree>
    <p:extLst>
      <p:ext uri="{BB962C8B-B14F-4D97-AF65-F5344CB8AC3E}">
        <p14:creationId xmlns:p14="http://schemas.microsoft.com/office/powerpoint/2010/main" val="1557075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932</TotalTime>
  <Words>2013</Words>
  <Application>Microsoft Office PowerPoint</Application>
  <PresentationFormat>Widescreen</PresentationFormat>
  <Paragraphs>340</Paragraphs>
  <Slides>31</Slides>
  <Notes>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31</vt:i4>
      </vt:variant>
    </vt:vector>
  </HeadingPairs>
  <TitlesOfParts>
    <vt:vector size="44" baseType="lpstr">
      <vt:lpstr>Arial</vt:lpstr>
      <vt:lpstr>Al-Mothnna</vt:lpstr>
      <vt:lpstr>AF_Taif Normal</vt:lpstr>
      <vt:lpstr>Wingdings</vt:lpstr>
      <vt:lpstr>AlSharkTitle</vt:lpstr>
      <vt:lpstr>SimSun</vt:lpstr>
      <vt:lpstr>Calibri</vt:lpstr>
      <vt:lpstr>SimHei</vt:lpstr>
      <vt:lpstr>Mothanna</vt:lpstr>
      <vt:lpstr>Tajawal</vt:lpstr>
      <vt:lpstr>Cambria</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اهميه الايزو 9001 و 14001</vt:lpstr>
      <vt:lpstr>PowerPoint Presentation</vt:lpstr>
      <vt:lpstr>تأهيل المعامل للحصول علي شهادة الايزو 17025</vt:lpstr>
      <vt:lpstr>PowerPoint Presentation</vt:lpstr>
      <vt:lpstr>PowerPoint Presentation</vt:lpstr>
      <vt:lpstr>PowerPoint Presentation</vt:lpstr>
      <vt:lpstr>الأجهزة المتوفرة في المعامل الرئيسية</vt:lpstr>
      <vt:lpstr>الأجهزة المتوفرة في المعامل الرئيسية</vt:lpstr>
      <vt:lpstr>صور المعامل قبل وبعد التأهيل</vt:lpstr>
      <vt:lpstr>صور المعامل قبل وبعد التأهيل</vt:lpstr>
      <vt:lpstr>صور المعامل قبل وبعد التأهيل</vt:lpstr>
      <vt:lpstr>إعادة توزيع نطاقات عمل المعامل للاستفادة من الحد الأقصى للمورد البشري والتجهيزات الفنية المتاحة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YUSF</dc:creator>
  <cp:lastModifiedBy>LAB 5</cp:lastModifiedBy>
  <cp:revision>114</cp:revision>
  <dcterms:created xsi:type="dcterms:W3CDTF">2018-11-30T14:16:14Z</dcterms:created>
  <dcterms:modified xsi:type="dcterms:W3CDTF">2026-08-24T09:35:17Z</dcterms:modified>
</cp:coreProperties>
</file>
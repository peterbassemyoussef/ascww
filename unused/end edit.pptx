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0"/>
    <p:sldId id="265" r:id="rId11"/>
    <p:sldId id="266" r:id="rId12"/>
  </p:sldIdLst>
  <p:sldSz cx="14630400" cy="8229600"/>
  <p:notesSz cx="7559675" cy="10691813"/>
  <p:embeddedFontLst>
    <p:embeddedFont>
      <p:font typeface="Alice" panose="020B0604020202020204" charset="0"/>
      <p:regular r:id="rId14"/>
      <p:bold r:id="rId14"/>
    </p:embeddedFont>
    <p:embeddedFont>
      <p:font typeface="Amiri" panose="020B0604020202020204" charset="-78"/>
      <p:regular r:id="rId15"/>
      <p:bold r:id="rId16"/>
      <p:italic r:id="rId17"/>
      <p:boldItalic r:id="rId18"/>
    </p:embeddedFont>
    <p:embeddedFont>
      <p:font typeface="Arial Rounded MT Bold" panose="020F0704030504030204" pitchFamily="34" charset="0"/>
      <p:regular r:id="rId19"/>
      <p:bold r:id="rId19"/>
    </p:embeddedFont>
    <p:embeddedFont>
      <p:font typeface="Poppins ExtraBold" panose="00000900000000000000" pitchFamily="2" charset="0"/>
      <p:bold r:id="rId20"/>
      <p:boldItalic r:id="rId21"/>
    </p:embeddedFont>
    <p:embeddedFont>
      <p:font typeface="Traditional Arabic" panose="02020603050405020304" pitchFamily="18" charset="-78"/>
      <p:regular r:id="rId22"/>
      <p:bold r:id="rId23"/>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372"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08:14:49.945"/>
    </inkml:context>
    <inkml:brush xml:id="br0">
      <inkml:brushProperty name="width" value="0.035" units="cm"/>
      <inkml:brushProperty name="height" value="0.035" units="cm"/>
      <inkml:brushProperty name="ignorePressure" value="1"/>
    </inkml:brush>
  </inkml:definitions>
  <inkml:trace contextRef="#ctx0" brushRef="#br0">45 44,'-4'-4,"-6"-6,-5-5,0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08:15:51.245"/>
    </inkml:context>
    <inkml:brush xml:id="br0">
      <inkml:brushProperty name="width" value="0.035" units="cm"/>
      <inkml:brushProperty name="height" value="0.035" units="cm"/>
      <inkml:brushProperty name="ignorePressure" value="1"/>
    </inkml:brush>
  </inkml:definitions>
  <inkml:trace contextRef="#ctx0" brushRef="#br0">0 0,'0'13460,"0"-13406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20.400"/>
    </inkml:context>
    <inkml:brush xml:id="br0">
      <inkml:brushProperty name="width" value="0.035" units="cm"/>
      <inkml:brushProperty name="height" value="0.035" units="cm"/>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26.991"/>
    </inkml:context>
    <inkml:brush xml:id="br0">
      <inkml:brushProperty name="width" value="0.035" units="cm"/>
      <inkml:brushProperty name="height" value="0.035" units="cm"/>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27.685"/>
    </inkml:context>
    <inkml:brush xml:id="br0">
      <inkml:brushProperty name="width" value="0.035" units="cm"/>
      <inkml:brushProperty name="height" value="0.035" units="cm"/>
    </inkml:brush>
  </inkml:definitions>
  <inkml:trace contextRef="#ctx0" brushRef="#br0">7794 1 24575,'-1'1'0,"1"1"0,0-1 0,-1 1 0,1-1 0,-1 1 0,0-1 0,1 1 0,-1-1 0,0 0 0,0 1 0,0-1 0,0 0 0,0 0 0,0 0 0,0 0 0,0 0 0,0 0 0,-3 2 0,-5 4 0,-40 36 0,-107 70 0,-77 27 0,210-126 0,-818 430-431,412-225-12,266-134 487,-734 394-201,32 52 178,713-429 462,-308 154 0,-64 7-483,48-22 0,-471 155 0,329-155 0,27 46 0,289-133-1365,261-134-5461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28.815"/>
    </inkml:context>
    <inkml:brush xml:id="br0">
      <inkml:brushProperty name="width" value="0.035" units="cm"/>
      <inkml:brushProperty name="height" value="0.035" units="cm"/>
    </inkml:brush>
  </inkml:definitions>
  <inkml:trace contextRef="#ctx0" brushRef="#br0">1 1 24575,'3'106'0,"4"0"0,6-1 0,3 0 0,6-1 0,4-1 0,4-1 0,5-2 0,4-1 0,5-2 0,73 122 0,68 75 0,402 489 0,-550-740 0,2-2 0,51 43 0,-78-74 0,-1 2 0,0-1 0,13 21 0,-16-20 0,2-1 0,-1 1 0,2-1 0,11 10 0,0-5-273,-1 1 0,-1 2 0,0 0 0,25 31 0,-25-18-6553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32.163"/>
    </inkml:context>
    <inkml:brush xml:id="br0">
      <inkml:brushProperty name="width" value="0.035" units="cm"/>
      <inkml:brushProperty name="height" value="0.035" units="cm"/>
    </inkml:brush>
  </inkml:definitions>
  <inkml:trace contextRef="#ctx0" brushRef="#br0">2283 0 24575,'2'3'0,"0"0"0,0-1 0,0 1 0,0 0 0,-1 0 0,0 0 0,1 0 0,-1 0 0,0 0 0,-1 1 0,1-1 0,-1 0 0,1 0 0,-1 1 0,0 3 0,-6 56 0,-6-17 0,-2-2 0,-2 0 0,-2-1 0,-2 0 0,-28 45 0,-365 590-912,73-131 257,-132 373-37,51 30-458,196-432 826,-65 192 138,284-698-4086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32.582"/>
    </inkml:context>
    <inkml:brush xml:id="br0">
      <inkml:brushProperty name="width" value="0.035" units="cm"/>
      <inkml:brushProperty name="height" value="0.035" units="cm"/>
    </inkml:brush>
  </inkml:definitions>
  <inkml:trace contextRef="#ctx0" brushRef="#br0">0 0 24575,'7'0'0,"22"42"0,55 74 0,61 59 0,60 62 0,44 38-1844,41 21 1844,13-20 0,-12-22 0,-13-28 0,-28-30 0,-34-29 0,-42-29 382,-28-31-382,-34-27 0,-34-27-6729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33.046"/>
    </inkml:context>
    <inkml:brush xml:id="br0">
      <inkml:brushProperty name="width" value="0.035" units="cm"/>
      <inkml:brushProperty name="height" value="0.035" units="cm"/>
    </inkml:brush>
  </inkml:definitions>
  <inkml:trace contextRef="#ctx0" brushRef="#br0">1754 0 24575,'-48'75'0,"-64"129"0,-54 103 0,-39 83-4235,-27 44 4235,6 2 0,20-25 0,19-41 0,34-56 0,42-67 500,41-63-500,32-62-4456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33.494"/>
    </inkml:context>
    <inkml:brush xml:id="br0">
      <inkml:brushProperty name="width" value="0.035" units="cm"/>
      <inkml:brushProperty name="height" value="0.035" units="cm"/>
    </inkml:brush>
  </inkml:definitions>
  <inkml:trace contextRef="#ctx0" brushRef="#br0">1 0 24575,'6'2'0,"0"-1"0,0 1 0,0 0 0,0 0 0,0 1 0,0 0 0,0 0 0,-1 0 0,0 1 0,0 0 0,0 0 0,8 7 0,12 10 0,893 620-341,38-42-177,-779-496 549,336 188 654,-375-219-511,94 51-1570,-139-68-5430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8:01.739"/>
    </inkml:context>
    <inkml:brush xml:id="br0">
      <inkml:brushProperty name="width" value="0.035" units="cm"/>
      <inkml:brushProperty name="height" value="0.035" units="cm"/>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8:02.639"/>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tabLst>
                <a:tab pos="0" algn="l"/>
              </a:tabLst>
            </a:pPr>
            <a:r>
              <a:rPr lang="en-US" sz="4400" b="0" u="none" strike="noStrike">
                <a:solidFill>
                  <a:schemeClr val="dk1"/>
                </a:solidFill>
                <a:effectLst/>
                <a:uFillTx/>
                <a:latin typeface="Calibri Light"/>
              </a:rPr>
              <a:t>Click to move the slide</a:t>
            </a:r>
          </a:p>
        </p:txBody>
      </p:sp>
      <p:sp>
        <p:nvSpPr>
          <p:cNvPr id="5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5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5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5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5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AEEA99-DA1C-4EBE-988E-5A4243E45BA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noRot="1" noChangeAspect="1"/>
          </p:cNvSpPr>
          <p:nvPr>
            <p:ph type="sldImg"/>
          </p:nvPr>
        </p:nvSpPr>
        <p:spPr>
          <a:xfrm>
            <a:off x="685800" y="1143000"/>
            <a:ext cx="5484813" cy="3084513"/>
          </a:xfrm>
          <a:prstGeom prst="rect">
            <a:avLst/>
          </a:prstGeom>
          <a:ln w="0">
            <a:noFill/>
          </a:ln>
        </p:spPr>
      </p:sp>
      <p:sp>
        <p:nvSpPr>
          <p:cNvPr id="19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95" name="PlaceHolder 3"/>
          <p:cNvSpPr>
            <a:spLocks noGrp="1"/>
          </p:cNvSpPr>
          <p:nvPr>
            <p:ph type="sldNum" idx="4"/>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2D40183-00D3-46C2-8AE0-7E11F5D829F4}" type="slidenum">
              <a:rPr lang="en-US"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noRot="1" noChangeAspect="1"/>
          </p:cNvSpPr>
          <p:nvPr>
            <p:ph type="sldImg"/>
          </p:nvPr>
        </p:nvSpPr>
        <p:spPr>
          <a:xfrm>
            <a:off x="685800" y="1143000"/>
            <a:ext cx="5484813" cy="3084513"/>
          </a:xfrm>
          <a:prstGeom prst="rect">
            <a:avLst/>
          </a:prstGeom>
          <a:ln w="0">
            <a:noFill/>
          </a:ln>
        </p:spPr>
      </p:sp>
      <p:sp>
        <p:nvSpPr>
          <p:cNvPr id="19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98" name="PlaceHolder 3"/>
          <p:cNvSpPr>
            <a:spLocks noGrp="1"/>
          </p:cNvSpPr>
          <p:nvPr>
            <p:ph type="sldNum" idx="5"/>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35B1FF0-EB22-4AB4-BB5F-85F3258E4DF9}"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noRot="1" noChangeAspect="1"/>
          </p:cNvSpPr>
          <p:nvPr>
            <p:ph type="sldImg"/>
          </p:nvPr>
        </p:nvSpPr>
        <p:spPr>
          <a:xfrm>
            <a:off x="685800" y="1143000"/>
            <a:ext cx="5484240" cy="3084120"/>
          </a:xfrm>
          <a:prstGeom prst="rect">
            <a:avLst/>
          </a:prstGeom>
          <a:ln w="0">
            <a:noFill/>
          </a:ln>
        </p:spPr>
      </p:sp>
      <p:sp>
        <p:nvSpPr>
          <p:cNvPr id="20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01" name="PlaceHolder 3"/>
          <p:cNvSpPr>
            <a:spLocks noGrp="1"/>
          </p:cNvSpPr>
          <p:nvPr>
            <p:ph type="sldNum" idx="6"/>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284D632-24D0-4AF1-86C9-F87E76BBCD8F}"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noRot="1" noChangeAspect="1"/>
          </p:cNvSpPr>
          <p:nvPr>
            <p:ph type="sldImg"/>
          </p:nvPr>
        </p:nvSpPr>
        <p:spPr>
          <a:xfrm>
            <a:off x="685800" y="1143000"/>
            <a:ext cx="5484813" cy="3084513"/>
          </a:xfrm>
          <a:prstGeom prst="rect">
            <a:avLst/>
          </a:prstGeom>
          <a:ln w="0">
            <a:noFill/>
          </a:ln>
        </p:spPr>
      </p:sp>
      <p:sp>
        <p:nvSpPr>
          <p:cNvPr id="20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04" name="PlaceHolder 3"/>
          <p:cNvSpPr>
            <a:spLocks noGrp="1"/>
          </p:cNvSpPr>
          <p:nvPr>
            <p:ph type="sldNum" idx="7"/>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F75B270-6503-462C-BD7A-2225393D3772}"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noRot="1" noChangeAspect="1"/>
          </p:cNvSpPr>
          <p:nvPr>
            <p:ph type="sldImg"/>
          </p:nvPr>
        </p:nvSpPr>
        <p:spPr>
          <a:xfrm>
            <a:off x="685800" y="1143000"/>
            <a:ext cx="5484813" cy="3084513"/>
          </a:xfrm>
          <a:prstGeom prst="rect">
            <a:avLst/>
          </a:prstGeom>
          <a:ln w="0">
            <a:noFill/>
          </a:ln>
        </p:spPr>
      </p:sp>
      <p:sp>
        <p:nvSpPr>
          <p:cNvPr id="20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07" name="PlaceHolder 3"/>
          <p:cNvSpPr>
            <a:spLocks noGrp="1"/>
          </p:cNvSpPr>
          <p:nvPr>
            <p:ph type="sldNum" idx="8"/>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2840258-9AAA-4C6F-8F4A-E8DF3F847EC8}"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685800" y="1143000"/>
            <a:ext cx="5484813" cy="3084513"/>
          </a:xfrm>
          <a:prstGeom prst="rect">
            <a:avLst/>
          </a:prstGeom>
          <a:ln w="0">
            <a:noFill/>
          </a:ln>
        </p:spPr>
      </p:sp>
      <p:sp>
        <p:nvSpPr>
          <p:cNvPr id="20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10" name="PlaceHolder 3"/>
          <p:cNvSpPr>
            <a:spLocks noGrp="1"/>
          </p:cNvSpPr>
          <p:nvPr>
            <p:ph type="sldNum" idx="9"/>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E360A03-5560-430B-9032-55683D5454BF}"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noRot="1" noChangeAspect="1"/>
          </p:cNvSpPr>
          <p:nvPr>
            <p:ph type="sldImg"/>
          </p:nvPr>
        </p:nvSpPr>
        <p:spPr>
          <a:xfrm>
            <a:off x="685800" y="1143000"/>
            <a:ext cx="5484813" cy="3084513"/>
          </a:xfrm>
          <a:prstGeom prst="rect">
            <a:avLst/>
          </a:prstGeom>
          <a:ln w="0">
            <a:noFill/>
          </a:ln>
        </p:spPr>
      </p:sp>
      <p:sp>
        <p:nvSpPr>
          <p:cNvPr id="21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13" name="PlaceHolder 3"/>
          <p:cNvSpPr>
            <a:spLocks noGrp="1"/>
          </p:cNvSpPr>
          <p:nvPr>
            <p:ph type="sldNum" idx="10"/>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D69DC4C-E56F-4889-8F2B-891BD108EC59}"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noRot="1" noChangeAspect="1"/>
          </p:cNvSpPr>
          <p:nvPr>
            <p:ph type="sldImg"/>
          </p:nvPr>
        </p:nvSpPr>
        <p:spPr>
          <a:xfrm>
            <a:off x="685800" y="1143000"/>
            <a:ext cx="5484240" cy="3084120"/>
          </a:xfrm>
          <a:prstGeom prst="rect">
            <a:avLst/>
          </a:prstGeom>
          <a:ln w="0">
            <a:noFill/>
          </a:ln>
        </p:spPr>
      </p:sp>
      <p:sp>
        <p:nvSpPr>
          <p:cNvPr id="21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19" name="PlaceHolder 3"/>
          <p:cNvSpPr>
            <a:spLocks noGrp="1"/>
          </p:cNvSpPr>
          <p:nvPr>
            <p:ph type="sldNum" idx="12"/>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49A454C-0B26-4BC5-8FCD-32E68941D4E8}"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lide 5 master">
    <p:spTree>
      <p:nvGrpSpPr>
        <p:cNvPr id="1" name=""/>
        <p:cNvGrpSpPr/>
        <p:nvPr/>
      </p:nvGrpSpPr>
      <p:grpSpPr>
        <a:xfrm>
          <a:off x="0" y="0"/>
          <a:ext cx="0" cy="0"/>
          <a:chOff x="0" y="0"/>
          <a:chExt cx="0" cy="0"/>
        </a:xfrm>
      </p:grpSpPr>
      <p:sp>
        <p:nvSpPr>
          <p:cNvPr id="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lide 6 master">
    <p:spTree>
      <p:nvGrpSpPr>
        <p:cNvPr id="1" name=""/>
        <p:cNvGrpSpPr/>
        <p:nvPr/>
      </p:nvGrpSpPr>
      <p:grpSpPr>
        <a:xfrm>
          <a:off x="0" y="0"/>
          <a:ext cx="0" cy="0"/>
          <a:chOff x="0" y="0"/>
          <a:chExt cx="0" cy="0"/>
        </a:xfrm>
      </p:grpSpPr>
      <p:sp>
        <p:nvSpPr>
          <p:cNvPr id="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1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1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lide 7 master">
    <p:spTree>
      <p:nvGrpSpPr>
        <p:cNvPr id="1" name=""/>
        <p:cNvGrpSpPr/>
        <p:nvPr/>
      </p:nvGrpSpPr>
      <p:grpSpPr>
        <a:xfrm>
          <a:off x="0" y="0"/>
          <a:ext cx="0" cy="0"/>
          <a:chOff x="0" y="0"/>
          <a:chExt cx="0" cy="0"/>
        </a:xfrm>
      </p:grpSpPr>
      <p:sp>
        <p:nvSpPr>
          <p:cNvPr id="1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1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1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lide 8 master">
    <p:spTree>
      <p:nvGrpSpPr>
        <p:cNvPr id="1" name=""/>
        <p:cNvGrpSpPr/>
        <p:nvPr/>
      </p:nvGrpSpPr>
      <p:grpSpPr>
        <a:xfrm>
          <a:off x="0" y="0"/>
          <a:ext cx="0" cy="0"/>
          <a:chOff x="0" y="0"/>
          <a:chExt cx="0" cy="0"/>
        </a:xfrm>
      </p:grpSpPr>
      <p:sp>
        <p:nvSpPr>
          <p:cNvPr id="1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2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2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lide 9 master">
    <p:spTree>
      <p:nvGrpSpPr>
        <p:cNvPr id="1" name=""/>
        <p:cNvGrpSpPr/>
        <p:nvPr/>
      </p:nvGrpSpPr>
      <p:grpSpPr>
        <a:xfrm>
          <a:off x="0" y="0"/>
          <a:ext cx="0" cy="0"/>
          <a:chOff x="0" y="0"/>
          <a:chExt cx="0" cy="0"/>
        </a:xfrm>
      </p:grpSpPr>
      <p:sp>
        <p:nvSpPr>
          <p:cNvPr id="2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2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2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lide 10 master">
    <p:spTree>
      <p:nvGrpSpPr>
        <p:cNvPr id="1" name=""/>
        <p:cNvGrpSpPr/>
        <p:nvPr/>
      </p:nvGrpSpPr>
      <p:grpSpPr>
        <a:xfrm>
          <a:off x="0" y="0"/>
          <a:ext cx="0" cy="0"/>
          <a:chOff x="0" y="0"/>
          <a:chExt cx="0" cy="0"/>
        </a:xfrm>
      </p:grpSpPr>
      <p:sp>
        <p:nvSpPr>
          <p:cNvPr id="2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3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3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lide 1 master">
    <p:spTree>
      <p:nvGrpSpPr>
        <p:cNvPr id="1" name=""/>
        <p:cNvGrpSpPr/>
        <p:nvPr/>
      </p:nvGrpSpPr>
      <p:grpSpPr>
        <a:xfrm>
          <a:off x="0" y="0"/>
          <a:ext cx="0" cy="0"/>
          <a:chOff x="0" y="0"/>
          <a:chExt cx="0" cy="0"/>
        </a:xfrm>
      </p:grpSpPr>
      <p:sp>
        <p:nvSpPr>
          <p:cNvPr id="3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3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3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lide 2 master">
    <p:spTree>
      <p:nvGrpSpPr>
        <p:cNvPr id="1" name=""/>
        <p:cNvGrpSpPr/>
        <p:nvPr/>
      </p:nvGrpSpPr>
      <p:grpSpPr>
        <a:xfrm>
          <a:off x="0" y="0"/>
          <a:ext cx="0" cy="0"/>
          <a:chOff x="0" y="0"/>
          <a:chExt cx="0" cy="0"/>
        </a:xfrm>
      </p:grpSpPr>
      <p:sp>
        <p:nvSpPr>
          <p:cNvPr id="3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4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4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lide 3 master">
    <p:spTree>
      <p:nvGrpSpPr>
        <p:cNvPr id="1" name=""/>
        <p:cNvGrpSpPr/>
        <p:nvPr/>
      </p:nvGrpSpPr>
      <p:grpSpPr>
        <a:xfrm>
          <a:off x="0" y="0"/>
          <a:ext cx="0" cy="0"/>
          <a:chOff x="0" y="0"/>
          <a:chExt cx="0" cy="0"/>
        </a:xfrm>
      </p:grpSpPr>
      <p:sp>
        <p:nvSpPr>
          <p:cNvPr id="4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4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4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lide 4 master">
    <p:spTree>
      <p:nvGrpSpPr>
        <p:cNvPr id="1" name=""/>
        <p:cNvGrpSpPr/>
        <p:nvPr/>
      </p:nvGrpSpPr>
      <p:grpSpPr>
        <a:xfrm>
          <a:off x="0" y="0"/>
          <a:ext cx="0" cy="0"/>
          <a:chOff x="0" y="0"/>
          <a:chExt cx="0" cy="0"/>
        </a:xfrm>
      </p:grpSpPr>
      <p:sp>
        <p:nvSpPr>
          <p:cNvPr id="4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5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5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2.pn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customXml" Target="../ink/ink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4.sv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7.xml"/><Relationship Id="rId18" Type="http://schemas.openxmlformats.org/officeDocument/2006/relationships/image" Target="../media/image26.png"/><Relationship Id="rId3" Type="http://schemas.openxmlformats.org/officeDocument/2006/relationships/image" Target="../media/image20.png"/><Relationship Id="rId21" Type="http://schemas.openxmlformats.org/officeDocument/2006/relationships/customXml" Target="../ink/ink11.xml"/><Relationship Id="rId7" Type="http://schemas.openxmlformats.org/officeDocument/2006/relationships/image" Target="../media/image21.png"/><Relationship Id="rId12" Type="http://schemas.openxmlformats.org/officeDocument/2006/relationships/image" Target="../media/image23.png"/><Relationship Id="rId17" Type="http://schemas.openxmlformats.org/officeDocument/2006/relationships/customXml" Target="../ink/ink9.xml"/><Relationship Id="rId2" Type="http://schemas.openxmlformats.org/officeDocument/2006/relationships/image" Target="../media/image19.png"/><Relationship Id="rId16" Type="http://schemas.openxmlformats.org/officeDocument/2006/relationships/image" Target="../media/image25.png"/><Relationship Id="rId20"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customXml" Target="../ink/ink3.xml"/><Relationship Id="rId11" Type="http://schemas.openxmlformats.org/officeDocument/2006/relationships/customXml" Target="../ink/ink6.xml"/><Relationship Id="rId5" Type="http://schemas.openxmlformats.org/officeDocument/2006/relationships/image" Target="../media/image3.png"/><Relationship Id="rId15" Type="http://schemas.openxmlformats.org/officeDocument/2006/relationships/customXml" Target="../ink/ink8.xml"/><Relationship Id="rId10" Type="http://schemas.openxmlformats.org/officeDocument/2006/relationships/image" Target="../media/image22.png"/><Relationship Id="rId19" Type="http://schemas.openxmlformats.org/officeDocument/2006/relationships/customXml" Target="../ink/ink10.xml"/><Relationship Id="rId4" Type="http://schemas.openxmlformats.org/officeDocument/2006/relationships/image" Target="../media/image2.png"/><Relationship Id="rId9" Type="http://schemas.openxmlformats.org/officeDocument/2006/relationships/customXml" Target="../ink/ink5.xml"/><Relationship Id="rId14" Type="http://schemas.openxmlformats.org/officeDocument/2006/relationships/image" Target="../media/image24.png"/><Relationship Id="rId22" Type="http://schemas.openxmlformats.org/officeDocument/2006/relationships/customXml" Target="../ink/ink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14"/>
          <p:cNvSpPr/>
          <p:nvPr/>
        </p:nvSpPr>
        <p:spPr>
          <a:xfrm>
            <a:off x="5220000" y="1080000"/>
            <a:ext cx="4645440" cy="609480"/>
          </a:xfrm>
          <a:prstGeom prst="rect">
            <a:avLst/>
          </a:prstGeom>
          <a:noFill/>
          <a:ln w="0">
            <a:solidFill>
              <a:srgbClr val="B5B5B5"/>
            </a:solidFill>
            <a:prstDash val="dash"/>
          </a:ln>
        </p:spPr>
        <p:style>
          <a:lnRef idx="0">
            <a:scrgbClr r="0" g="0" b="0"/>
          </a:lnRef>
          <a:fillRef idx="0">
            <a:scrgbClr r="0" g="0" b="0"/>
          </a:fillRef>
          <a:effectRef idx="0">
            <a:scrgbClr r="0" g="0" b="0"/>
          </a:effectRef>
          <a:fontRef idx="minor"/>
        </p:style>
        <p:txBody>
          <a:bodyPr lIns="0" tIns="0" rIns="0" bIns="0" anchor="t">
            <a:spAutoFit/>
          </a:bodyPr>
          <a:lstStyle/>
          <a:p>
            <a:pPr algn="ctr" defTabSz="914400" rtl="1">
              <a:lnSpc>
                <a:spcPct val="100000"/>
              </a:lnSpc>
            </a:pPr>
            <a:r>
              <a:rPr lang="en-US" sz="2000" b="1" u="none" strike="noStrike">
                <a:solidFill>
                  <a:srgbClr val="0048CD"/>
                </a:solidFill>
                <a:effectLst/>
                <a:uFillTx/>
                <a:latin typeface="Arial Rounded MT Bold"/>
                <a:ea typeface="DejaVu Sans"/>
              </a:rPr>
              <a:t>Information Technology and Digital Transformation </a:t>
            </a:r>
            <a:endParaRPr lang="en-US" sz="2000" b="0" u="none" strike="noStrike">
              <a:solidFill>
                <a:srgbClr val="000000"/>
              </a:solidFill>
              <a:effectLst/>
              <a:uFillTx/>
              <a:latin typeface="Arial"/>
            </a:endParaRPr>
          </a:p>
        </p:txBody>
      </p:sp>
      <p:sp>
        <p:nvSpPr>
          <p:cNvPr id="59" name="TextBox 2"/>
          <p:cNvSpPr/>
          <p:nvPr/>
        </p:nvSpPr>
        <p:spPr>
          <a:xfrm>
            <a:off x="2340000" y="2160000"/>
            <a:ext cx="10174320" cy="1095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ar-EG" sz="4800" b="1" u="none" strike="noStrike">
                <a:solidFill>
                  <a:srgbClr val="0048CD"/>
                </a:solidFill>
                <a:effectLst/>
                <a:uFillTx/>
                <a:latin typeface="Amiri"/>
                <a:cs typeface="Amiri"/>
              </a:rPr>
              <a:t>الادارة</a:t>
            </a:r>
            <a:r>
              <a:rPr lang="en-US" sz="4800" b="1" u="none" strike="noStrike">
                <a:solidFill>
                  <a:srgbClr val="0048CD"/>
                </a:solidFill>
                <a:effectLst/>
                <a:uFillTx/>
                <a:latin typeface="Amiri"/>
                <a:ea typeface="DejaVu Sans"/>
              </a:rPr>
              <a:t> العامة لتكنولوجيا المعلومات والتحول الرقمى </a:t>
            </a:r>
            <a:endParaRPr lang="en-US" sz="4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
        <p:nvSpPr>
          <p:cNvPr id="60" name="Text 13"/>
          <p:cNvSpPr/>
          <p:nvPr/>
        </p:nvSpPr>
        <p:spPr>
          <a:xfrm>
            <a:off x="3784680" y="5040000"/>
            <a:ext cx="7553520" cy="54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chorCtr="1">
            <a:noAutofit/>
          </a:bodyPr>
          <a:lstStyle/>
          <a:p>
            <a:pPr algn="ctr" rtl="1">
              <a:lnSpc>
                <a:spcPct val="150000"/>
              </a:lnSpc>
              <a:tabLst>
                <a:tab pos="0" algn="l"/>
              </a:tabLst>
            </a:pPr>
            <a:r>
              <a:rPr lang="ar-EG" sz="3200" b="0" u="none" strike="noStrike">
                <a:solidFill>
                  <a:srgbClr val="272525"/>
                </a:solidFill>
                <a:effectLst/>
                <a:uFillTx/>
                <a:latin typeface="Amiri"/>
                <a:cs typeface="Amiri"/>
              </a:rPr>
              <a:t>دراسة مقارنة شاملة تبرز التحسينات الاستراتيجية للموقع الإلكتروني الجديد وتأثيرها المباشر على تجربة المستخدم وجودة الخدمات الحكومية</a:t>
            </a:r>
            <a:endParaRPr lang="en-US" sz="3200" b="0" u="none" strike="noStrike">
              <a:solidFill>
                <a:srgbClr val="000000"/>
              </a:solidFill>
              <a:effectLst/>
              <a:uFillTx/>
              <a:latin typeface="Arial"/>
            </a:endParaRPr>
          </a:p>
        </p:txBody>
      </p:sp>
      <p:pic>
        <p:nvPicPr>
          <p:cNvPr id="61" name="Picture 9"/>
          <p:cNvPicPr/>
          <p:nvPr/>
        </p:nvPicPr>
        <p:blipFill>
          <a:blip r:embed="rId2"/>
          <a:stretch/>
        </p:blipFill>
        <p:spPr>
          <a:xfrm>
            <a:off x="13257360" y="187560"/>
            <a:ext cx="780840" cy="710640"/>
          </a:xfrm>
          <a:prstGeom prst="rect">
            <a:avLst/>
          </a:prstGeom>
          <a:noFill/>
          <a:ln w="0">
            <a:noFill/>
          </a:ln>
        </p:spPr>
      </p:pic>
      <p:pic>
        <p:nvPicPr>
          <p:cNvPr id="62" name="Picture 11"/>
          <p:cNvPicPr/>
          <p:nvPr/>
        </p:nvPicPr>
        <p:blipFill>
          <a:blip r:embed="rId3"/>
          <a:stretch/>
        </p:blipFill>
        <p:spPr>
          <a:xfrm>
            <a:off x="313200" y="257040"/>
            <a:ext cx="1045080" cy="743400"/>
          </a:xfrm>
          <a:prstGeom prst="rect">
            <a:avLst/>
          </a:prstGeom>
          <a:noFill/>
          <a:ln w="0">
            <a:noFill/>
          </a:ln>
        </p:spPr>
      </p:pic>
      <p:sp>
        <p:nvSpPr>
          <p:cNvPr id="2" name="Rectangle: Rounded Corners 1">
            <a:extLst>
              <a:ext uri="{FF2B5EF4-FFF2-40B4-BE49-F238E27FC236}">
                <a16:creationId xmlns:a16="http://schemas.microsoft.com/office/drawing/2014/main" id="{6ED0697C-C4ED-B10C-4142-4A6FFA274858}"/>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0"/>
          <p:cNvSpPr/>
          <p:nvPr/>
        </p:nvSpPr>
        <p:spPr>
          <a:xfrm>
            <a:off x="8165880" y="3359520"/>
            <a:ext cx="566856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000" b="0" u="none" strike="noStrike">
                <a:solidFill>
                  <a:srgbClr val="355269"/>
                </a:solidFill>
                <a:effectLst/>
                <a:uFillTx/>
                <a:latin typeface="Amiri"/>
                <a:cs typeface="Amiri"/>
              </a:rPr>
              <a:t>نظرة عامة على التحول</a:t>
            </a:r>
            <a:endParaRPr lang="en-US" sz="4000" b="0" u="none" strike="noStrike">
              <a:solidFill>
                <a:srgbClr val="000000"/>
              </a:solidFill>
              <a:effectLst/>
              <a:uFillTx/>
              <a:latin typeface="Arial"/>
            </a:endParaRPr>
          </a:p>
        </p:txBody>
      </p:sp>
      <p:sp>
        <p:nvSpPr>
          <p:cNvPr id="64" name="Shape 1"/>
          <p:cNvSpPr/>
          <p:nvPr/>
        </p:nvSpPr>
        <p:spPr>
          <a:xfrm>
            <a:off x="9460080" y="4665960"/>
            <a:ext cx="4194360" cy="2937960"/>
          </a:xfrm>
          <a:prstGeom prst="roundRect">
            <a:avLst>
              <a:gd name="adj" fmla="val 115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 name="Shape 2"/>
          <p:cNvSpPr/>
          <p:nvPr/>
        </p:nvSpPr>
        <p:spPr>
          <a:xfrm>
            <a:off x="12749400" y="4892760"/>
            <a:ext cx="678240" cy="678240"/>
          </a:xfrm>
          <a:prstGeom prst="roundRect">
            <a:avLst>
              <a:gd name="adj" fmla="val 13436980"/>
            </a:avLst>
          </a:prstGeom>
          <a:solidFill>
            <a:srgbClr val="35526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6" name="Image 0" descr="preencoded.png"/>
          <p:cNvPicPr/>
          <p:nvPr/>
        </p:nvPicPr>
        <p:blipFill>
          <a:blip>
            <a:extLst>
              <a:ext uri="{96DAC541-7B7A-43D3-8B79-37D633B846F1}">
                <asvg:svgBlip xmlns:asvg="http://schemas.microsoft.com/office/drawing/2016/SVG/main" r:embed="rId3"/>
              </a:ext>
            </a:extLst>
          </a:blip>
          <a:stretch/>
        </p:blipFill>
        <p:spPr>
          <a:xfrm>
            <a:off x="12936600" y="5079960"/>
            <a:ext cx="303840" cy="303840"/>
          </a:xfrm>
          <a:prstGeom prst="rect">
            <a:avLst/>
          </a:prstGeom>
          <a:noFill/>
          <a:ln w="0">
            <a:noFill/>
          </a:ln>
        </p:spPr>
      </p:pic>
      <p:sp>
        <p:nvSpPr>
          <p:cNvPr id="67" name="Text 3"/>
          <p:cNvSpPr/>
          <p:nvPr/>
        </p:nvSpPr>
        <p:spPr>
          <a:xfrm>
            <a:off x="10594440" y="5799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المشكلة</a:t>
            </a:r>
            <a:endParaRPr lang="en-US" sz="2200" b="0" u="none" strike="noStrike">
              <a:solidFill>
                <a:srgbClr val="000000"/>
              </a:solidFill>
              <a:effectLst/>
              <a:uFillTx/>
              <a:latin typeface="Arial"/>
            </a:endParaRPr>
          </a:p>
        </p:txBody>
      </p:sp>
      <p:sp>
        <p:nvSpPr>
          <p:cNvPr id="68" name="Text 4"/>
          <p:cNvSpPr/>
          <p:nvPr/>
        </p:nvSpPr>
        <p:spPr>
          <a:xfrm>
            <a:off x="9687240" y="6290640"/>
            <a:ext cx="374040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موقع إلكتروني قديم يعاني من بطء في الأداء وتصميم غير متجاوب، مما أثر على تجربة المستخدم وانخفاض التفاعل</a:t>
            </a:r>
            <a:endParaRPr lang="en-US" sz="2000" b="0" u="none" strike="noStrike">
              <a:solidFill>
                <a:srgbClr val="000000"/>
              </a:solidFill>
              <a:effectLst/>
              <a:uFillTx/>
              <a:latin typeface="Arial"/>
            </a:endParaRPr>
          </a:p>
        </p:txBody>
      </p:sp>
      <p:sp>
        <p:nvSpPr>
          <p:cNvPr id="69" name="Shape 5"/>
          <p:cNvSpPr/>
          <p:nvPr/>
        </p:nvSpPr>
        <p:spPr>
          <a:xfrm>
            <a:off x="5037120" y="4665960"/>
            <a:ext cx="4194360" cy="2937960"/>
          </a:xfrm>
          <a:prstGeom prst="roundRect">
            <a:avLst>
              <a:gd name="adj" fmla="val 115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 name="Shape 6"/>
          <p:cNvSpPr/>
          <p:nvPr/>
        </p:nvSpPr>
        <p:spPr>
          <a:xfrm>
            <a:off x="8326080" y="4892760"/>
            <a:ext cx="678240" cy="678240"/>
          </a:xfrm>
          <a:prstGeom prst="roundRect">
            <a:avLst>
              <a:gd name="adj" fmla="val 13436980"/>
            </a:avLst>
          </a:prstGeom>
          <a:solidFill>
            <a:srgbClr val="35526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71" name="Image 1" descr="preencoded.png"/>
          <p:cNvPicPr/>
          <p:nvPr/>
        </p:nvPicPr>
        <p:blipFill>
          <a:blip>
            <a:extLst>
              <a:ext uri="{96DAC541-7B7A-43D3-8B79-37D633B846F1}">
                <asvg:svgBlip xmlns:asvg="http://schemas.microsoft.com/office/drawing/2016/SVG/main" r:embed="rId4"/>
              </a:ext>
            </a:extLst>
          </a:blip>
          <a:stretch/>
        </p:blipFill>
        <p:spPr>
          <a:xfrm>
            <a:off x="8513280" y="5079960"/>
            <a:ext cx="303840" cy="303840"/>
          </a:xfrm>
          <a:prstGeom prst="rect">
            <a:avLst/>
          </a:prstGeom>
          <a:noFill/>
          <a:ln w="0">
            <a:noFill/>
          </a:ln>
        </p:spPr>
      </p:pic>
      <p:sp>
        <p:nvSpPr>
          <p:cNvPr id="72" name="Text 7"/>
          <p:cNvSpPr/>
          <p:nvPr/>
        </p:nvSpPr>
        <p:spPr>
          <a:xfrm>
            <a:off x="6171480" y="5799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الحل</a:t>
            </a:r>
            <a:endParaRPr lang="en-US" sz="2200" b="0" u="none" strike="noStrike">
              <a:solidFill>
                <a:srgbClr val="000000"/>
              </a:solidFill>
              <a:effectLst/>
              <a:uFillTx/>
              <a:latin typeface="Arial"/>
            </a:endParaRPr>
          </a:p>
        </p:txBody>
      </p:sp>
      <p:sp>
        <p:nvSpPr>
          <p:cNvPr id="73" name="Text 8"/>
          <p:cNvSpPr/>
          <p:nvPr/>
        </p:nvSpPr>
        <p:spPr>
          <a:xfrm>
            <a:off x="5263920" y="6290640"/>
            <a:ext cx="374040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إعادة تصميم شاملة باستخدام تقنيات حديثة، تحسين الأداء بنسبة </a:t>
            </a:r>
            <a:r>
              <a:rPr lang="en-US" sz="2000" b="0" u="none" strike="noStrike">
                <a:solidFill>
                  <a:srgbClr val="2C2821"/>
                </a:solidFill>
                <a:effectLst/>
                <a:uFillTx/>
                <a:latin typeface="Amiri"/>
                <a:ea typeface="Lora"/>
              </a:rPr>
              <a:t>66%، وتصميم تجربة مستخدم محسّنة بالكامل</a:t>
            </a:r>
            <a:endParaRPr lang="en-US" sz="2000" b="0" u="none" strike="noStrike">
              <a:solidFill>
                <a:srgbClr val="000000"/>
              </a:solidFill>
              <a:effectLst/>
              <a:uFillTx/>
              <a:latin typeface="Arial"/>
            </a:endParaRPr>
          </a:p>
        </p:txBody>
      </p:sp>
      <p:sp>
        <p:nvSpPr>
          <p:cNvPr id="74" name="Shape 9"/>
          <p:cNvSpPr/>
          <p:nvPr/>
        </p:nvSpPr>
        <p:spPr>
          <a:xfrm>
            <a:off x="613800" y="4665960"/>
            <a:ext cx="4194360" cy="2937960"/>
          </a:xfrm>
          <a:prstGeom prst="roundRect">
            <a:avLst>
              <a:gd name="adj" fmla="val 115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 name="Shape 10"/>
          <p:cNvSpPr/>
          <p:nvPr/>
        </p:nvSpPr>
        <p:spPr>
          <a:xfrm>
            <a:off x="3903120" y="4892760"/>
            <a:ext cx="678240" cy="678240"/>
          </a:xfrm>
          <a:prstGeom prst="roundRect">
            <a:avLst>
              <a:gd name="adj" fmla="val 13436980"/>
            </a:avLst>
          </a:prstGeom>
          <a:solidFill>
            <a:srgbClr val="35526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76" name="Image 2" descr="preencoded.png"/>
          <p:cNvPicPr/>
          <p:nvPr/>
        </p:nvPicPr>
        <p:blipFill>
          <a:blip>
            <a:extLst>
              <a:ext uri="{96DAC541-7B7A-43D3-8B79-37D633B846F1}">
                <asvg:svgBlip xmlns:asvg="http://schemas.microsoft.com/office/drawing/2016/SVG/main" r:embed="rId5"/>
              </a:ext>
            </a:extLst>
          </a:blip>
          <a:stretch/>
        </p:blipFill>
        <p:spPr>
          <a:xfrm>
            <a:off x="4090320" y="5079960"/>
            <a:ext cx="303840" cy="303840"/>
          </a:xfrm>
          <a:prstGeom prst="rect">
            <a:avLst/>
          </a:prstGeom>
          <a:noFill/>
          <a:ln w="0">
            <a:noFill/>
          </a:ln>
        </p:spPr>
      </p:pic>
      <p:sp>
        <p:nvSpPr>
          <p:cNvPr id="77" name="Text 11"/>
          <p:cNvSpPr/>
          <p:nvPr/>
        </p:nvSpPr>
        <p:spPr>
          <a:xfrm>
            <a:off x="1748160" y="5799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النتيجة</a:t>
            </a:r>
            <a:endParaRPr lang="en-US" sz="2200" b="0" u="none" strike="noStrike">
              <a:solidFill>
                <a:srgbClr val="000000"/>
              </a:solidFill>
              <a:effectLst/>
              <a:uFillTx/>
              <a:latin typeface="Arial"/>
            </a:endParaRPr>
          </a:p>
        </p:txBody>
      </p:sp>
      <p:sp>
        <p:nvSpPr>
          <p:cNvPr id="78" name="Text 12"/>
          <p:cNvSpPr/>
          <p:nvPr/>
        </p:nvSpPr>
        <p:spPr>
          <a:xfrm>
            <a:off x="840600" y="6290640"/>
            <a:ext cx="374040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تحسن في التفاعل، زيادة في كفاءة الخدمات، وتحسين الصورة الذهنية للمؤسسة</a:t>
            </a:r>
            <a:endParaRPr lang="en-US" sz="2000" b="0" u="none" strike="noStrike">
              <a:solidFill>
                <a:srgbClr val="000000"/>
              </a:solidFill>
              <a:effectLst/>
              <a:uFillTx/>
              <a:latin typeface="Arial"/>
            </a:endParaRPr>
          </a:p>
        </p:txBody>
      </p:sp>
      <p:sp>
        <p:nvSpPr>
          <p:cNvPr id="79" name="TextBox 1"/>
          <p:cNvSpPr/>
          <p:nvPr/>
        </p:nvSpPr>
        <p:spPr>
          <a:xfrm>
            <a:off x="5220000" y="1080000"/>
            <a:ext cx="4645440" cy="609480"/>
          </a:xfrm>
          <a:prstGeom prst="rect">
            <a:avLst/>
          </a:prstGeom>
          <a:noFill/>
          <a:ln w="0">
            <a:solidFill>
              <a:srgbClr val="B5B5B5"/>
            </a:solidFill>
            <a:prstDash val="dash"/>
          </a:ln>
        </p:spPr>
        <p:style>
          <a:lnRef idx="0">
            <a:scrgbClr r="0" g="0" b="0"/>
          </a:lnRef>
          <a:fillRef idx="0">
            <a:scrgbClr r="0" g="0" b="0"/>
          </a:fillRef>
          <a:effectRef idx="0">
            <a:scrgbClr r="0" g="0" b="0"/>
          </a:effectRef>
          <a:fontRef idx="minor"/>
        </p:style>
        <p:txBody>
          <a:bodyPr lIns="0" tIns="0" rIns="0" bIns="0" anchor="t">
            <a:spAutoFit/>
          </a:bodyPr>
          <a:lstStyle/>
          <a:p>
            <a:pPr algn="ctr" defTabSz="914400" rtl="1">
              <a:lnSpc>
                <a:spcPct val="100000"/>
              </a:lnSpc>
            </a:pPr>
            <a:r>
              <a:rPr lang="en-US" sz="2000" b="1" u="none" strike="noStrike">
                <a:solidFill>
                  <a:srgbClr val="0048CD"/>
                </a:solidFill>
                <a:effectLst/>
                <a:uFillTx/>
                <a:latin typeface="Arial Rounded MT Bold"/>
                <a:ea typeface="DejaVu Sans"/>
              </a:rPr>
              <a:t>Information Technology and Digital Transformation </a:t>
            </a:r>
            <a:endParaRPr lang="en-US" sz="2000" b="0" u="none" strike="noStrike">
              <a:solidFill>
                <a:srgbClr val="000000"/>
              </a:solidFill>
              <a:effectLst/>
              <a:uFillTx/>
              <a:latin typeface="Arial"/>
            </a:endParaRPr>
          </a:p>
        </p:txBody>
      </p:sp>
      <p:sp>
        <p:nvSpPr>
          <p:cNvPr id="80" name="TextBox 3"/>
          <p:cNvSpPr/>
          <p:nvPr/>
        </p:nvSpPr>
        <p:spPr>
          <a:xfrm>
            <a:off x="2196000" y="2160000"/>
            <a:ext cx="10174320" cy="1095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ar-EG" sz="4800" b="1" u="none" strike="noStrike">
                <a:solidFill>
                  <a:srgbClr val="0048CD"/>
                </a:solidFill>
                <a:effectLst/>
                <a:uFillTx/>
                <a:latin typeface="Amiri"/>
                <a:cs typeface="Amiri"/>
              </a:rPr>
              <a:t>الادارة</a:t>
            </a:r>
            <a:r>
              <a:rPr lang="en-US" sz="4800" b="1" u="none" strike="noStrike">
                <a:solidFill>
                  <a:srgbClr val="0048CD"/>
                </a:solidFill>
                <a:effectLst/>
                <a:uFillTx/>
                <a:latin typeface="Amiri"/>
                <a:ea typeface="DejaVu Sans"/>
              </a:rPr>
              <a:t> العامة لتكنولوجيا المعلومات والتحول الرقمى </a:t>
            </a:r>
            <a:endParaRPr lang="en-US" sz="4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81" name="Picture 1"/>
          <p:cNvPicPr/>
          <p:nvPr/>
        </p:nvPicPr>
        <p:blipFill>
          <a:blip r:embed="rId6"/>
          <a:stretch/>
        </p:blipFill>
        <p:spPr>
          <a:xfrm>
            <a:off x="13257360" y="187560"/>
            <a:ext cx="780840" cy="710640"/>
          </a:xfrm>
          <a:prstGeom prst="rect">
            <a:avLst/>
          </a:prstGeom>
          <a:noFill/>
          <a:ln w="0">
            <a:noFill/>
          </a:ln>
        </p:spPr>
      </p:pic>
      <p:pic>
        <p:nvPicPr>
          <p:cNvPr id="82" name="Picture 2"/>
          <p:cNvPicPr/>
          <p:nvPr/>
        </p:nvPicPr>
        <p:blipFill>
          <a:blip r:embed="rId7"/>
          <a:stretch/>
        </p:blipFill>
        <p:spPr>
          <a:xfrm>
            <a:off x="313200" y="257040"/>
            <a:ext cx="1045080" cy="743400"/>
          </a:xfrm>
          <a:prstGeom prst="rect">
            <a:avLst/>
          </a:prstGeom>
          <a:noFill/>
          <a:ln w="0">
            <a:noFill/>
          </a:ln>
        </p:spPr>
      </p:pic>
      <p:sp>
        <p:nvSpPr>
          <p:cNvPr id="2" name="Rectangle: Rounded Corners 1">
            <a:extLst>
              <a:ext uri="{FF2B5EF4-FFF2-40B4-BE49-F238E27FC236}">
                <a16:creationId xmlns:a16="http://schemas.microsoft.com/office/drawing/2014/main" id="{E0D6C9BB-F3CD-B973-FA0D-2320D643D7A4}"/>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Image 0" descr="preencoded.png"/>
          <p:cNvPicPr/>
          <p:nvPr/>
        </p:nvPicPr>
        <p:blipFill>
          <a:blip r:embed="rId3"/>
          <a:stretch/>
        </p:blipFill>
        <p:spPr>
          <a:xfrm>
            <a:off x="0" y="0"/>
            <a:ext cx="5484240" cy="8227440"/>
          </a:xfrm>
          <a:prstGeom prst="rect">
            <a:avLst/>
          </a:prstGeom>
          <a:noFill/>
          <a:ln w="0">
            <a:noFill/>
          </a:ln>
        </p:spPr>
      </p:pic>
      <p:sp>
        <p:nvSpPr>
          <p:cNvPr id="84" name="Text 0"/>
          <p:cNvSpPr/>
          <p:nvPr/>
        </p:nvSpPr>
        <p:spPr>
          <a:xfrm>
            <a:off x="7947360" y="767160"/>
            <a:ext cx="588708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التحديات في الموقع القديم</a:t>
            </a:r>
            <a:endParaRPr lang="en-US" sz="4450" b="0" u="none" strike="noStrike">
              <a:solidFill>
                <a:srgbClr val="000000"/>
              </a:solidFill>
              <a:effectLst/>
              <a:uFillTx/>
              <a:latin typeface="Arial"/>
            </a:endParaRPr>
          </a:p>
        </p:txBody>
      </p:sp>
      <p:sp>
        <p:nvSpPr>
          <p:cNvPr id="85" name="Shape 1"/>
          <p:cNvSpPr/>
          <p:nvPr/>
        </p:nvSpPr>
        <p:spPr>
          <a:xfrm>
            <a:off x="6280200" y="1816200"/>
            <a:ext cx="7554240" cy="1728720"/>
          </a:xfrm>
          <a:prstGeom prst="roundRect">
            <a:avLst>
              <a:gd name="adj" fmla="val 1966"/>
            </a:avLst>
          </a:prstGeom>
          <a:solidFill>
            <a:srgbClr val="FCFBF8"/>
          </a:solidFill>
          <a:ln w="3048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 name="Shape 2"/>
          <p:cNvSpPr/>
          <p:nvPr/>
        </p:nvSpPr>
        <p:spPr>
          <a:xfrm>
            <a:off x="6280200" y="1816200"/>
            <a:ext cx="119880" cy="1728720"/>
          </a:xfrm>
          <a:prstGeom prst="rect">
            <a:avLst/>
          </a:prstGeom>
          <a:solidFill>
            <a:srgbClr val="3465A4"/>
          </a:solidFill>
          <a:ln w="0">
            <a:noFill/>
          </a:ln>
        </p:spPr>
        <p:style>
          <a:lnRef idx="0">
            <a:scrgbClr r="0" g="0" b="0"/>
          </a:lnRef>
          <a:fillRef idx="0">
            <a:scrgbClr r="0" g="0" b="0"/>
          </a:fillRef>
          <a:effectRef idx="0">
            <a:scrgbClr r="0" g="0" b="0"/>
          </a:effectRef>
          <a:fontRef idx="minor"/>
        </p:style>
        <p:txBody>
          <a:bodyPr lIns="60120" tIns="45000" rIns="60120" bIns="45000" anchor="t">
            <a:noAutofit/>
          </a:bodyPr>
          <a:lstStyle/>
          <a:p>
            <a:endParaRPr lang="en-US" sz="1800" b="0" u="none" strike="noStrike">
              <a:solidFill>
                <a:srgbClr val="FFFFFF"/>
              </a:solidFill>
              <a:effectLst/>
              <a:uFillTx/>
              <a:latin typeface="Arial"/>
            </a:endParaRPr>
          </a:p>
        </p:txBody>
      </p:sp>
      <p:sp>
        <p:nvSpPr>
          <p:cNvPr id="87" name="Text 3"/>
          <p:cNvSpPr/>
          <p:nvPr/>
        </p:nvSpPr>
        <p:spPr>
          <a:xfrm>
            <a:off x="10652760" y="207360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600" b="0" u="none" strike="noStrike">
                <a:solidFill>
                  <a:srgbClr val="2C2821"/>
                </a:solidFill>
                <a:effectLst/>
                <a:uFillTx/>
                <a:latin typeface="Amiri"/>
                <a:cs typeface="Amiri"/>
              </a:rPr>
              <a:t>ضعف التصميم البصري</a:t>
            </a:r>
            <a:endParaRPr lang="en-US" sz="2600" b="0" u="none" strike="noStrike">
              <a:solidFill>
                <a:srgbClr val="000000"/>
              </a:solidFill>
              <a:effectLst/>
              <a:uFillTx/>
              <a:latin typeface="Arial"/>
            </a:endParaRPr>
          </a:p>
        </p:txBody>
      </p:sp>
      <p:sp>
        <p:nvSpPr>
          <p:cNvPr id="88" name="Text 4"/>
          <p:cNvSpPr/>
          <p:nvPr/>
        </p:nvSpPr>
        <p:spPr>
          <a:xfrm>
            <a:off x="6537600" y="2563920"/>
            <a:ext cx="69483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chorCtr="1">
            <a:noAutofit/>
          </a:bodyPr>
          <a:lstStyle/>
          <a:p>
            <a:pPr algn="r" rtl="1">
              <a:lnSpc>
                <a:spcPct val="115000"/>
              </a:lnSpc>
              <a:spcBef>
                <a:spcPts val="283"/>
              </a:spcBef>
              <a:spcAft>
                <a:spcPts val="283"/>
              </a:spcAft>
              <a:tabLst>
                <a:tab pos="0" algn="l"/>
              </a:tabLst>
            </a:pPr>
            <a:r>
              <a:rPr lang="ar-EG" sz="2000" b="0" u="none" strike="noStrike">
                <a:solidFill>
                  <a:srgbClr val="2C2821"/>
                </a:solidFill>
                <a:effectLst/>
                <a:uFillTx/>
                <a:latin typeface="Amiri"/>
                <a:cs typeface="Amiri"/>
              </a:rPr>
              <a:t>واجهة تقليدية تفتقر إلى التنظيم البصري الحديث، مما يصعّب على المستخدمين العثور على المعلومات بسرعة</a:t>
            </a:r>
            <a:endParaRPr lang="en-US" sz="2000" b="0" u="none" strike="noStrike">
              <a:solidFill>
                <a:srgbClr val="000000"/>
              </a:solidFill>
              <a:effectLst/>
              <a:uFillTx/>
              <a:latin typeface="Arial"/>
            </a:endParaRPr>
          </a:p>
        </p:txBody>
      </p:sp>
      <p:sp>
        <p:nvSpPr>
          <p:cNvPr id="89" name="Shape 5"/>
          <p:cNvSpPr/>
          <p:nvPr/>
        </p:nvSpPr>
        <p:spPr>
          <a:xfrm>
            <a:off x="6280200" y="3773880"/>
            <a:ext cx="7554240" cy="1728720"/>
          </a:xfrm>
          <a:prstGeom prst="roundRect">
            <a:avLst>
              <a:gd name="adj" fmla="val 1966"/>
            </a:avLst>
          </a:prstGeom>
          <a:solidFill>
            <a:srgbClr val="FCFBF8"/>
          </a:solidFill>
          <a:ln w="3048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90" name="Shape 6"/>
          <p:cNvSpPr/>
          <p:nvPr/>
        </p:nvSpPr>
        <p:spPr>
          <a:xfrm>
            <a:off x="6280200" y="3773880"/>
            <a:ext cx="119880" cy="1728720"/>
          </a:xfrm>
          <a:prstGeom prst="rect">
            <a:avLst/>
          </a:prstGeom>
          <a:solidFill>
            <a:srgbClr val="3465A4"/>
          </a:solidFill>
          <a:ln w="0">
            <a:noFill/>
          </a:ln>
        </p:spPr>
        <p:style>
          <a:lnRef idx="0">
            <a:scrgbClr r="0" g="0" b="0"/>
          </a:lnRef>
          <a:fillRef idx="0">
            <a:scrgbClr r="0" g="0" b="0"/>
          </a:fillRef>
          <a:effectRef idx="0">
            <a:scrgbClr r="0" g="0" b="0"/>
          </a:effectRef>
          <a:fontRef idx="minor"/>
        </p:style>
        <p:txBody>
          <a:bodyPr lIns="60120" tIns="45000" rIns="60120" bIns="45000" anchor="t">
            <a:noAutofit/>
          </a:bodyPr>
          <a:lstStyle/>
          <a:p>
            <a:endParaRPr lang="en-US" sz="1800" b="0" u="none" strike="noStrike">
              <a:solidFill>
                <a:srgbClr val="FFFFFF"/>
              </a:solidFill>
              <a:effectLst/>
              <a:uFillTx/>
              <a:latin typeface="Arial"/>
            </a:endParaRPr>
          </a:p>
        </p:txBody>
      </p:sp>
      <p:sp>
        <p:nvSpPr>
          <p:cNvPr id="91" name="Text 7"/>
          <p:cNvSpPr/>
          <p:nvPr/>
        </p:nvSpPr>
        <p:spPr>
          <a:xfrm>
            <a:off x="10652760" y="403092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600" b="0" u="none" strike="noStrike">
                <a:solidFill>
                  <a:srgbClr val="2C2821"/>
                </a:solidFill>
                <a:effectLst/>
                <a:uFillTx/>
                <a:latin typeface="Amiri"/>
                <a:cs typeface="Amiri"/>
              </a:rPr>
              <a:t>بطء شديد في الأداء</a:t>
            </a:r>
            <a:endParaRPr lang="en-US" sz="2600" b="0" u="none" strike="noStrike">
              <a:solidFill>
                <a:srgbClr val="000000"/>
              </a:solidFill>
              <a:effectLst/>
              <a:uFillTx/>
              <a:latin typeface="Arial"/>
            </a:endParaRPr>
          </a:p>
        </p:txBody>
      </p:sp>
      <p:sp>
        <p:nvSpPr>
          <p:cNvPr id="92" name="Text 8"/>
          <p:cNvSpPr/>
          <p:nvPr/>
        </p:nvSpPr>
        <p:spPr>
          <a:xfrm>
            <a:off x="7669390" y="4384391"/>
            <a:ext cx="5919890" cy="1077218"/>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rtl="1">
              <a:lnSpc>
                <a:spcPct val="100000"/>
              </a:lnSpc>
              <a:spcBef>
                <a:spcPts val="283"/>
              </a:spcBef>
              <a:spcAft>
                <a:spcPts val="283"/>
              </a:spcAft>
              <a:tabLst>
                <a:tab pos="0" algn="l"/>
              </a:tabLst>
            </a:pPr>
            <a:r>
              <a:rPr lang="ar-EG" sz="2000" b="0" u="none" strike="noStrike" dirty="0">
                <a:solidFill>
                  <a:srgbClr val="2C2821"/>
                </a:solidFill>
                <a:effectLst/>
                <a:uFillTx/>
                <a:latin typeface="Amiri"/>
                <a:cs typeface="Amiri"/>
              </a:rPr>
              <a:t>زمن تحميل الصفحة يتراوح بين </a:t>
            </a:r>
            <a:r>
              <a:rPr lang="en-US" sz="2000" b="0" u="none" strike="noStrike" dirty="0">
                <a:solidFill>
                  <a:srgbClr val="2C2821"/>
                </a:solidFill>
                <a:effectLst/>
                <a:uFillTx/>
                <a:latin typeface="Amiri"/>
              </a:rPr>
              <a:t>3-5 </a:t>
            </a:r>
            <a:r>
              <a:rPr lang="en-US" sz="2000" b="0" u="none" strike="noStrike" dirty="0" err="1">
                <a:solidFill>
                  <a:srgbClr val="2C2821"/>
                </a:solidFill>
                <a:effectLst/>
                <a:uFillTx/>
                <a:latin typeface="Amiri"/>
              </a:rPr>
              <a:t>ثوانٍ</a:t>
            </a:r>
            <a:r>
              <a:rPr lang="en-US" sz="2000" b="0" u="none" strike="noStrike" dirty="0">
                <a:solidFill>
                  <a:srgbClr val="2C2821"/>
                </a:solidFill>
                <a:effectLst/>
                <a:uFillTx/>
                <a:latin typeface="Amiri"/>
              </a:rPr>
              <a:t>، </a:t>
            </a:r>
            <a:endParaRPr lang="en-US" sz="2000" b="0" u="none" strike="noStrike" dirty="0">
              <a:solidFill>
                <a:srgbClr val="000000"/>
              </a:solidFill>
              <a:effectLst/>
              <a:uFillTx/>
              <a:latin typeface="Arial"/>
            </a:endParaRPr>
          </a:p>
          <a:p>
            <a:pPr algn="r" rtl="1">
              <a:lnSpc>
                <a:spcPct val="100000"/>
              </a:lnSpc>
              <a:spcBef>
                <a:spcPts val="283"/>
              </a:spcBef>
              <a:spcAft>
                <a:spcPts val="283"/>
              </a:spcAft>
              <a:tabLst>
                <a:tab pos="0" algn="l"/>
              </a:tabLst>
            </a:pPr>
            <a:r>
              <a:rPr lang="ar-EG" sz="2000" b="0" u="none" strike="noStrike" dirty="0">
                <a:solidFill>
                  <a:srgbClr val="2C2821"/>
                </a:solidFill>
                <a:effectLst/>
                <a:uFillTx/>
                <a:latin typeface="Amiri"/>
                <a:cs typeface="Amiri"/>
              </a:rPr>
              <a:t>مما يؤدي إلى ارتفاع معدل الارتداد وانخفاض معدلات التحويل</a:t>
            </a:r>
          </a:p>
          <a:p>
            <a:pPr algn="r" rtl="1">
              <a:lnSpc>
                <a:spcPct val="100000"/>
              </a:lnSpc>
              <a:spcBef>
                <a:spcPts val="283"/>
              </a:spcBef>
              <a:spcAft>
                <a:spcPts val="283"/>
              </a:spcAft>
              <a:tabLst>
                <a:tab pos="0" algn="l"/>
              </a:tabLst>
            </a:pPr>
            <a:r>
              <a:rPr lang="ar-EG" sz="2000" dirty="0">
                <a:solidFill>
                  <a:srgbClr val="2C2821"/>
                </a:solidFill>
                <a:latin typeface="Amiri"/>
                <a:cs typeface="Amiri"/>
              </a:rPr>
              <a:t>استخدام صور غير محسنه بدقة عالية مما يؤثر بشكل ملحوظ على اداء الموقع</a:t>
            </a:r>
            <a:endParaRPr lang="en-US" sz="2000" b="0" u="none" strike="noStrike" dirty="0">
              <a:solidFill>
                <a:srgbClr val="000000"/>
              </a:solidFill>
              <a:effectLst/>
              <a:uFillTx/>
              <a:latin typeface="Arial"/>
            </a:endParaRPr>
          </a:p>
        </p:txBody>
      </p:sp>
      <p:sp>
        <p:nvSpPr>
          <p:cNvPr id="93" name="Shape 9"/>
          <p:cNvSpPr/>
          <p:nvPr/>
        </p:nvSpPr>
        <p:spPr>
          <a:xfrm>
            <a:off x="6280200" y="5731560"/>
            <a:ext cx="7554240" cy="1728720"/>
          </a:xfrm>
          <a:prstGeom prst="roundRect">
            <a:avLst>
              <a:gd name="adj" fmla="val 1966"/>
            </a:avLst>
          </a:prstGeom>
          <a:solidFill>
            <a:srgbClr val="FCFBF8"/>
          </a:solidFill>
          <a:ln w="3048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Shape 10"/>
          <p:cNvSpPr/>
          <p:nvPr/>
        </p:nvSpPr>
        <p:spPr>
          <a:xfrm>
            <a:off x="6280200" y="5731560"/>
            <a:ext cx="119880" cy="1728720"/>
          </a:xfrm>
          <a:prstGeom prst="rect">
            <a:avLst/>
          </a:prstGeom>
          <a:solidFill>
            <a:srgbClr val="3465A4"/>
          </a:solidFill>
          <a:ln w="0">
            <a:noFill/>
          </a:ln>
        </p:spPr>
        <p:style>
          <a:lnRef idx="0">
            <a:scrgbClr r="0" g="0" b="0"/>
          </a:lnRef>
          <a:fillRef idx="0">
            <a:scrgbClr r="0" g="0" b="0"/>
          </a:fillRef>
          <a:effectRef idx="0">
            <a:scrgbClr r="0" g="0" b="0"/>
          </a:effectRef>
          <a:fontRef idx="minor"/>
        </p:style>
        <p:txBody>
          <a:bodyPr lIns="60120" tIns="45000" rIns="60120" bIns="45000" anchor="t">
            <a:noAutofit/>
          </a:bodyPr>
          <a:lstStyle/>
          <a:p>
            <a:endParaRPr lang="en-US" sz="1800" b="0" u="none" strike="noStrike">
              <a:solidFill>
                <a:srgbClr val="FFFFFF"/>
              </a:solidFill>
              <a:effectLst/>
              <a:uFillTx/>
              <a:latin typeface="Arial"/>
            </a:endParaRPr>
          </a:p>
        </p:txBody>
      </p:sp>
      <p:sp>
        <p:nvSpPr>
          <p:cNvPr id="95" name="Text 11"/>
          <p:cNvSpPr/>
          <p:nvPr/>
        </p:nvSpPr>
        <p:spPr>
          <a:xfrm>
            <a:off x="10652760" y="598860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600" b="0" u="none" strike="noStrike">
                <a:solidFill>
                  <a:srgbClr val="2C2821"/>
                </a:solidFill>
                <a:effectLst/>
                <a:uFillTx/>
                <a:latin typeface="Amiri"/>
                <a:cs typeface="Amiri"/>
              </a:rPr>
              <a:t>عدم التوافق مع الموبايل</a:t>
            </a:r>
            <a:endParaRPr lang="en-US" sz="2600" b="0" u="none" strike="noStrike">
              <a:solidFill>
                <a:srgbClr val="000000"/>
              </a:solidFill>
              <a:effectLst/>
              <a:uFillTx/>
              <a:latin typeface="Arial"/>
            </a:endParaRPr>
          </a:p>
        </p:txBody>
      </p:sp>
      <p:sp>
        <p:nvSpPr>
          <p:cNvPr id="96" name="Text 12"/>
          <p:cNvSpPr/>
          <p:nvPr/>
        </p:nvSpPr>
        <p:spPr>
          <a:xfrm>
            <a:off x="6537600" y="6479280"/>
            <a:ext cx="69483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تصميم غير متجاوب يخلق تجربة سيئة للمستخدمين على الهواتف الذكية، التي تمثل </a:t>
            </a:r>
            <a:r>
              <a:rPr lang="en-US" sz="2000" b="0" u="none" strike="noStrike">
                <a:solidFill>
                  <a:srgbClr val="2C2821"/>
                </a:solidFill>
                <a:effectLst/>
                <a:uFillTx/>
                <a:latin typeface="Amiri"/>
                <a:ea typeface="Lora"/>
              </a:rPr>
              <a:t>60% من الزوار</a:t>
            </a:r>
            <a:endParaRPr lang="en-US" sz="2000" b="0" u="none" strike="noStrike">
              <a:solidFill>
                <a:srgbClr val="000000"/>
              </a:solidFill>
              <a:effectLst/>
              <a:uFillTx/>
              <a:latin typeface="Arial"/>
            </a:endParaRPr>
          </a:p>
        </p:txBody>
      </p:sp>
      <p:pic>
        <p:nvPicPr>
          <p:cNvPr id="97" name="Picture 22"/>
          <p:cNvPicPr/>
          <p:nvPr/>
        </p:nvPicPr>
        <p:blipFill>
          <a:blip r:embed="rId4"/>
          <a:stretch/>
        </p:blipFill>
        <p:spPr>
          <a:xfrm>
            <a:off x="13257360" y="187920"/>
            <a:ext cx="780840" cy="710640"/>
          </a:xfrm>
          <a:prstGeom prst="rect">
            <a:avLst/>
          </a:prstGeom>
          <a:noFill/>
          <a:ln w="0">
            <a:noFill/>
          </a:ln>
        </p:spPr>
      </p:pic>
      <p:pic>
        <p:nvPicPr>
          <p:cNvPr id="98" name="Picture 23"/>
          <p:cNvPicPr/>
          <p:nvPr/>
        </p:nvPicPr>
        <p:blipFill>
          <a:blip r:embed="rId5"/>
          <a:stretch/>
        </p:blipFill>
        <p:spPr>
          <a:xfrm>
            <a:off x="5785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1A2A1938-1196-39CA-8E82-7722D22A3D0C}"/>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Image 0" descr="preencoded.png"/>
          <p:cNvPicPr/>
          <p:nvPr/>
        </p:nvPicPr>
        <p:blipFill>
          <a:blip r:embed="rId3"/>
          <a:stretch/>
        </p:blipFill>
        <p:spPr>
          <a:xfrm>
            <a:off x="9144000" y="0"/>
            <a:ext cx="5484240" cy="8227440"/>
          </a:xfrm>
          <a:prstGeom prst="rect">
            <a:avLst/>
          </a:prstGeom>
          <a:noFill/>
          <a:ln w="0">
            <a:noFill/>
          </a:ln>
        </p:spPr>
      </p:pic>
      <p:sp>
        <p:nvSpPr>
          <p:cNvPr id="100" name="Text 0"/>
          <p:cNvSpPr/>
          <p:nvPr/>
        </p:nvSpPr>
        <p:spPr>
          <a:xfrm>
            <a:off x="793800" y="1707480"/>
            <a:ext cx="7554240" cy="141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المقارنة البصرية: التحول في الواجهة</a:t>
            </a:r>
            <a:endParaRPr lang="en-US" sz="4450" b="0" u="none" strike="noStrike">
              <a:solidFill>
                <a:srgbClr val="000000"/>
              </a:solidFill>
              <a:effectLst/>
              <a:uFillTx/>
              <a:latin typeface="Arial"/>
            </a:endParaRPr>
          </a:p>
        </p:txBody>
      </p:sp>
      <p:sp>
        <p:nvSpPr>
          <p:cNvPr id="101" name="Shape 1"/>
          <p:cNvSpPr/>
          <p:nvPr/>
        </p:nvSpPr>
        <p:spPr>
          <a:xfrm>
            <a:off x="7840080" y="3465000"/>
            <a:ext cx="508320" cy="508320"/>
          </a:xfrm>
          <a:prstGeom prst="roundRect">
            <a:avLst>
              <a:gd name="adj" fmla="val 666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 name="Text 2"/>
          <p:cNvSpPr/>
          <p:nvPr/>
        </p:nvSpPr>
        <p:spPr>
          <a:xfrm>
            <a:off x="7925040" y="3507480"/>
            <a:ext cx="338040" cy="423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650"/>
              </a:lnSpc>
              <a:tabLst>
                <a:tab pos="0" algn="l"/>
              </a:tabLst>
            </a:pPr>
            <a:r>
              <a:rPr lang="en-US" sz="2650" b="0" u="none" strike="noStrike">
                <a:solidFill>
                  <a:srgbClr val="2C2821"/>
                </a:solidFill>
                <a:effectLst/>
                <a:uFillTx/>
                <a:latin typeface="Alice"/>
                <a:ea typeface="Alice"/>
              </a:rPr>
              <a:t>1</a:t>
            </a:r>
            <a:endParaRPr lang="en-US" sz="2650" b="0" u="none" strike="noStrike">
              <a:solidFill>
                <a:srgbClr val="000000"/>
              </a:solidFill>
              <a:effectLst/>
              <a:uFillTx/>
              <a:latin typeface="Arial"/>
            </a:endParaRPr>
          </a:p>
        </p:txBody>
      </p:sp>
      <p:sp>
        <p:nvSpPr>
          <p:cNvPr id="103" name="Text 3"/>
          <p:cNvSpPr/>
          <p:nvPr/>
        </p:nvSpPr>
        <p:spPr>
          <a:xfrm>
            <a:off x="4777920" y="35431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2600" b="0" u="none" strike="noStrike">
                <a:solidFill>
                  <a:srgbClr val="000000"/>
                </a:solidFill>
                <a:effectLst/>
                <a:uFillTx/>
                <a:latin typeface="Amiri"/>
                <a:ea typeface="Alice"/>
              </a:rPr>
              <a:t>❌</a:t>
            </a:r>
            <a:r>
              <a:rPr lang="en-US" sz="2600" b="0" u="none" strike="noStrike">
                <a:solidFill>
                  <a:srgbClr val="2C2821"/>
                </a:solidFill>
                <a:effectLst/>
                <a:uFillTx/>
                <a:latin typeface="Amiri"/>
                <a:ea typeface="Alice"/>
              </a:rPr>
              <a:t> </a:t>
            </a:r>
            <a:r>
              <a:rPr lang="ar-EG" sz="3600" b="0" u="none" strike="noStrike">
                <a:solidFill>
                  <a:srgbClr val="000000"/>
                </a:solidFill>
                <a:effectLst/>
                <a:uFillTx/>
                <a:latin typeface="Traditional Arabic"/>
                <a:cs typeface="Traditional Arabic"/>
              </a:rPr>
              <a:t>الموقع</a:t>
            </a:r>
            <a:r>
              <a:rPr lang="en-US" sz="2600" b="0" u="none" strike="noStrike">
                <a:solidFill>
                  <a:srgbClr val="2C2821"/>
                </a:solidFill>
                <a:effectLst/>
                <a:uFillTx/>
                <a:latin typeface="Amiri"/>
                <a:ea typeface="Alice"/>
              </a:rPr>
              <a:t> </a:t>
            </a:r>
            <a:r>
              <a:rPr lang="ar-EG" sz="3600" b="0" u="none" strike="noStrike">
                <a:solidFill>
                  <a:srgbClr val="000000"/>
                </a:solidFill>
                <a:effectLst/>
                <a:uFillTx/>
                <a:latin typeface="Traditional Arabic"/>
                <a:cs typeface="Traditional Arabic"/>
              </a:rPr>
              <a:t>القديم</a:t>
            </a:r>
            <a:endParaRPr lang="en-US" sz="3600" b="0" u="none" strike="noStrike">
              <a:solidFill>
                <a:srgbClr val="000000"/>
              </a:solidFill>
              <a:effectLst/>
              <a:uFillTx/>
              <a:latin typeface="Arial"/>
            </a:endParaRPr>
          </a:p>
        </p:txBody>
      </p:sp>
      <p:sp>
        <p:nvSpPr>
          <p:cNvPr id="104" name="Text 4"/>
          <p:cNvSpPr/>
          <p:nvPr/>
        </p:nvSpPr>
        <p:spPr>
          <a:xfrm>
            <a:off x="793800" y="4041000"/>
            <a:ext cx="681732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400" b="0" u="none" strike="noStrike">
                <a:solidFill>
                  <a:srgbClr val="2C2821"/>
                </a:solidFill>
                <a:effectLst/>
                <a:uFillTx/>
                <a:latin typeface="Amiri"/>
                <a:cs typeface="Amiri"/>
              </a:rPr>
              <a:t>تصميم متشتت، ألوان غير متناسقة، تسلسل هرمي غير واضح، صعوبة في التنقل والوصول للمحتوى المطلوب</a:t>
            </a:r>
            <a:endParaRPr lang="en-US" sz="2400" b="0" u="none" strike="noStrike">
              <a:solidFill>
                <a:srgbClr val="000000"/>
              </a:solidFill>
              <a:effectLst/>
              <a:uFillTx/>
              <a:latin typeface="Arial"/>
            </a:endParaRPr>
          </a:p>
        </p:txBody>
      </p:sp>
      <p:sp>
        <p:nvSpPr>
          <p:cNvPr id="105" name="Shape 5"/>
          <p:cNvSpPr/>
          <p:nvPr/>
        </p:nvSpPr>
        <p:spPr>
          <a:xfrm>
            <a:off x="7840080" y="5220360"/>
            <a:ext cx="508320" cy="508320"/>
          </a:xfrm>
          <a:prstGeom prst="roundRect">
            <a:avLst>
              <a:gd name="adj" fmla="val 666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Text 6"/>
          <p:cNvSpPr/>
          <p:nvPr/>
        </p:nvSpPr>
        <p:spPr>
          <a:xfrm>
            <a:off x="7925040" y="5262840"/>
            <a:ext cx="338040" cy="423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650"/>
              </a:lnSpc>
              <a:tabLst>
                <a:tab pos="0" algn="l"/>
              </a:tabLst>
            </a:pPr>
            <a:r>
              <a:rPr lang="en-US" sz="2650" b="0" u="none" strike="noStrike">
                <a:solidFill>
                  <a:srgbClr val="2C2821"/>
                </a:solidFill>
                <a:effectLst/>
                <a:uFillTx/>
                <a:latin typeface="Alice"/>
                <a:ea typeface="Alice"/>
              </a:rPr>
              <a:t>2</a:t>
            </a:r>
            <a:endParaRPr lang="en-US" sz="2650" b="0" u="none" strike="noStrike">
              <a:solidFill>
                <a:srgbClr val="000000"/>
              </a:solidFill>
              <a:effectLst/>
              <a:uFillTx/>
              <a:latin typeface="Arial"/>
            </a:endParaRPr>
          </a:p>
        </p:txBody>
      </p:sp>
      <p:sp>
        <p:nvSpPr>
          <p:cNvPr id="107" name="Text 7"/>
          <p:cNvSpPr/>
          <p:nvPr/>
        </p:nvSpPr>
        <p:spPr>
          <a:xfrm>
            <a:off x="4777920" y="52981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3600" b="0" u="none" strike="noStrike">
                <a:solidFill>
                  <a:srgbClr val="000000"/>
                </a:solidFill>
                <a:effectLst/>
                <a:uFillTx/>
                <a:latin typeface="Traditional Arabic"/>
                <a:ea typeface="Alice"/>
              </a:rPr>
              <a:t>✅</a:t>
            </a:r>
            <a:r>
              <a:rPr lang="en-US" sz="3600" b="0" u="none" strike="noStrike">
                <a:solidFill>
                  <a:srgbClr val="2C2821"/>
                </a:solidFill>
                <a:effectLst/>
                <a:uFillTx/>
                <a:latin typeface="Traditional Arabic"/>
                <a:ea typeface="Alice"/>
              </a:rPr>
              <a:t> الموقع الجديد</a:t>
            </a:r>
            <a:endParaRPr lang="en-US" sz="3600" b="0" u="none" strike="noStrike">
              <a:solidFill>
                <a:srgbClr val="000000"/>
              </a:solidFill>
              <a:effectLst/>
              <a:uFillTx/>
              <a:latin typeface="Arial"/>
            </a:endParaRPr>
          </a:p>
        </p:txBody>
      </p:sp>
      <p:sp>
        <p:nvSpPr>
          <p:cNvPr id="108" name="Text 8"/>
          <p:cNvSpPr/>
          <p:nvPr/>
        </p:nvSpPr>
        <p:spPr>
          <a:xfrm>
            <a:off x="793800" y="5796360"/>
            <a:ext cx="681732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400" b="0" u="none" strike="noStrike">
                <a:solidFill>
                  <a:srgbClr val="2C2821"/>
                </a:solidFill>
                <a:effectLst/>
                <a:uFillTx/>
                <a:latin typeface="Amiri"/>
                <a:cs typeface="Amiri"/>
              </a:rPr>
              <a:t>تصميم عصري ومنظم، ألوان متناسقة، تسلسل هرمي واضح، سهولة في التنقل والوصول الفوري للمحتوى</a:t>
            </a:r>
            <a:endParaRPr lang="en-US" sz="2400" b="0" u="none" strike="noStrike">
              <a:solidFill>
                <a:srgbClr val="000000"/>
              </a:solidFill>
              <a:effectLst/>
              <a:uFillTx/>
              <a:latin typeface="Arial"/>
            </a:endParaRPr>
          </a:p>
        </p:txBody>
      </p:sp>
      <p:pic>
        <p:nvPicPr>
          <p:cNvPr id="109" name="Picture 20"/>
          <p:cNvPicPr/>
          <p:nvPr/>
        </p:nvPicPr>
        <p:blipFill>
          <a:blip r:embed="rId4"/>
          <a:stretch/>
        </p:blipFill>
        <p:spPr>
          <a:xfrm>
            <a:off x="7821360" y="187920"/>
            <a:ext cx="780840" cy="710640"/>
          </a:xfrm>
          <a:prstGeom prst="rect">
            <a:avLst/>
          </a:prstGeom>
          <a:noFill/>
          <a:ln w="0">
            <a:noFill/>
          </a:ln>
        </p:spPr>
      </p:pic>
      <p:pic>
        <p:nvPicPr>
          <p:cNvPr id="110" name="Picture 21"/>
          <p:cNvPicPr/>
          <p:nvPr/>
        </p:nvPicPr>
        <p:blipFill>
          <a:blip r:embed="rId5"/>
          <a:stretch/>
        </p:blipFill>
        <p:spPr>
          <a:xfrm>
            <a:off x="313200" y="257400"/>
            <a:ext cx="1045080" cy="74340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 0"/>
          <p:cNvSpPr/>
          <p:nvPr/>
        </p:nvSpPr>
        <p:spPr>
          <a:xfrm>
            <a:off x="8165880" y="1104458"/>
            <a:ext cx="566856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000" b="0" u="none" strike="noStrike" dirty="0">
                <a:solidFill>
                  <a:srgbClr val="233E32"/>
                </a:solidFill>
                <a:effectLst/>
                <a:uFillTx/>
                <a:latin typeface="Amiri"/>
                <a:cs typeface="Amiri"/>
              </a:rPr>
              <a:t>تحسن مذهل في الأداء</a:t>
            </a:r>
            <a:endParaRPr lang="en-US" sz="4000" b="0" u="none" strike="noStrike" dirty="0">
              <a:solidFill>
                <a:srgbClr val="000000"/>
              </a:solidFill>
              <a:effectLst/>
              <a:uFillTx/>
              <a:latin typeface="Arial"/>
            </a:endParaRPr>
          </a:p>
        </p:txBody>
      </p:sp>
      <p:sp>
        <p:nvSpPr>
          <p:cNvPr id="112" name="Text 1"/>
          <p:cNvSpPr/>
          <p:nvPr/>
        </p:nvSpPr>
        <p:spPr>
          <a:xfrm>
            <a:off x="10788480" y="362880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lice"/>
                <a:ea typeface="Alice"/>
              </a:rPr>
              <a:t>3.5s</a:t>
            </a:r>
            <a:endParaRPr lang="en-US" sz="5850" b="0" u="none" strike="noStrike" dirty="0">
              <a:solidFill>
                <a:srgbClr val="000000"/>
              </a:solidFill>
              <a:effectLst/>
              <a:uFillTx/>
              <a:latin typeface="Arial"/>
            </a:endParaRPr>
          </a:p>
        </p:txBody>
      </p:sp>
      <p:sp>
        <p:nvSpPr>
          <p:cNvPr id="113" name="Text 2"/>
          <p:cNvSpPr/>
          <p:nvPr/>
        </p:nvSpPr>
        <p:spPr>
          <a:xfrm>
            <a:off x="10895040" y="46605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زمن التحميل القديم</a:t>
            </a:r>
            <a:endParaRPr lang="en-US" sz="2800" b="0" u="none" strike="noStrike">
              <a:solidFill>
                <a:srgbClr val="000000"/>
              </a:solidFill>
              <a:effectLst/>
              <a:uFillTx/>
              <a:latin typeface="Arial"/>
            </a:endParaRPr>
          </a:p>
        </p:txBody>
      </p:sp>
      <p:sp>
        <p:nvSpPr>
          <p:cNvPr id="114" name="Text 3"/>
          <p:cNvSpPr/>
          <p:nvPr/>
        </p:nvSpPr>
        <p:spPr>
          <a:xfrm>
            <a:off x="10788480" y="5150880"/>
            <a:ext cx="30459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وقت انتظار طويل يدفع المستخدمين للخروج</a:t>
            </a:r>
            <a:endParaRPr lang="en-US" sz="2400" b="0" u="none" strike="noStrike">
              <a:solidFill>
                <a:srgbClr val="000000"/>
              </a:solidFill>
              <a:effectLst/>
              <a:uFillTx/>
              <a:latin typeface="Arial"/>
            </a:endParaRPr>
          </a:p>
        </p:txBody>
      </p:sp>
      <p:sp>
        <p:nvSpPr>
          <p:cNvPr id="115" name="Text 4"/>
          <p:cNvSpPr/>
          <p:nvPr/>
        </p:nvSpPr>
        <p:spPr>
          <a:xfrm>
            <a:off x="3160150" y="155664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lice"/>
                <a:ea typeface="Alice"/>
              </a:rPr>
              <a:t>1.2s</a:t>
            </a:r>
            <a:endParaRPr lang="en-US" sz="5850" b="0" u="none" strike="noStrike" dirty="0">
              <a:solidFill>
                <a:srgbClr val="000000"/>
              </a:solidFill>
              <a:effectLst/>
              <a:uFillTx/>
              <a:latin typeface="Arial"/>
            </a:endParaRPr>
          </a:p>
        </p:txBody>
      </p:sp>
      <p:sp>
        <p:nvSpPr>
          <p:cNvPr id="116" name="Text 5"/>
          <p:cNvSpPr/>
          <p:nvPr/>
        </p:nvSpPr>
        <p:spPr>
          <a:xfrm>
            <a:off x="3266710" y="258840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زمن التحميل الجديد</a:t>
            </a:r>
            <a:endParaRPr lang="en-US" sz="2800" b="0" u="none" strike="noStrike">
              <a:solidFill>
                <a:srgbClr val="000000"/>
              </a:solidFill>
              <a:effectLst/>
              <a:uFillTx/>
              <a:latin typeface="Arial"/>
            </a:endParaRPr>
          </a:p>
        </p:txBody>
      </p:sp>
      <p:sp>
        <p:nvSpPr>
          <p:cNvPr id="117" name="Text 6"/>
          <p:cNvSpPr/>
          <p:nvPr/>
        </p:nvSpPr>
        <p:spPr>
          <a:xfrm>
            <a:off x="3160150" y="3078720"/>
            <a:ext cx="30459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rtl="1">
              <a:lnSpc>
                <a:spcPts val="2849"/>
              </a:lnSpc>
              <a:tabLst>
                <a:tab pos="0" algn="l"/>
              </a:tabLst>
            </a:pPr>
            <a:r>
              <a:rPr lang="ar-EG" sz="2400" b="0" u="none" strike="noStrike" dirty="0">
                <a:solidFill>
                  <a:srgbClr val="2C2821"/>
                </a:solidFill>
                <a:effectLst/>
                <a:uFillTx/>
                <a:latin typeface="Amiri"/>
                <a:cs typeface="Amiri"/>
              </a:rPr>
              <a:t>سرعة فائقة تعزز من تجربة المستخدم</a:t>
            </a:r>
            <a:endParaRPr lang="en-US" sz="2400" b="0" u="none" strike="noStrike" dirty="0">
              <a:solidFill>
                <a:srgbClr val="000000"/>
              </a:solidFill>
              <a:effectLst/>
              <a:uFillTx/>
              <a:latin typeface="Arial"/>
            </a:endParaRPr>
          </a:p>
        </p:txBody>
      </p:sp>
      <p:sp>
        <p:nvSpPr>
          <p:cNvPr id="118" name="Text 7"/>
          <p:cNvSpPr/>
          <p:nvPr/>
        </p:nvSpPr>
        <p:spPr>
          <a:xfrm>
            <a:off x="5119920" y="440460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lice"/>
                <a:ea typeface="Alice"/>
              </a:rPr>
              <a:t>+66%</a:t>
            </a:r>
            <a:endParaRPr lang="en-US" sz="5850" b="0" u="none" strike="noStrike" dirty="0">
              <a:solidFill>
                <a:srgbClr val="000000"/>
              </a:solidFill>
              <a:effectLst/>
              <a:uFillTx/>
              <a:latin typeface="Arial"/>
            </a:endParaRPr>
          </a:p>
        </p:txBody>
      </p:sp>
      <p:sp>
        <p:nvSpPr>
          <p:cNvPr id="119" name="Text 8"/>
          <p:cNvSpPr/>
          <p:nvPr/>
        </p:nvSpPr>
        <p:spPr>
          <a:xfrm>
            <a:off x="5226480" y="54363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تحسن في الأداء</a:t>
            </a:r>
            <a:endParaRPr lang="en-US" sz="2800" b="0" u="none" strike="noStrike">
              <a:solidFill>
                <a:srgbClr val="000000"/>
              </a:solidFill>
              <a:effectLst/>
              <a:uFillTx/>
              <a:latin typeface="Arial"/>
            </a:endParaRPr>
          </a:p>
        </p:txBody>
      </p:sp>
      <p:sp>
        <p:nvSpPr>
          <p:cNvPr id="120" name="Text 9"/>
          <p:cNvSpPr/>
          <p:nvPr/>
        </p:nvSpPr>
        <p:spPr>
          <a:xfrm>
            <a:off x="5119920" y="5926680"/>
            <a:ext cx="304596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زيادة ملحوظة في سرعة الاستجابة</a:t>
            </a:r>
            <a:endParaRPr lang="en-US" sz="2400" b="0" u="none" strike="noStrike">
              <a:solidFill>
                <a:srgbClr val="000000"/>
              </a:solidFill>
              <a:effectLst/>
              <a:uFillTx/>
              <a:latin typeface="Arial"/>
            </a:endParaRPr>
          </a:p>
        </p:txBody>
      </p:sp>
      <p:sp>
        <p:nvSpPr>
          <p:cNvPr id="121" name="Text 10"/>
          <p:cNvSpPr/>
          <p:nvPr/>
        </p:nvSpPr>
        <p:spPr>
          <a:xfrm>
            <a:off x="902160" y="440460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lice"/>
                <a:ea typeface="Alice"/>
              </a:rPr>
              <a:t>+40%</a:t>
            </a:r>
            <a:endParaRPr lang="en-US" sz="5850" b="0" u="none" strike="noStrike" dirty="0">
              <a:solidFill>
                <a:srgbClr val="000000"/>
              </a:solidFill>
              <a:effectLst/>
              <a:uFillTx/>
              <a:latin typeface="Arial"/>
            </a:endParaRPr>
          </a:p>
        </p:txBody>
      </p:sp>
      <p:sp>
        <p:nvSpPr>
          <p:cNvPr id="122" name="Text 11"/>
          <p:cNvSpPr/>
          <p:nvPr/>
        </p:nvSpPr>
        <p:spPr>
          <a:xfrm>
            <a:off x="1008720" y="54363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زيادة التفاعل</a:t>
            </a:r>
            <a:endParaRPr lang="en-US" sz="2800" b="0" u="none" strike="noStrike">
              <a:solidFill>
                <a:srgbClr val="000000"/>
              </a:solidFill>
              <a:effectLst/>
              <a:uFillTx/>
              <a:latin typeface="Arial"/>
            </a:endParaRPr>
          </a:p>
        </p:txBody>
      </p:sp>
      <p:sp>
        <p:nvSpPr>
          <p:cNvPr id="123" name="Text 12"/>
          <p:cNvSpPr/>
          <p:nvPr/>
        </p:nvSpPr>
        <p:spPr>
          <a:xfrm>
            <a:off x="902160" y="5926680"/>
            <a:ext cx="30459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تحسن في معدلات التحويل والارتباط</a:t>
            </a:r>
            <a:endParaRPr lang="en-US" sz="2400" b="0" u="none" strike="noStrike">
              <a:solidFill>
                <a:srgbClr val="000000"/>
              </a:solidFill>
              <a:effectLst/>
              <a:uFillTx/>
              <a:latin typeface="Arial"/>
            </a:endParaRPr>
          </a:p>
        </p:txBody>
      </p:sp>
      <p:pic>
        <p:nvPicPr>
          <p:cNvPr id="124" name="Picture 18"/>
          <p:cNvPicPr/>
          <p:nvPr/>
        </p:nvPicPr>
        <p:blipFill>
          <a:blip r:embed="rId3"/>
          <a:stretch/>
        </p:blipFill>
        <p:spPr>
          <a:xfrm>
            <a:off x="13257360" y="187920"/>
            <a:ext cx="780840" cy="710640"/>
          </a:xfrm>
          <a:prstGeom prst="rect">
            <a:avLst/>
          </a:prstGeom>
          <a:noFill/>
          <a:ln w="0">
            <a:noFill/>
          </a:ln>
        </p:spPr>
      </p:pic>
      <p:pic>
        <p:nvPicPr>
          <p:cNvPr id="125" name="Picture 19"/>
          <p:cNvPicPr/>
          <p:nvPr/>
        </p:nvPicPr>
        <p:blipFill>
          <a:blip r:embed="rId4"/>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D26C84C5-5AB6-DE31-3867-BDF96A060A15}"/>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3980CDA6-99C4-F9CF-404B-41663E65C0E8}"/>
                  </a:ext>
                </a:extLst>
              </p14:cNvPr>
              <p14:cNvContentPartPr/>
              <p14:nvPr/>
            </p14:nvContentPartPr>
            <p14:xfrm>
              <a:off x="7876108" y="3011705"/>
              <a:ext cx="16200" cy="16200"/>
            </p14:xfrm>
          </p:contentPart>
        </mc:Choice>
        <mc:Fallback>
          <p:pic>
            <p:nvPicPr>
              <p:cNvPr id="6" name="Ink 5">
                <a:extLst>
                  <a:ext uri="{FF2B5EF4-FFF2-40B4-BE49-F238E27FC236}">
                    <a16:creationId xmlns:a16="http://schemas.microsoft.com/office/drawing/2014/main" id="{3980CDA6-99C4-F9CF-404B-41663E65C0E8}"/>
                  </a:ext>
                </a:extLst>
              </p:cNvPr>
              <p:cNvPicPr/>
              <p:nvPr/>
            </p:nvPicPr>
            <p:blipFill>
              <a:blip r:embed="rId6"/>
              <a:stretch>
                <a:fillRect/>
              </a:stretch>
            </p:blipFill>
            <p:spPr>
              <a:xfrm>
                <a:off x="7869988" y="3005585"/>
                <a:ext cx="284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B250E9D6-81C2-2952-2150-9705659043BD}"/>
                  </a:ext>
                </a:extLst>
              </p14:cNvPr>
              <p14:cNvContentPartPr/>
              <p14:nvPr/>
            </p14:nvContentPartPr>
            <p14:xfrm>
              <a:off x="9672954" y="2249189"/>
              <a:ext cx="360" cy="4865400"/>
            </p14:xfrm>
          </p:contentPart>
        </mc:Choice>
        <mc:Fallback>
          <p:pic>
            <p:nvPicPr>
              <p:cNvPr id="8" name="Ink 7">
                <a:extLst>
                  <a:ext uri="{FF2B5EF4-FFF2-40B4-BE49-F238E27FC236}">
                    <a16:creationId xmlns:a16="http://schemas.microsoft.com/office/drawing/2014/main" id="{B250E9D6-81C2-2952-2150-9705659043BD}"/>
                  </a:ext>
                </a:extLst>
              </p:cNvPr>
              <p:cNvPicPr/>
              <p:nvPr/>
            </p:nvPicPr>
            <p:blipFill>
              <a:blip r:embed="rId8"/>
              <a:stretch>
                <a:fillRect/>
              </a:stretch>
            </p:blipFill>
            <p:spPr>
              <a:xfrm>
                <a:off x="9666834" y="2243069"/>
                <a:ext cx="12600" cy="48776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Image 0" descr="preencoded.png"/>
          <p:cNvPicPr/>
          <p:nvPr/>
        </p:nvPicPr>
        <p:blipFill>
          <a:blip r:embed="rId3"/>
          <a:stretch/>
        </p:blipFill>
        <p:spPr>
          <a:xfrm>
            <a:off x="0" y="0"/>
            <a:ext cx="5484240" cy="8227440"/>
          </a:xfrm>
          <a:prstGeom prst="rect">
            <a:avLst/>
          </a:prstGeom>
          <a:noFill/>
          <a:ln w="0">
            <a:noFill/>
          </a:ln>
        </p:spPr>
      </p:pic>
      <p:sp>
        <p:nvSpPr>
          <p:cNvPr id="127" name="Text 0"/>
          <p:cNvSpPr/>
          <p:nvPr/>
        </p:nvSpPr>
        <p:spPr>
          <a:xfrm>
            <a:off x="7105320" y="2298240"/>
            <a:ext cx="672912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تجربة مستخدم محسّنة بالكامل</a:t>
            </a:r>
            <a:endParaRPr lang="en-US" sz="4450" b="0" u="none" strike="noStrike">
              <a:solidFill>
                <a:srgbClr val="000000"/>
              </a:solidFill>
              <a:effectLst/>
              <a:uFillTx/>
              <a:latin typeface="Arial"/>
            </a:endParaRPr>
          </a:p>
        </p:txBody>
      </p:sp>
      <p:sp>
        <p:nvSpPr>
          <p:cNvPr id="128" name="Text 1"/>
          <p:cNvSpPr/>
          <p:nvPr/>
        </p:nvSpPr>
        <p:spPr>
          <a:xfrm>
            <a:off x="11001240" y="35737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3200" b="0" u="none" strike="noStrike">
                <a:solidFill>
                  <a:srgbClr val="000000"/>
                </a:solidFill>
                <a:effectLst/>
                <a:uFillTx/>
                <a:latin typeface="Arial"/>
                <a:ea typeface="Alice"/>
              </a:rPr>
              <a:t>❌</a:t>
            </a:r>
            <a:r>
              <a:rPr lang="en-US" sz="3200" b="0" u="none" strike="noStrike">
                <a:solidFill>
                  <a:srgbClr val="233E32"/>
                </a:solidFill>
                <a:effectLst/>
                <a:uFillTx/>
                <a:latin typeface="Arial"/>
                <a:ea typeface="Alice"/>
              </a:rPr>
              <a:t> التصميم القديم</a:t>
            </a:r>
            <a:endParaRPr lang="en-US" sz="3200" b="0" u="none" strike="noStrike">
              <a:solidFill>
                <a:srgbClr val="000000"/>
              </a:solidFill>
              <a:effectLst/>
              <a:uFillTx/>
              <a:latin typeface="Arial"/>
            </a:endParaRPr>
          </a:p>
        </p:txBody>
      </p:sp>
      <p:sp>
        <p:nvSpPr>
          <p:cNvPr id="129" name="Text 2"/>
          <p:cNvSpPr/>
          <p:nvPr/>
        </p:nvSpPr>
        <p:spPr>
          <a:xfrm>
            <a:off x="10335240" y="4162680"/>
            <a:ext cx="3499200" cy="168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تعقيد في التنقل والبحث</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تشتت في التصميم والهيكل</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صعوبة في الوصول للمحتوى</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تجربة غير متناسقة عبر الأجهزة</a:t>
            </a:r>
            <a:endParaRPr lang="en-US" sz="2400" b="0" u="none" strike="noStrike">
              <a:solidFill>
                <a:srgbClr val="000000"/>
              </a:solidFill>
              <a:effectLst/>
              <a:uFillTx/>
              <a:latin typeface="Arial"/>
            </a:endParaRPr>
          </a:p>
        </p:txBody>
      </p:sp>
      <p:sp>
        <p:nvSpPr>
          <p:cNvPr id="130" name="Text 3"/>
          <p:cNvSpPr/>
          <p:nvPr/>
        </p:nvSpPr>
        <p:spPr>
          <a:xfrm>
            <a:off x="6939000" y="35737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3200" b="0" u="none" strike="noStrike">
                <a:solidFill>
                  <a:srgbClr val="000000"/>
                </a:solidFill>
                <a:effectLst/>
                <a:uFillTx/>
                <a:latin typeface="Arial"/>
                <a:ea typeface="Alice"/>
              </a:rPr>
              <a:t>✅</a:t>
            </a:r>
            <a:r>
              <a:rPr lang="en-US" sz="3200" b="0" u="none" strike="noStrike">
                <a:solidFill>
                  <a:srgbClr val="233E32"/>
                </a:solidFill>
                <a:effectLst/>
                <a:uFillTx/>
                <a:latin typeface="Arial"/>
                <a:ea typeface="Alice"/>
              </a:rPr>
              <a:t> التصميم الجديد</a:t>
            </a:r>
            <a:endParaRPr lang="en-US" sz="3200" b="0" u="none" strike="noStrike">
              <a:solidFill>
                <a:srgbClr val="000000"/>
              </a:solidFill>
              <a:effectLst/>
              <a:uFillTx/>
              <a:latin typeface="Arial"/>
            </a:endParaRPr>
          </a:p>
        </p:txBody>
      </p:sp>
      <p:sp>
        <p:nvSpPr>
          <p:cNvPr id="131" name="Text 4"/>
          <p:cNvSpPr/>
          <p:nvPr/>
        </p:nvSpPr>
        <p:spPr>
          <a:xfrm>
            <a:off x="6272640" y="4162680"/>
            <a:ext cx="3499200" cy="168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سهولة في التنقل والبحث</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تنظيم متناسق في الهيكل</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وصول سريع للمحتوى المطلوب</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تجربة موحدة عبر جميع الأجهزة</a:t>
            </a:r>
            <a:endParaRPr lang="en-US" sz="2400" b="0" u="none" strike="noStrike">
              <a:solidFill>
                <a:srgbClr val="000000"/>
              </a:solidFill>
              <a:effectLst/>
              <a:uFillTx/>
              <a:latin typeface="Arial"/>
            </a:endParaRPr>
          </a:p>
        </p:txBody>
      </p:sp>
      <p:pic>
        <p:nvPicPr>
          <p:cNvPr id="132" name="Picture 16"/>
          <p:cNvPicPr/>
          <p:nvPr/>
        </p:nvPicPr>
        <p:blipFill>
          <a:blip r:embed="rId4"/>
          <a:stretch/>
        </p:blipFill>
        <p:spPr>
          <a:xfrm>
            <a:off x="13257360" y="187920"/>
            <a:ext cx="780840" cy="710640"/>
          </a:xfrm>
          <a:prstGeom prst="rect">
            <a:avLst/>
          </a:prstGeom>
          <a:noFill/>
          <a:ln w="0">
            <a:noFill/>
          </a:ln>
        </p:spPr>
      </p:pic>
      <p:pic>
        <p:nvPicPr>
          <p:cNvPr id="133" name="Picture 17"/>
          <p:cNvPicPr/>
          <p:nvPr/>
        </p:nvPicPr>
        <p:blipFill>
          <a:blip r:embed="rId5"/>
          <a:stretch/>
        </p:blipFill>
        <p:spPr>
          <a:xfrm>
            <a:off x="5749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D0B1F6BB-36A7-4F40-F962-8975997E4850}"/>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0"/>
          <p:cNvSpPr/>
          <p:nvPr/>
        </p:nvSpPr>
        <p:spPr>
          <a:xfrm>
            <a:off x="8025120" y="926640"/>
            <a:ext cx="580932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التوافق الكامل مع الموبايل</a:t>
            </a:r>
            <a:endParaRPr lang="en-US" sz="4450" b="0" u="none" strike="noStrike">
              <a:solidFill>
                <a:srgbClr val="000000"/>
              </a:solidFill>
              <a:effectLst/>
              <a:uFillTx/>
              <a:latin typeface="Arial"/>
            </a:endParaRPr>
          </a:p>
        </p:txBody>
      </p:sp>
      <p:sp>
        <p:nvSpPr>
          <p:cNvPr id="135" name="Text 1"/>
          <p:cNvSpPr/>
          <p:nvPr/>
        </p:nvSpPr>
        <p:spPr>
          <a:xfrm>
            <a:off x="9252000" y="3563280"/>
            <a:ext cx="2787840" cy="564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4450"/>
              </a:lnSpc>
              <a:tabLst>
                <a:tab pos="0" algn="l"/>
              </a:tabLst>
            </a:pPr>
            <a:r>
              <a:rPr lang="en-US" sz="4450" b="0" u="none" strike="noStrike">
                <a:solidFill>
                  <a:srgbClr val="2C2821"/>
                </a:solidFill>
                <a:effectLst/>
                <a:uFillTx/>
                <a:latin typeface="Alice"/>
                <a:ea typeface="Alice"/>
              </a:rPr>
              <a:t>60%</a:t>
            </a:r>
            <a:endParaRPr lang="en-US" sz="4450" b="0" u="none" strike="noStrike">
              <a:solidFill>
                <a:srgbClr val="000000"/>
              </a:solidFill>
              <a:effectLst/>
              <a:uFillTx/>
              <a:latin typeface="Arial"/>
            </a:endParaRPr>
          </a:p>
        </p:txBody>
      </p:sp>
      <p:pic>
        <p:nvPicPr>
          <p:cNvPr id="136" name="Image 0" descr="preencoded.png"/>
          <p:cNvPicPr/>
          <p:nvPr/>
        </p:nvPicPr>
        <p:blipFill>
          <a:blip r:embed="rId3"/>
          <a:stretch/>
        </p:blipFill>
        <p:spPr>
          <a:xfrm>
            <a:off x="8945640" y="2145600"/>
            <a:ext cx="3400200" cy="3400200"/>
          </a:xfrm>
          <a:prstGeom prst="rect">
            <a:avLst/>
          </a:prstGeom>
          <a:noFill/>
          <a:ln w="0">
            <a:noFill/>
          </a:ln>
        </p:spPr>
      </p:pic>
      <p:sp>
        <p:nvSpPr>
          <p:cNvPr id="137" name="Text 2"/>
          <p:cNvSpPr/>
          <p:nvPr/>
        </p:nvSpPr>
        <p:spPr>
          <a:xfrm>
            <a:off x="9229320" y="5831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1" u="none" strike="noStrike">
                <a:solidFill>
                  <a:srgbClr val="2C2821"/>
                </a:solidFill>
                <a:effectLst/>
                <a:uFillTx/>
                <a:latin typeface="Amiri"/>
                <a:cs typeface="Amiri"/>
              </a:rPr>
              <a:t>نسبة المستخدمين</a:t>
            </a:r>
            <a:endParaRPr lang="en-US" sz="2800" b="0" u="none" strike="noStrike">
              <a:solidFill>
                <a:srgbClr val="000000"/>
              </a:solidFill>
              <a:effectLst/>
              <a:uFillTx/>
              <a:latin typeface="Arial"/>
            </a:endParaRPr>
          </a:p>
        </p:txBody>
      </p:sp>
      <p:sp>
        <p:nvSpPr>
          <p:cNvPr id="138" name="Text 3"/>
          <p:cNvSpPr/>
          <p:nvPr/>
        </p:nvSpPr>
        <p:spPr>
          <a:xfrm>
            <a:off x="7457040" y="6321960"/>
            <a:ext cx="637740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يستخدمون الهواتف الذكية للوصول للموقع</a:t>
            </a:r>
            <a:endParaRPr lang="en-US" sz="2400" b="0" u="none" strike="noStrike">
              <a:solidFill>
                <a:srgbClr val="000000"/>
              </a:solidFill>
              <a:effectLst/>
              <a:uFillTx/>
              <a:latin typeface="Arial"/>
            </a:endParaRPr>
          </a:p>
        </p:txBody>
      </p:sp>
      <p:sp>
        <p:nvSpPr>
          <p:cNvPr id="139" name="Text 4"/>
          <p:cNvSpPr/>
          <p:nvPr/>
        </p:nvSpPr>
        <p:spPr>
          <a:xfrm>
            <a:off x="2588760" y="3563280"/>
            <a:ext cx="2787840" cy="564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4450"/>
              </a:lnSpc>
              <a:tabLst>
                <a:tab pos="0" algn="l"/>
              </a:tabLst>
            </a:pPr>
            <a:r>
              <a:rPr lang="en-US" sz="4450" b="0" u="none" strike="noStrike">
                <a:solidFill>
                  <a:srgbClr val="2C2821"/>
                </a:solidFill>
                <a:effectLst/>
                <a:uFillTx/>
                <a:latin typeface="Alice"/>
                <a:ea typeface="Alice"/>
              </a:rPr>
              <a:t>100%</a:t>
            </a:r>
            <a:endParaRPr lang="en-US" sz="4450" b="0" u="none" strike="noStrike">
              <a:solidFill>
                <a:srgbClr val="000000"/>
              </a:solidFill>
              <a:effectLst/>
              <a:uFillTx/>
              <a:latin typeface="Arial"/>
            </a:endParaRPr>
          </a:p>
        </p:txBody>
      </p:sp>
      <p:pic>
        <p:nvPicPr>
          <p:cNvPr id="140" name="Image 1" descr="preencoded.png"/>
          <p:cNvPicPr/>
          <p:nvPr/>
        </p:nvPicPr>
        <p:blipFill>
          <a:blip r:embed="rId4"/>
          <a:stretch/>
        </p:blipFill>
        <p:spPr>
          <a:xfrm>
            <a:off x="2282400" y="2145600"/>
            <a:ext cx="3400200" cy="3400200"/>
          </a:xfrm>
          <a:prstGeom prst="rect">
            <a:avLst/>
          </a:prstGeom>
          <a:noFill/>
          <a:ln w="0">
            <a:noFill/>
          </a:ln>
        </p:spPr>
      </p:pic>
      <p:sp>
        <p:nvSpPr>
          <p:cNvPr id="141" name="Text 5"/>
          <p:cNvSpPr/>
          <p:nvPr/>
        </p:nvSpPr>
        <p:spPr>
          <a:xfrm>
            <a:off x="2566080" y="5831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1" u="none" strike="noStrike">
                <a:solidFill>
                  <a:srgbClr val="2C2821"/>
                </a:solidFill>
                <a:effectLst/>
                <a:uFillTx/>
                <a:latin typeface="Amiri"/>
                <a:cs typeface="Amiri"/>
              </a:rPr>
              <a:t>التوافق</a:t>
            </a:r>
            <a:endParaRPr lang="en-US" sz="2800" b="0" u="none" strike="noStrike">
              <a:solidFill>
                <a:srgbClr val="000000"/>
              </a:solidFill>
              <a:effectLst/>
              <a:uFillTx/>
              <a:latin typeface="Arial"/>
            </a:endParaRPr>
          </a:p>
        </p:txBody>
      </p:sp>
      <p:sp>
        <p:nvSpPr>
          <p:cNvPr id="142" name="Text 6"/>
          <p:cNvSpPr/>
          <p:nvPr/>
        </p:nvSpPr>
        <p:spPr>
          <a:xfrm>
            <a:off x="793800" y="6321960"/>
            <a:ext cx="637740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تصميم متجاوب يتناسب مع جميع الشاشات</a:t>
            </a:r>
            <a:endParaRPr lang="en-US" sz="2400" b="0" u="none" strike="noStrike">
              <a:solidFill>
                <a:srgbClr val="000000"/>
              </a:solidFill>
              <a:effectLst/>
              <a:uFillTx/>
              <a:latin typeface="Arial"/>
            </a:endParaRPr>
          </a:p>
        </p:txBody>
      </p:sp>
      <p:sp>
        <p:nvSpPr>
          <p:cNvPr id="143" name="Text 7"/>
          <p:cNvSpPr/>
          <p:nvPr/>
        </p:nvSpPr>
        <p:spPr>
          <a:xfrm>
            <a:off x="793800" y="6940080"/>
            <a:ext cx="1304064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noAutofit/>
          </a:bodyPr>
          <a:lstStyle/>
          <a:p>
            <a:pPr algn="ctr" rtl="1">
              <a:lnSpc>
                <a:spcPts val="2849"/>
              </a:lnSpc>
              <a:tabLst>
                <a:tab pos="0" algn="l"/>
              </a:tabLst>
            </a:pPr>
            <a:r>
              <a:rPr lang="ar-EG" sz="2600" b="0" u="none" strike="noStrike">
                <a:solidFill>
                  <a:srgbClr val="2C2821"/>
                </a:solidFill>
                <a:effectLst/>
                <a:uFillTx/>
                <a:latin typeface="Amiri"/>
                <a:cs typeface="Amiri"/>
              </a:rPr>
              <a:t>تصميم متجاوب يوفر تجربة مثالية على الهواتف الذكية والأجهزة اللوحية، مع الحفاظ على جميع الوظائف والتصميم الكامل للموقع</a:t>
            </a:r>
            <a:endParaRPr lang="en-US" sz="2600" b="0" u="none" strike="noStrike">
              <a:solidFill>
                <a:srgbClr val="000000"/>
              </a:solidFill>
              <a:effectLst/>
              <a:uFillTx/>
              <a:latin typeface="Arial"/>
            </a:endParaRPr>
          </a:p>
        </p:txBody>
      </p:sp>
      <p:pic>
        <p:nvPicPr>
          <p:cNvPr id="144" name="Picture 14"/>
          <p:cNvPicPr/>
          <p:nvPr/>
        </p:nvPicPr>
        <p:blipFill>
          <a:blip r:embed="rId5"/>
          <a:stretch/>
        </p:blipFill>
        <p:spPr>
          <a:xfrm>
            <a:off x="13257360" y="187920"/>
            <a:ext cx="780840" cy="710640"/>
          </a:xfrm>
          <a:prstGeom prst="rect">
            <a:avLst/>
          </a:prstGeom>
          <a:noFill/>
          <a:ln w="0">
            <a:noFill/>
          </a:ln>
        </p:spPr>
      </p:pic>
      <p:pic>
        <p:nvPicPr>
          <p:cNvPr id="145" name="Picture 15"/>
          <p:cNvPicPr/>
          <p:nvPr/>
        </p:nvPicPr>
        <p:blipFill>
          <a:blip r:embed="rId6"/>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9927605F-6108-8EC6-CF31-3ED0E2C82DE5}"/>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0"/>
          <p:cNvSpPr/>
          <p:nvPr/>
        </p:nvSpPr>
        <p:spPr>
          <a:xfrm>
            <a:off x="7650720" y="2090520"/>
            <a:ext cx="618372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المميزات الجديدة في الموقع</a:t>
            </a:r>
            <a:endParaRPr lang="en-US" sz="4450" b="0" u="none" strike="noStrike">
              <a:solidFill>
                <a:srgbClr val="000000"/>
              </a:solidFill>
              <a:effectLst/>
              <a:uFillTx/>
              <a:latin typeface="Arial"/>
            </a:endParaRPr>
          </a:p>
        </p:txBody>
      </p:sp>
      <p:pic>
        <p:nvPicPr>
          <p:cNvPr id="147" name="Image 0" descr="preencoded.png"/>
          <p:cNvPicPr/>
          <p:nvPr/>
        </p:nvPicPr>
        <p:blipFill>
          <a:blip>
            <a:extLst>
              <a:ext uri="{96DAC541-7B7A-43D3-8B79-37D633B846F1}">
                <asvg:svgBlip xmlns:asvg="http://schemas.microsoft.com/office/drawing/2016/SVG/main" r:embed="rId3"/>
              </a:ext>
            </a:extLst>
          </a:blip>
          <a:stretch/>
        </p:blipFill>
        <p:spPr>
          <a:xfrm>
            <a:off x="13269600" y="3252960"/>
            <a:ext cx="564840" cy="564840"/>
          </a:xfrm>
          <a:prstGeom prst="rect">
            <a:avLst/>
          </a:prstGeom>
          <a:noFill/>
          <a:ln w="0">
            <a:noFill/>
          </a:ln>
        </p:spPr>
      </p:pic>
      <p:sp>
        <p:nvSpPr>
          <p:cNvPr id="148" name="Text 1"/>
          <p:cNvSpPr/>
          <p:nvPr/>
        </p:nvSpPr>
        <p:spPr>
          <a:xfrm>
            <a:off x="10150920" y="3252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أرشيف الأخبار</a:t>
            </a:r>
            <a:endParaRPr lang="en-US" sz="2200" b="0" u="none" strike="noStrike">
              <a:solidFill>
                <a:srgbClr val="000000"/>
              </a:solidFill>
              <a:effectLst/>
              <a:uFillTx/>
              <a:latin typeface="Arial"/>
            </a:endParaRPr>
          </a:p>
        </p:txBody>
      </p:sp>
      <p:sp>
        <p:nvSpPr>
          <p:cNvPr id="149" name="Text 2"/>
          <p:cNvSpPr/>
          <p:nvPr/>
        </p:nvSpPr>
        <p:spPr>
          <a:xfrm>
            <a:off x="7457040" y="374328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نظام متكامل للأخبار والبيانات الصحفية مع إمكانية البحث والتصفية حسب التواريخ والأقسام</a:t>
            </a:r>
            <a:endParaRPr lang="en-US" sz="2000" b="0" u="none" strike="noStrike">
              <a:solidFill>
                <a:srgbClr val="000000"/>
              </a:solidFill>
              <a:effectLst/>
              <a:uFillTx/>
              <a:latin typeface="Arial"/>
            </a:endParaRPr>
          </a:p>
        </p:txBody>
      </p:sp>
      <p:pic>
        <p:nvPicPr>
          <p:cNvPr id="150" name="Image 1" descr="preencoded.png"/>
          <p:cNvPicPr/>
          <p:nvPr/>
        </p:nvPicPr>
        <p:blipFill>
          <a:blip>
            <a:extLst>
              <a:ext uri="{96DAC541-7B7A-43D3-8B79-37D633B846F1}">
                <asvg:svgBlip xmlns:asvg="http://schemas.microsoft.com/office/drawing/2016/SVG/main" r:embed="rId4"/>
              </a:ext>
            </a:extLst>
          </a:blip>
          <a:stretch/>
        </p:blipFill>
        <p:spPr>
          <a:xfrm>
            <a:off x="6606720" y="3252960"/>
            <a:ext cx="564840" cy="564840"/>
          </a:xfrm>
          <a:prstGeom prst="rect">
            <a:avLst/>
          </a:prstGeom>
          <a:noFill/>
          <a:ln w="0">
            <a:noFill/>
          </a:ln>
        </p:spPr>
      </p:pic>
      <p:sp>
        <p:nvSpPr>
          <p:cNvPr id="151" name="Text 3"/>
          <p:cNvSpPr/>
          <p:nvPr/>
        </p:nvSpPr>
        <p:spPr>
          <a:xfrm>
            <a:off x="3487680" y="3252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أرشيف المشروعات</a:t>
            </a:r>
            <a:endParaRPr lang="en-US" sz="2200" b="0" u="none" strike="noStrike">
              <a:solidFill>
                <a:srgbClr val="000000"/>
              </a:solidFill>
              <a:effectLst/>
              <a:uFillTx/>
              <a:latin typeface="Arial"/>
            </a:endParaRPr>
          </a:p>
        </p:txBody>
      </p:sp>
      <p:sp>
        <p:nvSpPr>
          <p:cNvPr id="152" name="Text 4"/>
          <p:cNvSpPr/>
          <p:nvPr/>
        </p:nvSpPr>
        <p:spPr>
          <a:xfrm>
            <a:off x="793800" y="374328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قاعدة بيانات شاملة للمشروعات مع معلومات مفصلة عن كل مشروع ووثائق مرفقة</a:t>
            </a:r>
            <a:endParaRPr lang="en-US" sz="2000" b="0" u="none" strike="noStrike">
              <a:solidFill>
                <a:srgbClr val="000000"/>
              </a:solidFill>
              <a:effectLst/>
              <a:uFillTx/>
              <a:latin typeface="Arial"/>
            </a:endParaRPr>
          </a:p>
        </p:txBody>
      </p:sp>
      <p:pic>
        <p:nvPicPr>
          <p:cNvPr id="153" name="Image 2" descr="preencoded.png"/>
          <p:cNvPicPr/>
          <p:nvPr/>
        </p:nvPicPr>
        <p:blipFill>
          <a:blip>
            <a:extLst>
              <a:ext uri="{96DAC541-7B7A-43D3-8B79-37D633B846F1}">
                <asvg:svgBlip xmlns:asvg="http://schemas.microsoft.com/office/drawing/2016/SVG/main" r:embed="rId5"/>
              </a:ext>
            </a:extLst>
          </a:blip>
          <a:stretch/>
        </p:blipFill>
        <p:spPr>
          <a:xfrm>
            <a:off x="13269600" y="4922640"/>
            <a:ext cx="564840" cy="564840"/>
          </a:xfrm>
          <a:prstGeom prst="rect">
            <a:avLst/>
          </a:prstGeom>
          <a:noFill/>
          <a:ln w="0">
            <a:noFill/>
          </a:ln>
        </p:spPr>
      </p:pic>
      <p:sp>
        <p:nvSpPr>
          <p:cNvPr id="154" name="Text 5"/>
          <p:cNvSpPr/>
          <p:nvPr/>
        </p:nvSpPr>
        <p:spPr>
          <a:xfrm>
            <a:off x="10150920" y="4922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أرشيف المناقصات</a:t>
            </a:r>
            <a:endParaRPr lang="en-US" sz="2200" b="0" u="none" strike="noStrike">
              <a:solidFill>
                <a:srgbClr val="000000"/>
              </a:solidFill>
              <a:effectLst/>
              <a:uFillTx/>
              <a:latin typeface="Arial"/>
            </a:endParaRPr>
          </a:p>
        </p:txBody>
      </p:sp>
      <p:sp>
        <p:nvSpPr>
          <p:cNvPr id="155" name="Text 6"/>
          <p:cNvSpPr/>
          <p:nvPr/>
        </p:nvSpPr>
        <p:spPr>
          <a:xfrm>
            <a:off x="7457040" y="541332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نظام إلكتروني لعرض وتحميل وثائق المناقصات والفرص الاستثمارية المتاحة</a:t>
            </a:r>
            <a:endParaRPr lang="en-US" sz="2000" b="0" u="none" strike="noStrike">
              <a:solidFill>
                <a:srgbClr val="000000"/>
              </a:solidFill>
              <a:effectLst/>
              <a:uFillTx/>
              <a:latin typeface="Arial"/>
            </a:endParaRPr>
          </a:p>
        </p:txBody>
      </p:sp>
      <p:pic>
        <p:nvPicPr>
          <p:cNvPr id="156" name="Image 3" descr="preencoded.png"/>
          <p:cNvPicPr/>
          <p:nvPr/>
        </p:nvPicPr>
        <p:blipFill>
          <a:blip>
            <a:extLst>
              <a:ext uri="{96DAC541-7B7A-43D3-8B79-37D633B846F1}">
                <asvg:svgBlip xmlns:asvg="http://schemas.microsoft.com/office/drawing/2016/SVG/main" r:embed="rId6"/>
              </a:ext>
            </a:extLst>
          </a:blip>
          <a:stretch/>
        </p:blipFill>
        <p:spPr>
          <a:xfrm>
            <a:off x="6606720" y="4922640"/>
            <a:ext cx="564840" cy="564840"/>
          </a:xfrm>
          <a:prstGeom prst="rect">
            <a:avLst/>
          </a:prstGeom>
          <a:noFill/>
          <a:ln w="0">
            <a:noFill/>
          </a:ln>
        </p:spPr>
      </p:pic>
      <p:sp>
        <p:nvSpPr>
          <p:cNvPr id="157" name="Text 7"/>
          <p:cNvSpPr/>
          <p:nvPr/>
        </p:nvSpPr>
        <p:spPr>
          <a:xfrm>
            <a:off x="3487680" y="4922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عرض </a:t>
            </a:r>
            <a:r>
              <a:rPr lang="en-US" sz="2200" b="0" u="none" strike="noStrike">
                <a:solidFill>
                  <a:srgbClr val="2C2821"/>
                </a:solidFill>
                <a:effectLst/>
                <a:uFillTx/>
                <a:latin typeface="Amiri"/>
                <a:ea typeface="Alice"/>
              </a:rPr>
              <a:t>PDF داخل الموقع</a:t>
            </a:r>
            <a:endParaRPr lang="en-US" sz="2200" b="0" u="none" strike="noStrike">
              <a:solidFill>
                <a:srgbClr val="000000"/>
              </a:solidFill>
              <a:effectLst/>
              <a:uFillTx/>
              <a:latin typeface="Arial"/>
            </a:endParaRPr>
          </a:p>
        </p:txBody>
      </p:sp>
      <p:sp>
        <p:nvSpPr>
          <p:cNvPr id="158" name="Text 8"/>
          <p:cNvSpPr/>
          <p:nvPr/>
        </p:nvSpPr>
        <p:spPr>
          <a:xfrm>
            <a:off x="793800" y="541332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إمكانية عرض وثائق </a:t>
            </a:r>
            <a:r>
              <a:rPr lang="en-US" sz="2000" b="0" u="none" strike="noStrike">
                <a:solidFill>
                  <a:srgbClr val="2C2821"/>
                </a:solidFill>
                <a:effectLst/>
                <a:uFillTx/>
                <a:latin typeface="Amiri"/>
                <a:ea typeface="Lora"/>
              </a:rPr>
              <a:t>PDF مباشرة دون الحاجة للتنزيل، مع خيارات البحث والتصفح</a:t>
            </a:r>
            <a:endParaRPr lang="en-US" sz="2000" b="0" u="none" strike="noStrike">
              <a:solidFill>
                <a:srgbClr val="000000"/>
              </a:solidFill>
              <a:effectLst/>
              <a:uFillTx/>
              <a:latin typeface="Arial"/>
            </a:endParaRPr>
          </a:p>
        </p:txBody>
      </p:sp>
      <p:pic>
        <p:nvPicPr>
          <p:cNvPr id="159" name="Picture 5"/>
          <p:cNvPicPr/>
          <p:nvPr/>
        </p:nvPicPr>
        <p:blipFill>
          <a:blip r:embed="rId7"/>
          <a:stretch/>
        </p:blipFill>
        <p:spPr>
          <a:xfrm>
            <a:off x="13257360" y="187920"/>
            <a:ext cx="780840" cy="710640"/>
          </a:xfrm>
          <a:prstGeom prst="rect">
            <a:avLst/>
          </a:prstGeom>
          <a:noFill/>
          <a:ln w="0">
            <a:noFill/>
          </a:ln>
        </p:spPr>
      </p:pic>
      <p:pic>
        <p:nvPicPr>
          <p:cNvPr id="160" name="Picture 7"/>
          <p:cNvPicPr/>
          <p:nvPr/>
        </p:nvPicPr>
        <p:blipFill>
          <a:blip r:embed="rId8"/>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CA3CE435-1B1C-6444-AF85-65A4E10EBBE4}"/>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92028-5318-F12A-278F-9493245FA90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3022D7A-1B5D-1DB6-5328-1AB3B5712FFA}"/>
              </a:ext>
            </a:extLst>
          </p:cNvPr>
          <p:cNvSpPr>
            <a:spLocks noGrp="1"/>
          </p:cNvSpPr>
          <p:nvPr>
            <p:ph type="body"/>
          </p:nvPr>
        </p:nvSpPr>
        <p:spPr/>
        <p:txBody>
          <a:bodyPr/>
          <a:lstStyle/>
          <a:p>
            <a:endParaRPr lang="en-US"/>
          </a:p>
        </p:txBody>
      </p:sp>
    </p:spTree>
    <p:extLst>
      <p:ext uri="{BB962C8B-B14F-4D97-AF65-F5344CB8AC3E}">
        <p14:creationId xmlns:p14="http://schemas.microsoft.com/office/powerpoint/2010/main" val="3626739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 name="Image 0" descr="preencoded.png"/>
          <p:cNvPicPr/>
          <p:nvPr/>
        </p:nvPicPr>
        <p:blipFill>
          <a:blip r:embed="rId3"/>
          <a:stretch/>
        </p:blipFill>
        <p:spPr>
          <a:xfrm>
            <a:off x="9144000" y="0"/>
            <a:ext cx="5484240" cy="8227440"/>
          </a:xfrm>
          <a:prstGeom prst="rect">
            <a:avLst/>
          </a:prstGeom>
          <a:noFill/>
          <a:ln w="0">
            <a:noFill/>
          </a:ln>
        </p:spPr>
      </p:pic>
      <p:sp>
        <p:nvSpPr>
          <p:cNvPr id="178" name="Text 0"/>
          <p:cNvSpPr/>
          <p:nvPr/>
        </p:nvSpPr>
        <p:spPr>
          <a:xfrm>
            <a:off x="793800" y="2926800"/>
            <a:ext cx="755424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ct val="150000"/>
              </a:lnSpc>
              <a:tabLst>
                <a:tab pos="0" algn="l"/>
              </a:tabLst>
            </a:pPr>
            <a:r>
              <a:rPr lang="ar-EG" sz="2400" b="0" u="none" strike="noStrike">
                <a:solidFill>
                  <a:srgbClr val="2C2821"/>
                </a:solidFill>
                <a:effectLst/>
                <a:uFillTx/>
                <a:latin typeface="Amiri"/>
                <a:cs typeface="Amiri"/>
              </a:rPr>
              <a:t>في عصرنا الحالي، أصبح التحول الرقمي عنصرًا حيويًا لاستدامة المؤسسات وتعزيز كفاءتها. هذا المشروع يمثل خطوة استباقية نحو مستقبل رقمي متكامل يخدم جميع المعنيين ويعزز من قدرة المؤسسة على تحقيق أهدافها الاستراتيجية</a:t>
            </a:r>
            <a:endParaRPr lang="en-US" sz="2400" b="0" u="none" strike="noStrike">
              <a:solidFill>
                <a:srgbClr val="000000"/>
              </a:solidFill>
              <a:effectLst/>
              <a:uFillTx/>
              <a:latin typeface="Arial"/>
            </a:endParaRPr>
          </a:p>
        </p:txBody>
      </p:sp>
      <p:sp>
        <p:nvSpPr>
          <p:cNvPr id="179" name="Text 1"/>
          <p:cNvSpPr/>
          <p:nvPr/>
        </p:nvSpPr>
        <p:spPr>
          <a:xfrm>
            <a:off x="793800" y="5497920"/>
            <a:ext cx="721404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ct val="150000"/>
              </a:lnSpc>
              <a:tabLst>
                <a:tab pos="0" algn="l"/>
              </a:tabLst>
            </a:pPr>
            <a:r>
              <a:rPr lang="ar-EG" sz="2600" b="1" u="none" strike="noStrike">
                <a:solidFill>
                  <a:srgbClr val="2C2821"/>
                </a:solidFill>
                <a:effectLst/>
                <a:uFillTx/>
                <a:latin typeface="Amiri"/>
                <a:cs typeface="Amiri"/>
              </a:rPr>
              <a:t>الاستثمار في التحول الرقمي اليوم هو استثمار في مستقبل المؤسسة وتميزها في المستقبل</a:t>
            </a:r>
            <a:endParaRPr lang="en-US" sz="2600" b="0" u="none" strike="noStrike">
              <a:solidFill>
                <a:srgbClr val="000000"/>
              </a:solidFill>
              <a:effectLst/>
              <a:uFillTx/>
              <a:latin typeface="Arial"/>
            </a:endParaRPr>
          </a:p>
        </p:txBody>
      </p:sp>
      <p:sp>
        <p:nvSpPr>
          <p:cNvPr id="180" name="Shape 2"/>
          <p:cNvSpPr/>
          <p:nvPr/>
        </p:nvSpPr>
        <p:spPr>
          <a:xfrm>
            <a:off x="8319600" y="5638680"/>
            <a:ext cx="28440" cy="1234080"/>
          </a:xfrm>
          <a:prstGeom prst="rect">
            <a:avLst/>
          </a:prstGeom>
          <a:solidFill>
            <a:srgbClr val="729FCF"/>
          </a:solidFill>
          <a:ln w="0">
            <a:noFill/>
          </a:ln>
        </p:spPr>
        <p:style>
          <a:lnRef idx="0">
            <a:scrgbClr r="0" g="0" b="0"/>
          </a:lnRef>
          <a:fillRef idx="0">
            <a:scrgbClr r="0" g="0" b="0"/>
          </a:fillRef>
          <a:effectRef idx="0">
            <a:scrgbClr r="0" g="0" b="0"/>
          </a:effectRef>
          <a:fontRef idx="minor"/>
        </p:style>
        <p:txBody>
          <a:bodyPr lIns="14400" tIns="45000" rIns="14400" bIns="45000" anchor="t">
            <a:noAutofit/>
          </a:bodyPr>
          <a:lstStyle/>
          <a:p>
            <a:endParaRPr lang="en-US" sz="1800" b="0" u="none" strike="noStrike">
              <a:solidFill>
                <a:srgbClr val="000000"/>
              </a:solidFill>
              <a:effectLst/>
              <a:uFillTx/>
              <a:latin typeface="Arial"/>
            </a:endParaRPr>
          </a:p>
        </p:txBody>
      </p:sp>
      <p:pic>
        <p:nvPicPr>
          <p:cNvPr id="181" name="Picture 12"/>
          <p:cNvPicPr/>
          <p:nvPr/>
        </p:nvPicPr>
        <p:blipFill>
          <a:blip r:embed="rId4"/>
          <a:stretch/>
        </p:blipFill>
        <p:spPr>
          <a:xfrm>
            <a:off x="7929360" y="187920"/>
            <a:ext cx="780840" cy="710640"/>
          </a:xfrm>
          <a:prstGeom prst="rect">
            <a:avLst/>
          </a:prstGeom>
          <a:noFill/>
          <a:ln w="0">
            <a:noFill/>
          </a:ln>
        </p:spPr>
      </p:pic>
      <p:pic>
        <p:nvPicPr>
          <p:cNvPr id="182" name="Picture 13"/>
          <p:cNvPicPr/>
          <p:nvPr/>
        </p:nvPicPr>
        <p:blipFill>
          <a:blip r:embed="rId5"/>
          <a:stretch/>
        </p:blipFill>
        <p:spPr>
          <a:xfrm>
            <a:off x="313200" y="257400"/>
            <a:ext cx="1045080" cy="74340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Picture 6"/>
          <p:cNvPicPr/>
          <p:nvPr/>
        </p:nvPicPr>
        <p:blipFill>
          <a:blip r:embed="rId2">
            <a:biLevel thresh="50000"/>
            <a:alphaModFix amt="50000"/>
          </a:blip>
        </p:blipFill>
        <p:spPr>
          <a:xfrm>
            <a:off x="1486440" y="3528000"/>
            <a:ext cx="3696480" cy="2752200"/>
          </a:xfrm>
          <a:prstGeom prst="rect">
            <a:avLst/>
          </a:prstGeom>
          <a:blipFill rotWithShape="0">
            <a:blip r:embed="rId3">
              <a:biLevel thresh="50000"/>
              <a:alphaModFix amt="50000"/>
            </a:blip>
            <a:tile tx="0" ty="0" sx="100000" sy="100000" algn="ctr"/>
          </a:blipFill>
          <a:ln w="0">
            <a:noFill/>
          </a:ln>
        </p:spPr>
      </p:pic>
      <p:sp>
        <p:nvSpPr>
          <p:cNvPr id="184" name="TextBox 11"/>
          <p:cNvSpPr/>
          <p:nvPr/>
        </p:nvSpPr>
        <p:spPr>
          <a:xfrm>
            <a:off x="1546200" y="3815280"/>
            <a:ext cx="4208760" cy="136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735"/>
              </a:lnSpc>
            </a:pPr>
            <a:r>
              <a:rPr lang="en-US" sz="5400" b="0" u="none" strike="noStrike" spc="-456">
                <a:solidFill>
                  <a:srgbClr val="00A933"/>
                </a:solidFill>
                <a:effectLst/>
                <a:uFillTx/>
                <a:latin typeface="Poppins ExtraBold"/>
                <a:ea typeface="DejaVu Sans"/>
              </a:rPr>
              <a:t>Thank You</a:t>
            </a:r>
            <a:endParaRPr lang="en-US" sz="5400" b="0" u="none" strike="noStrike">
              <a:solidFill>
                <a:srgbClr val="000000"/>
              </a:solidFill>
              <a:effectLst/>
              <a:uFillTx/>
              <a:latin typeface="Arial"/>
            </a:endParaRPr>
          </a:p>
        </p:txBody>
      </p:sp>
      <p:sp>
        <p:nvSpPr>
          <p:cNvPr id="185" name="TextBox 7"/>
          <p:cNvSpPr/>
          <p:nvPr/>
        </p:nvSpPr>
        <p:spPr>
          <a:xfrm>
            <a:off x="3816000" y="6660000"/>
            <a:ext cx="7007400" cy="88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ar-EG" sz="2600" b="0" u="none" strike="noStrike">
                <a:solidFill>
                  <a:srgbClr val="0048CD"/>
                </a:solidFill>
                <a:effectLst/>
                <a:uFillTx/>
                <a:latin typeface="Amiri"/>
                <a:cs typeface="Amiri"/>
              </a:rPr>
              <a:t>مع تحيات الإدارة العامة لتكنولوجيا المعلومات والتحول الرقمى بشركة مياه الشرب والصرف الصحى بأسيوط والوادى الجديد</a:t>
            </a:r>
            <a:endParaRPr lang="en-US" sz="2600" b="0" u="none" strike="noStrike">
              <a:solidFill>
                <a:srgbClr val="000000"/>
              </a:solidFill>
              <a:effectLst/>
              <a:uFillTx/>
              <a:latin typeface="Arial"/>
            </a:endParaRPr>
          </a:p>
        </p:txBody>
      </p:sp>
      <p:grpSp>
        <p:nvGrpSpPr>
          <p:cNvPr id="186" name="Group 15"/>
          <p:cNvGrpSpPr/>
          <p:nvPr/>
        </p:nvGrpSpPr>
        <p:grpSpPr>
          <a:xfrm>
            <a:off x="10743840" y="3589920"/>
            <a:ext cx="2430360" cy="2164320"/>
            <a:chOff x="10743840" y="3589920"/>
            <a:chExt cx="2430360" cy="2164320"/>
          </a:xfrm>
        </p:grpSpPr>
        <p:sp>
          <p:nvSpPr>
            <p:cNvPr id="187" name="Freeform 8"/>
            <p:cNvSpPr/>
            <p:nvPr/>
          </p:nvSpPr>
          <p:spPr>
            <a:xfrm>
              <a:off x="10743840" y="3646440"/>
              <a:ext cx="2430360" cy="2107800"/>
            </a:xfrm>
            <a:custGeom>
              <a:avLst/>
              <a:gdLst>
                <a:gd name="textAreaLeft" fmla="*/ 0 w 2430360"/>
                <a:gd name="textAreaRight" fmla="*/ 2433240 w 2430360"/>
                <a:gd name="textAreaTop" fmla="*/ 0 h 2107800"/>
                <a:gd name="textAreaBottom" fmla="*/ 2110680 h 2107800"/>
              </a:gdLst>
              <a:ahLst/>
              <a:cxnLst/>
              <a:rect l="textAreaLeft" t="textAreaTop" r="textAreaRight" b="textAreaBottom"/>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75C7F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a:p>
              <a:pPr algn="ctr" defTabSz="914400" rtl="1">
                <a:lnSpc>
                  <a:spcPct val="100000"/>
                </a:lnSpc>
              </a:pPr>
              <a:endParaRPr lang="en-US" sz="2200" b="0" u="none" strike="noStrike">
                <a:solidFill>
                  <a:srgbClr val="000000"/>
                </a:solidFill>
                <a:effectLst/>
                <a:uFillTx/>
                <a:latin typeface="Arial"/>
              </a:endParaRPr>
            </a:p>
            <a:p>
              <a:pPr defTabSz="914400" rtl="1">
                <a:lnSpc>
                  <a:spcPct val="100000"/>
                </a:lnSpc>
              </a:pPr>
              <a:endParaRPr lang="en-US" sz="1800" b="0" u="none" strike="noStrike">
                <a:solidFill>
                  <a:srgbClr val="000000"/>
                </a:solidFill>
                <a:effectLst/>
                <a:uFillTx/>
                <a:latin typeface="Arial"/>
              </a:endParaRPr>
            </a:p>
          </p:txBody>
        </p:sp>
        <p:sp>
          <p:nvSpPr>
            <p:cNvPr id="188" name="TextBox 4"/>
            <p:cNvSpPr/>
            <p:nvPr/>
          </p:nvSpPr>
          <p:spPr>
            <a:xfrm>
              <a:off x="10947600" y="3589920"/>
              <a:ext cx="2002320" cy="1673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gn="ctr" defTabSz="914400">
                <a:lnSpc>
                  <a:spcPct val="200000"/>
                </a:lnSpc>
              </a:pPr>
              <a:r>
                <a:rPr lang="ar-EG" sz="2600" b="1" u="none" strike="noStrike">
                  <a:solidFill>
                    <a:srgbClr val="443205"/>
                  </a:solidFill>
                  <a:effectLst/>
                  <a:highlight>
                    <a:srgbClr val="FFFFFF"/>
                  </a:highlight>
                  <a:uFillTx/>
                  <a:latin typeface="Alexandria"/>
                  <a:cs typeface="Alexandria"/>
                </a:rPr>
                <a:t>الاسئلة</a:t>
              </a:r>
              <a:r>
                <a:rPr lang="en-US" sz="2600" b="1" u="none" strike="noStrike">
                  <a:solidFill>
                    <a:srgbClr val="443205"/>
                  </a:solidFill>
                  <a:effectLst/>
                  <a:highlight>
                    <a:srgbClr val="FFFFFF"/>
                  </a:highlight>
                  <a:uFillTx/>
                  <a:latin typeface="Alexandria"/>
                  <a:ea typeface="DejaVu Sans"/>
                </a:rPr>
                <a:t> </a:t>
              </a:r>
              <a:endParaRPr lang="en-US" sz="2600" b="0" u="none" strike="noStrike">
                <a:solidFill>
                  <a:srgbClr val="000000"/>
                </a:solidFill>
                <a:effectLst/>
                <a:uFillTx/>
                <a:latin typeface="Arial"/>
              </a:endParaRPr>
            </a:p>
            <a:p>
              <a:pPr algn="ctr" defTabSz="914400">
                <a:lnSpc>
                  <a:spcPct val="200000"/>
                </a:lnSpc>
              </a:pPr>
              <a:r>
                <a:rPr lang="ar-EG" sz="2600" b="1" u="none" strike="noStrike">
                  <a:solidFill>
                    <a:srgbClr val="1E3A5F"/>
                  </a:solidFill>
                  <a:effectLst/>
                  <a:highlight>
                    <a:srgbClr val="FFFFFF"/>
                  </a:highlight>
                  <a:uFillTx/>
                  <a:latin typeface="Alexandria"/>
                  <a:cs typeface="Alexandria"/>
                </a:rPr>
                <a:t>والمناقشات</a:t>
              </a:r>
              <a:endParaRPr lang="en-US" sz="2600" b="0" u="none" strike="noStrike">
                <a:solidFill>
                  <a:srgbClr val="000000"/>
                </a:solidFill>
                <a:effectLst/>
                <a:uFillTx/>
                <a:latin typeface="Arial"/>
              </a:endParaRPr>
            </a:p>
          </p:txBody>
        </p:sp>
      </p:grpSp>
      <p:sp>
        <p:nvSpPr>
          <p:cNvPr id="189" name="TextBox 5"/>
          <p:cNvSpPr/>
          <p:nvPr/>
        </p:nvSpPr>
        <p:spPr>
          <a:xfrm>
            <a:off x="5004000" y="1080000"/>
            <a:ext cx="4645440" cy="609480"/>
          </a:xfrm>
          <a:prstGeom prst="rect">
            <a:avLst/>
          </a:prstGeom>
          <a:noFill/>
          <a:ln w="0">
            <a:solidFill>
              <a:srgbClr val="B5B5B5"/>
            </a:solidFill>
            <a:prstDash val="dash"/>
          </a:ln>
        </p:spPr>
        <p:style>
          <a:lnRef idx="0">
            <a:scrgbClr r="0" g="0" b="0"/>
          </a:lnRef>
          <a:fillRef idx="0">
            <a:scrgbClr r="0" g="0" b="0"/>
          </a:fillRef>
          <a:effectRef idx="0">
            <a:scrgbClr r="0" g="0" b="0"/>
          </a:effectRef>
          <a:fontRef idx="minor"/>
        </p:style>
        <p:txBody>
          <a:bodyPr lIns="0" tIns="0" rIns="0" bIns="0" anchor="t">
            <a:spAutoFit/>
          </a:bodyPr>
          <a:lstStyle/>
          <a:p>
            <a:pPr algn="ctr" defTabSz="914400" rtl="1">
              <a:lnSpc>
                <a:spcPct val="100000"/>
              </a:lnSpc>
            </a:pPr>
            <a:r>
              <a:rPr lang="en-US" sz="2000" b="1" u="none" strike="noStrike">
                <a:solidFill>
                  <a:srgbClr val="0048CD"/>
                </a:solidFill>
                <a:effectLst/>
                <a:uFillTx/>
                <a:latin typeface="Arial Rounded MT Bold"/>
                <a:ea typeface="DejaVu Sans"/>
              </a:rPr>
              <a:t>Information Technology and Digital Transformation </a:t>
            </a:r>
            <a:endParaRPr lang="en-US" sz="2000" b="0" u="none" strike="noStrike">
              <a:solidFill>
                <a:srgbClr val="000000"/>
              </a:solidFill>
              <a:effectLst/>
              <a:uFillTx/>
              <a:latin typeface="Arial"/>
            </a:endParaRPr>
          </a:p>
        </p:txBody>
      </p:sp>
      <p:sp>
        <p:nvSpPr>
          <p:cNvPr id="190" name="TextBox 6"/>
          <p:cNvSpPr/>
          <p:nvPr/>
        </p:nvSpPr>
        <p:spPr>
          <a:xfrm>
            <a:off x="2196000" y="2160000"/>
            <a:ext cx="10174320" cy="1095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ar-EG" sz="4800" b="1" u="none" strike="noStrike">
                <a:solidFill>
                  <a:srgbClr val="0048CD"/>
                </a:solidFill>
                <a:effectLst/>
                <a:uFillTx/>
                <a:latin typeface="Amiri"/>
                <a:cs typeface="Amiri"/>
              </a:rPr>
              <a:t>الادارة</a:t>
            </a:r>
            <a:r>
              <a:rPr lang="en-US" sz="4800" b="1" u="none" strike="noStrike">
                <a:solidFill>
                  <a:srgbClr val="0048CD"/>
                </a:solidFill>
                <a:effectLst/>
                <a:uFillTx/>
                <a:latin typeface="Amiri"/>
                <a:ea typeface="DejaVu Sans"/>
              </a:rPr>
              <a:t> العامة لتكنولوجيا المعلومات والتحول الرقمى </a:t>
            </a:r>
            <a:endParaRPr lang="en-US" sz="4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191" name="Picture 3"/>
          <p:cNvPicPr/>
          <p:nvPr/>
        </p:nvPicPr>
        <p:blipFill>
          <a:blip r:embed="rId4"/>
          <a:stretch/>
        </p:blipFill>
        <p:spPr>
          <a:xfrm>
            <a:off x="13257360" y="187560"/>
            <a:ext cx="780840" cy="710640"/>
          </a:xfrm>
          <a:prstGeom prst="rect">
            <a:avLst/>
          </a:prstGeom>
          <a:noFill/>
          <a:ln w="0">
            <a:noFill/>
          </a:ln>
        </p:spPr>
      </p:pic>
      <p:pic>
        <p:nvPicPr>
          <p:cNvPr id="192" name="Picture 4"/>
          <p:cNvPicPr/>
          <p:nvPr/>
        </p:nvPicPr>
        <p:blipFill>
          <a:blip r:embed="rId5"/>
          <a:stretch/>
        </p:blipFill>
        <p:spPr>
          <a:xfrm>
            <a:off x="313200" y="257040"/>
            <a:ext cx="1045080" cy="743400"/>
          </a:xfrm>
          <a:prstGeom prst="rect">
            <a:avLst/>
          </a:prstGeom>
          <a:noFill/>
          <a:ln w="0">
            <a:noFill/>
          </a:ln>
        </p:spPr>
      </p:pic>
      <p:sp>
        <p:nvSpPr>
          <p:cNvPr id="2" name="Rectangle: Rounded Corners 1">
            <a:extLst>
              <a:ext uri="{FF2B5EF4-FFF2-40B4-BE49-F238E27FC236}">
                <a16:creationId xmlns:a16="http://schemas.microsoft.com/office/drawing/2014/main" id="{D68F8595-56E6-5D5F-FF46-115F55D5EA0E}"/>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55495FBD-1762-0F1D-0AEF-82525C7076B7}"/>
                  </a:ext>
                </a:extLst>
              </p14:cNvPr>
              <p14:cNvContentPartPr/>
              <p14:nvPr/>
            </p14:nvContentPartPr>
            <p14:xfrm>
              <a:off x="4905474" y="4106909"/>
              <a:ext cx="360" cy="360"/>
            </p14:xfrm>
          </p:contentPart>
        </mc:Choice>
        <mc:Fallback>
          <p:pic>
            <p:nvPicPr>
              <p:cNvPr id="3" name="Ink 2">
                <a:extLst>
                  <a:ext uri="{FF2B5EF4-FFF2-40B4-BE49-F238E27FC236}">
                    <a16:creationId xmlns:a16="http://schemas.microsoft.com/office/drawing/2014/main" id="{55495FBD-1762-0F1D-0AEF-82525C7076B7}"/>
                  </a:ext>
                </a:extLst>
              </p:cNvPr>
              <p:cNvPicPr/>
              <p:nvPr/>
            </p:nvPicPr>
            <p:blipFill>
              <a:blip r:embed="rId7"/>
              <a:stretch>
                <a:fillRect/>
              </a:stretch>
            </p:blipFill>
            <p:spPr>
              <a:xfrm>
                <a:off x="4899354" y="4100789"/>
                <a:ext cx="12600" cy="12600"/>
              </a:xfrm>
              <a:prstGeom prst="rect">
                <a:avLst/>
              </a:prstGeom>
            </p:spPr>
          </p:pic>
        </mc:Fallback>
      </mc:AlternateContent>
      <p:grpSp>
        <p:nvGrpSpPr>
          <p:cNvPr id="7" name="Group 6">
            <a:extLst>
              <a:ext uri="{FF2B5EF4-FFF2-40B4-BE49-F238E27FC236}">
                <a16:creationId xmlns:a16="http://schemas.microsoft.com/office/drawing/2014/main" id="{EBB8CD9A-8EF2-BBBB-DE0F-76B3A8967BBE}"/>
              </a:ext>
            </a:extLst>
          </p:cNvPr>
          <p:cNvGrpSpPr/>
          <p:nvPr/>
        </p:nvGrpSpPr>
        <p:grpSpPr>
          <a:xfrm>
            <a:off x="10851954" y="3381509"/>
            <a:ext cx="2805840" cy="1462320"/>
            <a:chOff x="10851954" y="3381509"/>
            <a:chExt cx="2805840" cy="1462320"/>
          </a:xfrm>
        </p:grpSpPr>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AA25D39E-3E10-0C65-0F9A-FB4546F38BD8}"/>
                    </a:ext>
                  </a:extLst>
                </p14:cNvPr>
                <p14:cNvContentPartPr/>
                <p14:nvPr/>
              </p14:nvContentPartPr>
              <p14:xfrm>
                <a:off x="13657434" y="3381509"/>
                <a:ext cx="360" cy="360"/>
              </p14:xfrm>
            </p:contentPart>
          </mc:Choice>
          <mc:Fallback>
            <p:pic>
              <p:nvPicPr>
                <p:cNvPr id="4" name="Ink 3">
                  <a:extLst>
                    <a:ext uri="{FF2B5EF4-FFF2-40B4-BE49-F238E27FC236}">
                      <a16:creationId xmlns:a16="http://schemas.microsoft.com/office/drawing/2014/main" id="{AA25D39E-3E10-0C65-0F9A-FB4546F38BD8}"/>
                    </a:ext>
                  </a:extLst>
                </p:cNvPr>
                <p:cNvPicPr/>
                <p:nvPr/>
              </p:nvPicPr>
              <p:blipFill>
                <a:blip r:embed="rId7"/>
                <a:stretch>
                  <a:fillRect/>
                </a:stretch>
              </p:blipFill>
              <p:spPr>
                <a:xfrm>
                  <a:off x="13651314" y="3375389"/>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89ECE878-54EF-A118-9A69-44B84075A76C}"/>
                    </a:ext>
                  </a:extLst>
                </p14:cNvPr>
                <p14:cNvContentPartPr/>
                <p14:nvPr/>
              </p14:nvContentPartPr>
              <p14:xfrm>
                <a:off x="10851954" y="3381509"/>
                <a:ext cx="2805840" cy="1462320"/>
              </p14:xfrm>
            </p:contentPart>
          </mc:Choice>
          <mc:Fallback>
            <p:pic>
              <p:nvPicPr>
                <p:cNvPr id="5" name="Ink 4">
                  <a:extLst>
                    <a:ext uri="{FF2B5EF4-FFF2-40B4-BE49-F238E27FC236}">
                      <a16:creationId xmlns:a16="http://schemas.microsoft.com/office/drawing/2014/main" id="{89ECE878-54EF-A118-9A69-44B84075A76C}"/>
                    </a:ext>
                  </a:extLst>
                </p:cNvPr>
                <p:cNvPicPr/>
                <p:nvPr/>
              </p:nvPicPr>
              <p:blipFill>
                <a:blip r:embed="rId10"/>
                <a:stretch>
                  <a:fillRect/>
                </a:stretch>
              </p:blipFill>
              <p:spPr>
                <a:xfrm>
                  <a:off x="10845834" y="3375389"/>
                  <a:ext cx="2818080" cy="14745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DDFC93D2-83BA-9DD2-4B3A-FDA839B6E2C3}"/>
                    </a:ext>
                  </a:extLst>
                </p14:cNvPr>
                <p14:cNvContentPartPr/>
                <p14:nvPr/>
              </p14:nvContentPartPr>
              <p14:xfrm>
                <a:off x="11886594" y="3555389"/>
                <a:ext cx="560880" cy="999720"/>
              </p14:xfrm>
            </p:contentPart>
          </mc:Choice>
          <mc:Fallback>
            <p:pic>
              <p:nvPicPr>
                <p:cNvPr id="6" name="Ink 5">
                  <a:extLst>
                    <a:ext uri="{FF2B5EF4-FFF2-40B4-BE49-F238E27FC236}">
                      <a16:creationId xmlns:a16="http://schemas.microsoft.com/office/drawing/2014/main" id="{DDFC93D2-83BA-9DD2-4B3A-FDA839B6E2C3}"/>
                    </a:ext>
                  </a:extLst>
                </p:cNvPr>
                <p:cNvPicPr/>
                <p:nvPr/>
              </p:nvPicPr>
              <p:blipFill>
                <a:blip r:embed="rId12"/>
                <a:stretch>
                  <a:fillRect/>
                </a:stretch>
              </p:blipFill>
              <p:spPr>
                <a:xfrm>
                  <a:off x="11880474" y="3549269"/>
                  <a:ext cx="573120" cy="1011960"/>
                </a:xfrm>
                <a:prstGeom prst="rect">
                  <a:avLst/>
                </a:prstGeom>
              </p:spPr>
            </p:pic>
          </mc:Fallback>
        </mc:AlternateContent>
      </p:grpSp>
      <p:grpSp>
        <p:nvGrpSpPr>
          <p:cNvPr id="12" name="Group 11">
            <a:extLst>
              <a:ext uri="{FF2B5EF4-FFF2-40B4-BE49-F238E27FC236}">
                <a16:creationId xmlns:a16="http://schemas.microsoft.com/office/drawing/2014/main" id="{2D8F77CF-9E9A-C49F-5949-2519BD483330}"/>
              </a:ext>
            </a:extLst>
          </p:cNvPr>
          <p:cNvGrpSpPr/>
          <p:nvPr/>
        </p:nvGrpSpPr>
        <p:grpSpPr>
          <a:xfrm>
            <a:off x="6681714" y="536789"/>
            <a:ext cx="1819440" cy="2840400"/>
            <a:chOff x="6681714" y="536789"/>
            <a:chExt cx="1819440" cy="2840400"/>
          </a:xfrm>
        </p:grpSpPr>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68C2D058-73A2-E1B2-BFEE-DCCB161F7EC6}"/>
                    </a:ext>
                  </a:extLst>
                </p14:cNvPr>
                <p14:cNvContentPartPr/>
                <p14:nvPr/>
              </p14:nvContentPartPr>
              <p14:xfrm>
                <a:off x="6681714" y="536789"/>
                <a:ext cx="828720" cy="1713240"/>
              </p14:xfrm>
            </p:contentPart>
          </mc:Choice>
          <mc:Fallback>
            <p:pic>
              <p:nvPicPr>
                <p:cNvPr id="8" name="Ink 7">
                  <a:extLst>
                    <a:ext uri="{FF2B5EF4-FFF2-40B4-BE49-F238E27FC236}">
                      <a16:creationId xmlns:a16="http://schemas.microsoft.com/office/drawing/2014/main" id="{68C2D058-73A2-E1B2-BFEE-DCCB161F7EC6}"/>
                    </a:ext>
                  </a:extLst>
                </p:cNvPr>
                <p:cNvPicPr/>
                <p:nvPr/>
              </p:nvPicPr>
              <p:blipFill>
                <a:blip r:embed="rId14"/>
                <a:stretch>
                  <a:fillRect/>
                </a:stretch>
              </p:blipFill>
              <p:spPr>
                <a:xfrm>
                  <a:off x="6675594" y="530669"/>
                  <a:ext cx="840960" cy="1725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27E27F21-7E4E-4006-3465-BCA23DCE88A0}"/>
                    </a:ext>
                  </a:extLst>
                </p14:cNvPr>
                <p14:cNvContentPartPr/>
                <p14:nvPr/>
              </p14:nvContentPartPr>
              <p14:xfrm>
                <a:off x="6734634" y="928469"/>
                <a:ext cx="1028880" cy="949680"/>
              </p14:xfrm>
            </p:contentPart>
          </mc:Choice>
          <mc:Fallback>
            <p:pic>
              <p:nvPicPr>
                <p:cNvPr id="9" name="Ink 8">
                  <a:extLst>
                    <a:ext uri="{FF2B5EF4-FFF2-40B4-BE49-F238E27FC236}">
                      <a16:creationId xmlns:a16="http://schemas.microsoft.com/office/drawing/2014/main" id="{27E27F21-7E4E-4006-3465-BCA23DCE88A0}"/>
                    </a:ext>
                  </a:extLst>
                </p:cNvPr>
                <p:cNvPicPr/>
                <p:nvPr/>
              </p:nvPicPr>
              <p:blipFill>
                <a:blip r:embed="rId16"/>
                <a:stretch>
                  <a:fillRect/>
                </a:stretch>
              </p:blipFill>
              <p:spPr>
                <a:xfrm>
                  <a:off x="6728514" y="922349"/>
                  <a:ext cx="1041120" cy="961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DAEEB3FB-4285-1BCA-3A09-0CA53ECB0998}"/>
                    </a:ext>
                  </a:extLst>
                </p14:cNvPr>
                <p14:cNvContentPartPr/>
                <p14:nvPr/>
              </p14:nvContentPartPr>
              <p14:xfrm>
                <a:off x="7235034" y="2118989"/>
                <a:ext cx="631440" cy="1258200"/>
              </p14:xfrm>
            </p:contentPart>
          </mc:Choice>
          <mc:Fallback>
            <p:pic>
              <p:nvPicPr>
                <p:cNvPr id="10" name="Ink 9">
                  <a:extLst>
                    <a:ext uri="{FF2B5EF4-FFF2-40B4-BE49-F238E27FC236}">
                      <a16:creationId xmlns:a16="http://schemas.microsoft.com/office/drawing/2014/main" id="{DAEEB3FB-4285-1BCA-3A09-0CA53ECB0998}"/>
                    </a:ext>
                  </a:extLst>
                </p:cNvPr>
                <p:cNvPicPr/>
                <p:nvPr/>
              </p:nvPicPr>
              <p:blipFill>
                <a:blip r:embed="rId18"/>
                <a:stretch>
                  <a:fillRect/>
                </a:stretch>
              </p:blipFill>
              <p:spPr>
                <a:xfrm>
                  <a:off x="7228914" y="2112869"/>
                  <a:ext cx="643680" cy="12704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9BBA84ED-8F21-F0FD-9E27-9C3E8F4AA39E}"/>
                    </a:ext>
                  </a:extLst>
                </p14:cNvPr>
                <p14:cNvContentPartPr/>
                <p14:nvPr/>
              </p14:nvContentPartPr>
              <p14:xfrm>
                <a:off x="7372914" y="2379989"/>
                <a:ext cx="1128240" cy="702000"/>
              </p14:xfrm>
            </p:contentPart>
          </mc:Choice>
          <mc:Fallback>
            <p:pic>
              <p:nvPicPr>
                <p:cNvPr id="11" name="Ink 10">
                  <a:extLst>
                    <a:ext uri="{FF2B5EF4-FFF2-40B4-BE49-F238E27FC236}">
                      <a16:creationId xmlns:a16="http://schemas.microsoft.com/office/drawing/2014/main" id="{9BBA84ED-8F21-F0FD-9E27-9C3E8F4AA39E}"/>
                    </a:ext>
                  </a:extLst>
                </p:cNvPr>
                <p:cNvPicPr/>
                <p:nvPr/>
              </p:nvPicPr>
              <p:blipFill>
                <a:blip r:embed="rId20"/>
                <a:stretch>
                  <a:fillRect/>
                </a:stretch>
              </p:blipFill>
              <p:spPr>
                <a:xfrm>
                  <a:off x="7366794" y="2373869"/>
                  <a:ext cx="1140480" cy="714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DED6CD89-09E9-6C97-BF49-B4DB3A1A9A45}"/>
                  </a:ext>
                </a:extLst>
              </p14:cNvPr>
              <p14:cNvContentPartPr/>
              <p14:nvPr/>
            </p14:nvContentPartPr>
            <p14:xfrm>
              <a:off x="11785074" y="1407354"/>
              <a:ext cx="360" cy="360"/>
            </p14:xfrm>
          </p:contentPart>
        </mc:Choice>
        <mc:Fallback>
          <p:pic>
            <p:nvPicPr>
              <p:cNvPr id="13" name="Ink 12">
                <a:extLst>
                  <a:ext uri="{FF2B5EF4-FFF2-40B4-BE49-F238E27FC236}">
                    <a16:creationId xmlns:a16="http://schemas.microsoft.com/office/drawing/2014/main" id="{DED6CD89-09E9-6C97-BF49-B4DB3A1A9A45}"/>
                  </a:ext>
                </a:extLst>
              </p:cNvPr>
              <p:cNvPicPr/>
              <p:nvPr/>
            </p:nvPicPr>
            <p:blipFill>
              <a:blip r:embed="rId7"/>
              <a:stretch>
                <a:fillRect/>
              </a:stretch>
            </p:blipFill>
            <p:spPr>
              <a:xfrm>
                <a:off x="11778954" y="1401234"/>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B2A8C40B-0648-7B8A-3531-973CA29267EE}"/>
                  </a:ext>
                </a:extLst>
              </p14:cNvPr>
              <p14:cNvContentPartPr/>
              <p14:nvPr/>
            </p14:nvContentPartPr>
            <p14:xfrm>
              <a:off x="8533914" y="1508874"/>
              <a:ext cx="360" cy="360"/>
            </p14:xfrm>
          </p:contentPart>
        </mc:Choice>
        <mc:Fallback>
          <p:pic>
            <p:nvPicPr>
              <p:cNvPr id="14" name="Ink 13">
                <a:extLst>
                  <a:ext uri="{FF2B5EF4-FFF2-40B4-BE49-F238E27FC236}">
                    <a16:creationId xmlns:a16="http://schemas.microsoft.com/office/drawing/2014/main" id="{B2A8C40B-0648-7B8A-3531-973CA29267EE}"/>
                  </a:ext>
                </a:extLst>
              </p:cNvPr>
              <p:cNvPicPr/>
              <p:nvPr/>
            </p:nvPicPr>
            <p:blipFill>
              <a:blip r:embed="rId7"/>
              <a:stretch>
                <a:fillRect/>
              </a:stretch>
            </p:blipFill>
            <p:spPr>
              <a:xfrm>
                <a:off x="8527794" y="1502754"/>
                <a:ext cx="12600" cy="126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138</TotalTime>
  <Words>498</Words>
  <Application>Microsoft Office PowerPoint</Application>
  <PresentationFormat>Custom</PresentationFormat>
  <Paragraphs>86</Paragraphs>
  <Slides>11</Slides>
  <Notes>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vt:i4>
      </vt:variant>
    </vt:vector>
  </HeadingPairs>
  <TitlesOfParts>
    <vt:vector size="24" baseType="lpstr">
      <vt:lpstr>Arial</vt:lpstr>
      <vt:lpstr>Amiri</vt:lpstr>
      <vt:lpstr>Calibri</vt:lpstr>
      <vt:lpstr>Arial Rounded MT Bold</vt:lpstr>
      <vt:lpstr>Calibri Light</vt:lpstr>
      <vt:lpstr>Traditional Arabic</vt:lpstr>
      <vt:lpstr>Times New Roman</vt:lpstr>
      <vt:lpstr>Wingdings</vt:lpstr>
      <vt:lpstr>Alice</vt:lpstr>
      <vt:lpstr>Alexandria</vt:lpstr>
      <vt:lpstr>Poppins ExtraBold</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remon gamal</cp:lastModifiedBy>
  <cp:revision>17</cp:revision>
  <dcterms:created xsi:type="dcterms:W3CDTF">2026-03-28T16:17:59Z</dcterms:created>
  <dcterms:modified xsi:type="dcterms:W3CDTF">2026-06-16T08:19:28Z</dcterms:modified>
  <dc:language>ar-EG</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